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handoutMasterIdLst>
    <p:handoutMasterId r:id="rId37"/>
  </p:handoutMasterIdLst>
  <p:sldIdLst>
    <p:sldId id="285" r:id="rId2"/>
    <p:sldId id="260" r:id="rId3"/>
    <p:sldId id="280" r:id="rId4"/>
    <p:sldId id="315" r:id="rId5"/>
    <p:sldId id="314" r:id="rId6"/>
    <p:sldId id="316" r:id="rId7"/>
    <p:sldId id="317" r:id="rId8"/>
    <p:sldId id="319" r:id="rId9"/>
    <p:sldId id="323" r:id="rId10"/>
    <p:sldId id="320" r:id="rId11"/>
    <p:sldId id="321" r:id="rId12"/>
    <p:sldId id="324" r:id="rId13"/>
    <p:sldId id="325" r:id="rId14"/>
    <p:sldId id="330" r:id="rId15"/>
    <p:sldId id="308" r:id="rId16"/>
    <p:sldId id="313" r:id="rId17"/>
    <p:sldId id="327" r:id="rId18"/>
    <p:sldId id="307" r:id="rId19"/>
    <p:sldId id="328" r:id="rId20"/>
    <p:sldId id="329" r:id="rId21"/>
    <p:sldId id="326" r:id="rId22"/>
    <p:sldId id="309" r:id="rId23"/>
    <p:sldId id="310" r:id="rId24"/>
    <p:sldId id="273" r:id="rId25"/>
    <p:sldId id="331" r:id="rId26"/>
    <p:sldId id="268" r:id="rId27"/>
    <p:sldId id="305" r:id="rId28"/>
    <p:sldId id="296" r:id="rId29"/>
    <p:sldId id="311" r:id="rId30"/>
    <p:sldId id="298" r:id="rId31"/>
    <p:sldId id="306" r:id="rId32"/>
    <p:sldId id="312" r:id="rId33"/>
    <p:sldId id="302" r:id="rId34"/>
    <p:sldId id="303" r:id="rId35"/>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2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1F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E8B1032C-EA38-4F05-BA0D-38AFFFC7BED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85" autoAdjust="0"/>
    <p:restoredTop sz="96871"/>
  </p:normalViewPr>
  <p:slideViewPr>
    <p:cSldViewPr snapToGrid="0" showGuides="1">
      <p:cViewPr varScale="1">
        <p:scale>
          <a:sx n="133" d="100"/>
          <a:sy n="133" d="100"/>
        </p:scale>
        <p:origin x="1024" y="496"/>
      </p:cViewPr>
      <p:guideLst>
        <p:guide orient="horz" pos="2424"/>
        <p:guide pos="3840"/>
      </p:guideLst>
    </p:cSldViewPr>
  </p:slideViewPr>
  <p:notesTextViewPr>
    <p:cViewPr>
      <p:scale>
        <a:sx n="150" d="100"/>
        <a:sy n="150" d="100"/>
      </p:scale>
      <p:origin x="0" y="0"/>
    </p:cViewPr>
  </p:notesTextViewPr>
  <p:sorterViewPr>
    <p:cViewPr varScale="1">
      <p:scale>
        <a:sx n="1" d="1"/>
        <a:sy n="1" d="1"/>
      </p:scale>
      <p:origin x="0" y="0"/>
    </p:cViewPr>
  </p:sorterViewPr>
  <p:notesViewPr>
    <p:cSldViewPr snapToGrid="0" showGuides="1">
      <p:cViewPr varScale="1">
        <p:scale>
          <a:sx n="185" d="100"/>
          <a:sy n="185" d="100"/>
        </p:scale>
        <p:origin x="6462" y="15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svg"/><Relationship Id="rId1" Type="http://schemas.openxmlformats.org/officeDocument/2006/relationships/image" Target="../media/image48.svg"/></Relationships>
</file>

<file path=ppt/diagrams/_rels/data2.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49.svg"/><Relationship Id="rId1" Type="http://schemas.openxmlformats.org/officeDocument/2006/relationships/image" Target="../media/image5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svg"/><Relationship Id="rId1" Type="http://schemas.openxmlformats.org/officeDocument/2006/relationships/image" Target="../media/image4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49.svg"/><Relationship Id="rId1" Type="http://schemas.openxmlformats.org/officeDocument/2006/relationships/image" Target="../media/image55.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EECEC1E-36BA-4FE8-9A03-2C38EA57CE0B}" type="doc">
      <dgm:prSet loTypeId="urn:microsoft.com/office/officeart/2018/2/layout/IconLabelDescriptionList" loCatId="icon" qsTypeId="urn:microsoft.com/office/officeart/2005/8/quickstyle/simple1" qsCatId="simple" csTypeId="urn:microsoft.com/office/officeart/2005/8/colors/accent3_2" csCatId="accent3" phldr="1"/>
      <dgm:spPr/>
      <dgm:t>
        <a:bodyPr/>
        <a:lstStyle/>
        <a:p>
          <a:endParaRPr lang="en-US"/>
        </a:p>
      </dgm:t>
    </dgm:pt>
    <dgm:pt modelId="{C476F298-F7BD-42F0-9FC0-7EF2379C5F1B}">
      <dgm:prSet custT="1"/>
      <dgm:spPr/>
      <dgm:t>
        <a:bodyPr/>
        <a:lstStyle/>
        <a:p>
          <a:pPr>
            <a:lnSpc>
              <a:spcPct val="100000"/>
            </a:lnSpc>
            <a:defRPr b="1"/>
          </a:pPr>
          <a:r>
            <a:rPr lang="en-US" sz="2000" b="1" dirty="0"/>
            <a:t>Create a UI – Download for DEV</a:t>
          </a:r>
          <a:endParaRPr lang="en-US" sz="2000" b="1" dirty="0">
            <a:solidFill>
              <a:srgbClr val="13EAC1"/>
            </a:solidFill>
          </a:endParaRPr>
        </a:p>
      </dgm:t>
    </dgm:pt>
    <dgm:pt modelId="{D01B319F-427F-4A03-A90D-9C829E6CC177}" type="parTrans" cxnId="{52B6542F-A1A3-43AF-9CF6-460D08DBBEB5}">
      <dgm:prSet/>
      <dgm:spPr/>
      <dgm:t>
        <a:bodyPr/>
        <a:lstStyle/>
        <a:p>
          <a:endParaRPr lang="en-US"/>
        </a:p>
      </dgm:t>
    </dgm:pt>
    <dgm:pt modelId="{FEBB08CE-1C59-43EF-BEBD-D1AF9F44E0C8}" type="sibTrans" cxnId="{52B6542F-A1A3-43AF-9CF6-460D08DBBEB5}">
      <dgm:prSet/>
      <dgm:spPr/>
      <dgm:t>
        <a:bodyPr/>
        <a:lstStyle/>
        <a:p>
          <a:endParaRPr lang="en-US"/>
        </a:p>
      </dgm:t>
    </dgm:pt>
    <dgm:pt modelId="{C2EC4509-6EAF-4C2B-9263-79AE88387AAC}">
      <dgm:prSet custT="1"/>
      <dgm:spPr/>
      <dgm:t>
        <a:bodyPr/>
        <a:lstStyle/>
        <a:p>
          <a:pPr>
            <a:lnSpc>
              <a:spcPct val="100000"/>
            </a:lnSpc>
          </a:pPr>
          <a:r>
            <a:rPr lang="en-US" sz="1600" dirty="0"/>
            <a:t>Create</a:t>
          </a:r>
          <a:r>
            <a:rPr lang="en-US" sz="1600" baseline="0" dirty="0"/>
            <a:t> a </a:t>
          </a:r>
          <a:r>
            <a:rPr lang="en-US" sz="1600" baseline="0" dirty="0">
              <a:solidFill>
                <a:srgbClr val="13EAC1"/>
              </a:solidFill>
            </a:rPr>
            <a:t>project</a:t>
          </a:r>
          <a:r>
            <a:rPr lang="en-US" sz="1600" baseline="0" dirty="0"/>
            <a:t> in Automate</a:t>
          </a:r>
        </a:p>
        <a:p>
          <a:pPr>
            <a:lnSpc>
              <a:spcPct val="100000"/>
            </a:lnSpc>
          </a:pPr>
          <a:r>
            <a:rPr lang="en-US" sz="1600" baseline="0" dirty="0"/>
            <a:t>Create a </a:t>
          </a:r>
          <a:r>
            <a:rPr lang="en-US" sz="1600" baseline="0" dirty="0">
              <a:solidFill>
                <a:srgbClr val="13EAC1"/>
              </a:solidFill>
            </a:rPr>
            <a:t>Custom UI</a:t>
          </a:r>
          <a:r>
            <a:rPr lang="en-US" sz="1600" baseline="0" dirty="0"/>
            <a:t> in </a:t>
          </a:r>
          <a:r>
            <a:rPr lang="en-US" sz="1600" baseline="0" dirty="0" err="1"/>
            <a:t>proj</a:t>
          </a:r>
          <a:endParaRPr lang="en-US" sz="1600" baseline="0" dirty="0"/>
        </a:p>
        <a:p>
          <a:pPr>
            <a:lnSpc>
              <a:spcPct val="100000"/>
            </a:lnSpc>
          </a:pPr>
          <a:r>
            <a:rPr lang="en-US" sz="1600" baseline="0" dirty="0"/>
            <a:t>Export / download the </a:t>
          </a:r>
          <a:r>
            <a:rPr lang="en-US" sz="1600" baseline="0" dirty="0">
              <a:solidFill>
                <a:srgbClr val="13EAC1"/>
              </a:solidFill>
            </a:rPr>
            <a:t>UI</a:t>
          </a:r>
        </a:p>
        <a:p>
          <a:pPr>
            <a:lnSpc>
              <a:spcPct val="100000"/>
            </a:lnSpc>
          </a:pPr>
          <a:r>
            <a:rPr lang="en-US" sz="1600" baseline="0" dirty="0"/>
            <a:t>Configure a </a:t>
          </a:r>
          <a:r>
            <a:rPr lang="en-US" sz="1600" baseline="0" dirty="0">
              <a:solidFill>
                <a:srgbClr val="13EAC1"/>
              </a:solidFill>
            </a:rPr>
            <a:t>local development environment</a:t>
          </a:r>
          <a:endParaRPr lang="en-US" sz="1600" dirty="0">
            <a:solidFill>
              <a:srgbClr val="13EAC1"/>
            </a:solidFill>
          </a:endParaRPr>
        </a:p>
      </dgm:t>
    </dgm:pt>
    <dgm:pt modelId="{D16670F2-1DB8-4F7D-8CA6-E5F26A6B3224}" type="parTrans" cxnId="{AEF0A34D-12E8-4623-BCEE-99CC26E785B1}">
      <dgm:prSet/>
      <dgm:spPr/>
      <dgm:t>
        <a:bodyPr/>
        <a:lstStyle/>
        <a:p>
          <a:endParaRPr lang="en-US"/>
        </a:p>
      </dgm:t>
    </dgm:pt>
    <dgm:pt modelId="{C93ADE4C-F466-4821-B9EB-A0039DAFADBB}" type="sibTrans" cxnId="{AEF0A34D-12E8-4623-BCEE-99CC26E785B1}">
      <dgm:prSet/>
      <dgm:spPr/>
      <dgm:t>
        <a:bodyPr/>
        <a:lstStyle/>
        <a:p>
          <a:endParaRPr lang="en-US"/>
        </a:p>
      </dgm:t>
    </dgm:pt>
    <dgm:pt modelId="{70FB16E1-D801-4E2B-A7A1-93B6F19B8CF2}">
      <dgm:prSet/>
      <dgm:spPr/>
      <dgm:t>
        <a:bodyPr/>
        <a:lstStyle/>
        <a:p>
          <a:pPr>
            <a:lnSpc>
              <a:spcPct val="100000"/>
            </a:lnSpc>
            <a:defRPr b="1"/>
          </a:pPr>
          <a:r>
            <a:rPr lang="en-US" dirty="0"/>
            <a:t>Edit the UI</a:t>
          </a:r>
          <a:endParaRPr lang="en-US" dirty="0">
            <a:solidFill>
              <a:srgbClr val="13EAC1"/>
            </a:solidFill>
          </a:endParaRPr>
        </a:p>
      </dgm:t>
    </dgm:pt>
    <dgm:pt modelId="{8206932C-9410-433A-AEE0-030036D7C00F}" type="parTrans" cxnId="{19B60D76-1E4E-4153-A0E8-8FAF62E9BA26}">
      <dgm:prSet/>
      <dgm:spPr/>
      <dgm:t>
        <a:bodyPr/>
        <a:lstStyle/>
        <a:p>
          <a:endParaRPr lang="en-US"/>
        </a:p>
      </dgm:t>
    </dgm:pt>
    <dgm:pt modelId="{2E78620F-B5C8-465B-87A4-960B0BF6D74A}" type="sibTrans" cxnId="{19B60D76-1E4E-4153-A0E8-8FAF62E9BA26}">
      <dgm:prSet/>
      <dgm:spPr/>
      <dgm:t>
        <a:bodyPr/>
        <a:lstStyle/>
        <a:p>
          <a:endParaRPr lang="en-US"/>
        </a:p>
      </dgm:t>
    </dgm:pt>
    <dgm:pt modelId="{7F20E740-315D-4BC7-BBE8-F68086C264A5}">
      <dgm:prSet custT="1"/>
      <dgm:spPr/>
      <dgm:t>
        <a:bodyPr/>
        <a:lstStyle/>
        <a:p>
          <a:pPr>
            <a:lnSpc>
              <a:spcPct val="100000"/>
            </a:lnSpc>
          </a:pPr>
          <a:r>
            <a:rPr lang="en-US" sz="1600" dirty="0"/>
            <a:t>Generate a </a:t>
          </a:r>
          <a:r>
            <a:rPr lang="en-US" sz="1600" dirty="0">
              <a:solidFill>
                <a:srgbClr val="13EAC1"/>
              </a:solidFill>
            </a:rPr>
            <a:t>plugin</a:t>
          </a:r>
          <a:r>
            <a:rPr lang="en-US" sz="1600" dirty="0"/>
            <a:t> and </a:t>
          </a:r>
          <a:r>
            <a:rPr lang="en-US" sz="1600" dirty="0">
              <a:solidFill>
                <a:srgbClr val="13EAC1"/>
              </a:solidFill>
            </a:rPr>
            <a:t>page</a:t>
          </a:r>
        </a:p>
        <a:p>
          <a:pPr>
            <a:lnSpc>
              <a:spcPct val="100000"/>
            </a:lnSpc>
          </a:pPr>
          <a:r>
            <a:rPr lang="en-US" sz="1600" dirty="0"/>
            <a:t>Customize a new </a:t>
          </a:r>
          <a:r>
            <a:rPr lang="en-US" sz="1600" dirty="0">
              <a:solidFill>
                <a:srgbClr val="13EAC1"/>
              </a:solidFill>
            </a:rPr>
            <a:t>portal page</a:t>
          </a:r>
        </a:p>
        <a:p>
          <a:pPr>
            <a:lnSpc>
              <a:spcPct val="100000"/>
            </a:lnSpc>
          </a:pPr>
          <a:r>
            <a:rPr lang="en-US" sz="1600" dirty="0"/>
            <a:t>Change </a:t>
          </a:r>
          <a:r>
            <a:rPr lang="en-US" sz="1600" dirty="0">
              <a:solidFill>
                <a:srgbClr val="13EAC1"/>
              </a:solidFill>
            </a:rPr>
            <a:t>routing</a:t>
          </a:r>
        </a:p>
      </dgm:t>
    </dgm:pt>
    <dgm:pt modelId="{47309600-F63B-4F91-9978-0A3F20DA42CF}" type="parTrans" cxnId="{FAF07826-C86D-4F4D-9E0F-28868EE8A21C}">
      <dgm:prSet/>
      <dgm:spPr/>
      <dgm:t>
        <a:bodyPr/>
        <a:lstStyle/>
        <a:p>
          <a:endParaRPr lang="en-US"/>
        </a:p>
      </dgm:t>
    </dgm:pt>
    <dgm:pt modelId="{B3ABC778-0A9C-46B5-844C-76285A688ECC}" type="sibTrans" cxnId="{FAF07826-C86D-4F4D-9E0F-28868EE8A21C}">
      <dgm:prSet/>
      <dgm:spPr/>
      <dgm:t>
        <a:bodyPr/>
        <a:lstStyle/>
        <a:p>
          <a:endParaRPr lang="en-US"/>
        </a:p>
      </dgm:t>
    </dgm:pt>
    <dgm:pt modelId="{9F4A7AA2-7D9B-4B68-BFBD-9C5A7BAE20FF}">
      <dgm:prSet/>
      <dgm:spPr/>
      <dgm:t>
        <a:bodyPr/>
        <a:lstStyle/>
        <a:p>
          <a:pPr>
            <a:lnSpc>
              <a:spcPct val="100000"/>
            </a:lnSpc>
            <a:defRPr b="1"/>
          </a:pPr>
          <a:r>
            <a:rPr lang="en-US" dirty="0"/>
            <a:t>Install our Custom UI into Automate Project</a:t>
          </a:r>
        </a:p>
      </dgm:t>
    </dgm:pt>
    <dgm:pt modelId="{9A364AA1-6385-4655-87F0-AA99F583AD0A}" type="parTrans" cxnId="{64418A7B-A8AF-4E3B-A9B6-40A4911B8DB0}">
      <dgm:prSet/>
      <dgm:spPr/>
      <dgm:t>
        <a:bodyPr/>
        <a:lstStyle/>
        <a:p>
          <a:endParaRPr lang="en-US"/>
        </a:p>
      </dgm:t>
    </dgm:pt>
    <dgm:pt modelId="{34C0C6AA-EB61-40E8-BEF2-EBA1B453D4CE}" type="sibTrans" cxnId="{64418A7B-A8AF-4E3B-A9B6-40A4911B8DB0}">
      <dgm:prSet/>
      <dgm:spPr/>
      <dgm:t>
        <a:bodyPr/>
        <a:lstStyle/>
        <a:p>
          <a:endParaRPr lang="en-US"/>
        </a:p>
      </dgm:t>
    </dgm:pt>
    <dgm:pt modelId="{8E65D6AA-E447-4E25-B1C0-352ACA68D80D}">
      <dgm:prSet custT="1"/>
      <dgm:spPr/>
      <dgm:t>
        <a:bodyPr/>
        <a:lstStyle/>
        <a:p>
          <a:pPr>
            <a:lnSpc>
              <a:spcPct val="100000"/>
            </a:lnSpc>
          </a:pPr>
          <a:r>
            <a:rPr lang="en-US" sz="1600" dirty="0">
              <a:solidFill>
                <a:srgbClr val="13EAC1"/>
              </a:solidFill>
            </a:rPr>
            <a:t>Package</a:t>
          </a:r>
          <a:r>
            <a:rPr lang="en-US" sz="1600" dirty="0"/>
            <a:t> our development UI</a:t>
          </a:r>
        </a:p>
        <a:p>
          <a:pPr>
            <a:lnSpc>
              <a:spcPct val="100000"/>
            </a:lnSpc>
          </a:pPr>
          <a:r>
            <a:rPr lang="en-US" sz="1600" dirty="0">
              <a:solidFill>
                <a:srgbClr val="13EAC1"/>
              </a:solidFill>
            </a:rPr>
            <a:t>Upload</a:t>
          </a:r>
          <a:r>
            <a:rPr lang="en-US" sz="1600" dirty="0"/>
            <a:t> to Automate project</a:t>
          </a:r>
        </a:p>
        <a:p>
          <a:pPr>
            <a:lnSpc>
              <a:spcPct val="100000"/>
            </a:lnSpc>
          </a:pPr>
          <a:r>
            <a:rPr lang="en-US" sz="1600" dirty="0">
              <a:solidFill>
                <a:srgbClr val="13EAC1"/>
              </a:solidFill>
            </a:rPr>
            <a:t>Deploy</a:t>
          </a:r>
          <a:r>
            <a:rPr lang="en-US" sz="1600" dirty="0"/>
            <a:t> updated project</a:t>
          </a:r>
        </a:p>
      </dgm:t>
    </dgm:pt>
    <dgm:pt modelId="{B11B8B93-35DF-4B8D-9F63-90D0A4232455}" type="parTrans" cxnId="{61277B03-56AA-4359-A268-734F48089844}">
      <dgm:prSet/>
      <dgm:spPr/>
      <dgm:t>
        <a:bodyPr/>
        <a:lstStyle/>
        <a:p>
          <a:endParaRPr lang="en-US"/>
        </a:p>
      </dgm:t>
    </dgm:pt>
    <dgm:pt modelId="{67EBCCEB-CDAF-49A8-9899-78FA2360C077}" type="sibTrans" cxnId="{61277B03-56AA-4359-A268-734F48089844}">
      <dgm:prSet/>
      <dgm:spPr/>
      <dgm:t>
        <a:bodyPr/>
        <a:lstStyle/>
        <a:p>
          <a:endParaRPr lang="en-US"/>
        </a:p>
      </dgm:t>
    </dgm:pt>
    <dgm:pt modelId="{888336D9-8840-4FA2-ACF2-1A0A306C9AF3}" type="pres">
      <dgm:prSet presAssocID="{3EECEC1E-36BA-4FE8-9A03-2C38EA57CE0B}" presName="root" presStyleCnt="0">
        <dgm:presLayoutVars>
          <dgm:dir/>
          <dgm:resizeHandles val="exact"/>
        </dgm:presLayoutVars>
      </dgm:prSet>
      <dgm:spPr/>
    </dgm:pt>
    <dgm:pt modelId="{E9ABBCCC-DC18-484C-BE76-F73AC9FBD34D}" type="pres">
      <dgm:prSet presAssocID="{C476F298-F7BD-42F0-9FC0-7EF2379C5F1B}" presName="compNode" presStyleCnt="0"/>
      <dgm:spPr/>
    </dgm:pt>
    <dgm:pt modelId="{8B8514C6-87AC-4DCA-ABCD-CE93514DFBFA}" type="pres">
      <dgm:prSet presAssocID="{C476F298-F7BD-42F0-9FC0-7EF2379C5F1B}"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Download from cloud with solid fill"/>
        </a:ext>
      </dgm:extLst>
    </dgm:pt>
    <dgm:pt modelId="{6ACD1139-AABA-437B-BB56-9D3762D5BB62}" type="pres">
      <dgm:prSet presAssocID="{C476F298-F7BD-42F0-9FC0-7EF2379C5F1B}" presName="iconSpace" presStyleCnt="0"/>
      <dgm:spPr/>
    </dgm:pt>
    <dgm:pt modelId="{3329032E-0937-4C92-9D60-CFB3342BBACA}" type="pres">
      <dgm:prSet presAssocID="{C476F298-F7BD-42F0-9FC0-7EF2379C5F1B}" presName="parTx" presStyleLbl="revTx" presStyleIdx="0" presStyleCnt="6" custScaleX="84388" custLinFactNeighborX="-5601" custLinFactNeighborY="-3829">
        <dgm:presLayoutVars>
          <dgm:chMax val="0"/>
          <dgm:chPref val="0"/>
        </dgm:presLayoutVars>
      </dgm:prSet>
      <dgm:spPr/>
    </dgm:pt>
    <dgm:pt modelId="{99746BAD-FA52-4788-8F77-474EFC0E4CD6}" type="pres">
      <dgm:prSet presAssocID="{C476F298-F7BD-42F0-9FC0-7EF2379C5F1B}" presName="txSpace" presStyleCnt="0"/>
      <dgm:spPr/>
    </dgm:pt>
    <dgm:pt modelId="{3B02341E-B856-44F5-89EF-0E67B8604640}" type="pres">
      <dgm:prSet presAssocID="{C476F298-F7BD-42F0-9FC0-7EF2379C5F1B}" presName="desTx" presStyleLbl="revTx" presStyleIdx="1" presStyleCnt="6" custScaleX="83720" custLinFactNeighborX="-1780" custLinFactNeighborY="-2099">
        <dgm:presLayoutVars/>
      </dgm:prSet>
      <dgm:spPr/>
    </dgm:pt>
    <dgm:pt modelId="{56EA6CB2-CF82-4B8A-9BCF-D93C5367B58A}" type="pres">
      <dgm:prSet presAssocID="{FEBB08CE-1C59-43EF-BEBD-D1AF9F44E0C8}" presName="sibTrans" presStyleCnt="0"/>
      <dgm:spPr/>
    </dgm:pt>
    <dgm:pt modelId="{3555A6D1-1F29-4383-B71A-9C87744457DC}" type="pres">
      <dgm:prSet presAssocID="{70FB16E1-D801-4E2B-A7A1-93B6F19B8CF2}" presName="compNode" presStyleCnt="0"/>
      <dgm:spPr/>
    </dgm:pt>
    <dgm:pt modelId="{7B58BB8B-01A9-4C1A-AC4D-91F6A9137B5D}" type="pres">
      <dgm:prSet presAssocID="{70FB16E1-D801-4E2B-A7A1-93B6F19B8CF2}"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DDCE9107-D680-4F2A-AA7A-F58C8F8DF181}" type="pres">
      <dgm:prSet presAssocID="{70FB16E1-D801-4E2B-A7A1-93B6F19B8CF2}" presName="iconSpace" presStyleCnt="0"/>
      <dgm:spPr/>
    </dgm:pt>
    <dgm:pt modelId="{3DD44D35-3775-4788-8C4F-8D068A0CAB1A}" type="pres">
      <dgm:prSet presAssocID="{70FB16E1-D801-4E2B-A7A1-93B6F19B8CF2}" presName="parTx" presStyleLbl="revTx" presStyleIdx="2" presStyleCnt="6">
        <dgm:presLayoutVars>
          <dgm:chMax val="0"/>
          <dgm:chPref val="0"/>
        </dgm:presLayoutVars>
      </dgm:prSet>
      <dgm:spPr/>
    </dgm:pt>
    <dgm:pt modelId="{570E6802-BFB8-4136-A9E5-3A1146F30869}" type="pres">
      <dgm:prSet presAssocID="{70FB16E1-D801-4E2B-A7A1-93B6F19B8CF2}" presName="txSpace" presStyleCnt="0"/>
      <dgm:spPr/>
    </dgm:pt>
    <dgm:pt modelId="{6261F0F7-D740-49AC-9ECF-B512B98B9271}" type="pres">
      <dgm:prSet presAssocID="{70FB16E1-D801-4E2B-A7A1-93B6F19B8CF2}" presName="desTx" presStyleLbl="revTx" presStyleIdx="3" presStyleCnt="6" custScaleX="91747" custLinFactNeighborX="1" custLinFactNeighborY="-57264">
        <dgm:presLayoutVars/>
      </dgm:prSet>
      <dgm:spPr/>
    </dgm:pt>
    <dgm:pt modelId="{3EE2DC0A-9C62-4710-979A-0C689F7A575F}" type="pres">
      <dgm:prSet presAssocID="{2E78620F-B5C8-465B-87A4-960B0BF6D74A}" presName="sibTrans" presStyleCnt="0"/>
      <dgm:spPr/>
    </dgm:pt>
    <dgm:pt modelId="{20B2CF83-B8CC-473B-B405-8564ADEA0D46}" type="pres">
      <dgm:prSet presAssocID="{9F4A7AA2-7D9B-4B68-BFBD-9C5A7BAE20FF}" presName="compNode" presStyleCnt="0"/>
      <dgm:spPr/>
    </dgm:pt>
    <dgm:pt modelId="{B24E77FE-D52D-4D1E-9E2D-6197133CD836}" type="pres">
      <dgm:prSet presAssocID="{9F4A7AA2-7D9B-4B68-BFBD-9C5A7BAE20FF}"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Upload with solid fill"/>
        </a:ext>
      </dgm:extLst>
    </dgm:pt>
    <dgm:pt modelId="{1A4F9FE7-AFEB-44B7-BE01-6C39A5CB832D}" type="pres">
      <dgm:prSet presAssocID="{9F4A7AA2-7D9B-4B68-BFBD-9C5A7BAE20FF}" presName="iconSpace" presStyleCnt="0"/>
      <dgm:spPr/>
    </dgm:pt>
    <dgm:pt modelId="{F3A21B44-C71E-4447-980F-0BA40A347B7E}" type="pres">
      <dgm:prSet presAssocID="{9F4A7AA2-7D9B-4B68-BFBD-9C5A7BAE20FF}" presName="parTx" presStyleLbl="revTx" presStyleIdx="4" presStyleCnt="6" custScaleX="91660" custLinFactNeighborX="-3177" custLinFactNeighborY="-41">
        <dgm:presLayoutVars>
          <dgm:chMax val="0"/>
          <dgm:chPref val="0"/>
        </dgm:presLayoutVars>
      </dgm:prSet>
      <dgm:spPr/>
    </dgm:pt>
    <dgm:pt modelId="{13BD8E8C-085E-4AE6-8454-F350538484CE}" type="pres">
      <dgm:prSet presAssocID="{9F4A7AA2-7D9B-4B68-BFBD-9C5A7BAE20FF}" presName="txSpace" presStyleCnt="0"/>
      <dgm:spPr/>
    </dgm:pt>
    <dgm:pt modelId="{73A5EB8A-4189-4627-946B-20A420734A78}" type="pres">
      <dgm:prSet presAssocID="{9F4A7AA2-7D9B-4B68-BFBD-9C5A7BAE20FF}" presName="desTx" presStyleLbl="revTx" presStyleIdx="5" presStyleCnt="6" custScaleX="89591" custLinFactNeighborX="-1486" custLinFactNeighborY="565">
        <dgm:presLayoutVars/>
      </dgm:prSet>
      <dgm:spPr/>
    </dgm:pt>
  </dgm:ptLst>
  <dgm:cxnLst>
    <dgm:cxn modelId="{61277B03-56AA-4359-A268-734F48089844}" srcId="{9F4A7AA2-7D9B-4B68-BFBD-9C5A7BAE20FF}" destId="{8E65D6AA-E447-4E25-B1C0-352ACA68D80D}" srcOrd="0" destOrd="0" parTransId="{B11B8B93-35DF-4B8D-9F63-90D0A4232455}" sibTransId="{67EBCCEB-CDAF-49A8-9899-78FA2360C077}"/>
    <dgm:cxn modelId="{FAF07826-C86D-4F4D-9E0F-28868EE8A21C}" srcId="{70FB16E1-D801-4E2B-A7A1-93B6F19B8CF2}" destId="{7F20E740-315D-4BC7-BBE8-F68086C264A5}" srcOrd="0" destOrd="0" parTransId="{47309600-F63B-4F91-9978-0A3F20DA42CF}" sibTransId="{B3ABC778-0A9C-46B5-844C-76285A688ECC}"/>
    <dgm:cxn modelId="{52B6542F-A1A3-43AF-9CF6-460D08DBBEB5}" srcId="{3EECEC1E-36BA-4FE8-9A03-2C38EA57CE0B}" destId="{C476F298-F7BD-42F0-9FC0-7EF2379C5F1B}" srcOrd="0" destOrd="0" parTransId="{D01B319F-427F-4A03-A90D-9C829E6CC177}" sibTransId="{FEBB08CE-1C59-43EF-BEBD-D1AF9F44E0C8}"/>
    <dgm:cxn modelId="{6BA5D048-F463-4463-9D08-7B41E98CB039}" type="presOf" srcId="{8E65D6AA-E447-4E25-B1C0-352ACA68D80D}" destId="{73A5EB8A-4189-4627-946B-20A420734A78}" srcOrd="0" destOrd="0" presId="urn:microsoft.com/office/officeart/2018/2/layout/IconLabelDescriptionList"/>
    <dgm:cxn modelId="{AEF0A34D-12E8-4623-BCEE-99CC26E785B1}" srcId="{C476F298-F7BD-42F0-9FC0-7EF2379C5F1B}" destId="{C2EC4509-6EAF-4C2B-9263-79AE88387AAC}" srcOrd="0" destOrd="0" parTransId="{D16670F2-1DB8-4F7D-8CA6-E5F26A6B3224}" sibTransId="{C93ADE4C-F466-4821-B9EB-A0039DAFADBB}"/>
    <dgm:cxn modelId="{19B60D76-1E4E-4153-A0E8-8FAF62E9BA26}" srcId="{3EECEC1E-36BA-4FE8-9A03-2C38EA57CE0B}" destId="{70FB16E1-D801-4E2B-A7A1-93B6F19B8CF2}" srcOrd="1" destOrd="0" parTransId="{8206932C-9410-433A-AEE0-030036D7C00F}" sibTransId="{2E78620F-B5C8-465B-87A4-960B0BF6D74A}"/>
    <dgm:cxn modelId="{64418A7B-A8AF-4E3B-A9B6-40A4911B8DB0}" srcId="{3EECEC1E-36BA-4FE8-9A03-2C38EA57CE0B}" destId="{9F4A7AA2-7D9B-4B68-BFBD-9C5A7BAE20FF}" srcOrd="2" destOrd="0" parTransId="{9A364AA1-6385-4655-87F0-AA99F583AD0A}" sibTransId="{34C0C6AA-EB61-40E8-BEF2-EBA1B453D4CE}"/>
    <dgm:cxn modelId="{D965F28F-AF0D-4317-BAA9-4C5B1F482ACE}" type="presOf" srcId="{7F20E740-315D-4BC7-BBE8-F68086C264A5}" destId="{6261F0F7-D740-49AC-9ECF-B512B98B9271}" srcOrd="0" destOrd="0" presId="urn:microsoft.com/office/officeart/2018/2/layout/IconLabelDescriptionList"/>
    <dgm:cxn modelId="{EE2D22A5-8E58-4EB1-8CA0-3C30521393C2}" type="presOf" srcId="{C476F298-F7BD-42F0-9FC0-7EF2379C5F1B}" destId="{3329032E-0937-4C92-9D60-CFB3342BBACA}" srcOrd="0" destOrd="0" presId="urn:microsoft.com/office/officeart/2018/2/layout/IconLabelDescriptionList"/>
    <dgm:cxn modelId="{C43FC0B6-BDFA-4A80-B36B-1C5F8E946F15}" type="presOf" srcId="{9F4A7AA2-7D9B-4B68-BFBD-9C5A7BAE20FF}" destId="{F3A21B44-C71E-4447-980F-0BA40A347B7E}" srcOrd="0" destOrd="0" presId="urn:microsoft.com/office/officeart/2018/2/layout/IconLabelDescriptionList"/>
    <dgm:cxn modelId="{7CDABEBB-0A5D-42E5-BE77-BD7220A30ADC}" type="presOf" srcId="{C2EC4509-6EAF-4C2B-9263-79AE88387AAC}" destId="{3B02341E-B856-44F5-89EF-0E67B8604640}" srcOrd="0" destOrd="0" presId="urn:microsoft.com/office/officeart/2018/2/layout/IconLabelDescriptionList"/>
    <dgm:cxn modelId="{EA6224FA-70F7-4E48-8146-FE89CCD985F4}" type="presOf" srcId="{3EECEC1E-36BA-4FE8-9A03-2C38EA57CE0B}" destId="{888336D9-8840-4FA2-ACF2-1A0A306C9AF3}" srcOrd="0" destOrd="0" presId="urn:microsoft.com/office/officeart/2018/2/layout/IconLabelDescriptionList"/>
    <dgm:cxn modelId="{C99588FA-FF27-49A0-AFC1-127AF8FA8F3C}" type="presOf" srcId="{70FB16E1-D801-4E2B-A7A1-93B6F19B8CF2}" destId="{3DD44D35-3775-4788-8C4F-8D068A0CAB1A}" srcOrd="0" destOrd="0" presId="urn:microsoft.com/office/officeart/2018/2/layout/IconLabelDescriptionList"/>
    <dgm:cxn modelId="{D25FE948-F020-4106-97A9-E294C3D06E1A}" type="presParOf" srcId="{888336D9-8840-4FA2-ACF2-1A0A306C9AF3}" destId="{E9ABBCCC-DC18-484C-BE76-F73AC9FBD34D}" srcOrd="0" destOrd="0" presId="urn:microsoft.com/office/officeart/2018/2/layout/IconLabelDescriptionList"/>
    <dgm:cxn modelId="{23BAACD0-7859-4EDA-81D4-3E3BDBA39516}" type="presParOf" srcId="{E9ABBCCC-DC18-484C-BE76-F73AC9FBD34D}" destId="{8B8514C6-87AC-4DCA-ABCD-CE93514DFBFA}" srcOrd="0" destOrd="0" presId="urn:microsoft.com/office/officeart/2018/2/layout/IconLabelDescriptionList"/>
    <dgm:cxn modelId="{DADC738E-DBF6-4E3C-9473-DB81D3252F08}" type="presParOf" srcId="{E9ABBCCC-DC18-484C-BE76-F73AC9FBD34D}" destId="{6ACD1139-AABA-437B-BB56-9D3762D5BB62}" srcOrd="1" destOrd="0" presId="urn:microsoft.com/office/officeart/2018/2/layout/IconLabelDescriptionList"/>
    <dgm:cxn modelId="{BC6D4F93-11F4-4EB4-8E83-01A626EEC6C5}" type="presParOf" srcId="{E9ABBCCC-DC18-484C-BE76-F73AC9FBD34D}" destId="{3329032E-0937-4C92-9D60-CFB3342BBACA}" srcOrd="2" destOrd="0" presId="urn:microsoft.com/office/officeart/2018/2/layout/IconLabelDescriptionList"/>
    <dgm:cxn modelId="{B64CE74E-FCDE-41EB-A59E-F00B7205DA64}" type="presParOf" srcId="{E9ABBCCC-DC18-484C-BE76-F73AC9FBD34D}" destId="{99746BAD-FA52-4788-8F77-474EFC0E4CD6}" srcOrd="3" destOrd="0" presId="urn:microsoft.com/office/officeart/2018/2/layout/IconLabelDescriptionList"/>
    <dgm:cxn modelId="{2ABD4FA8-D767-4C03-8D97-7EE4FB4AED4C}" type="presParOf" srcId="{E9ABBCCC-DC18-484C-BE76-F73AC9FBD34D}" destId="{3B02341E-B856-44F5-89EF-0E67B8604640}" srcOrd="4" destOrd="0" presId="urn:microsoft.com/office/officeart/2018/2/layout/IconLabelDescriptionList"/>
    <dgm:cxn modelId="{A2C71481-0215-4116-B26E-B136CB014956}" type="presParOf" srcId="{888336D9-8840-4FA2-ACF2-1A0A306C9AF3}" destId="{56EA6CB2-CF82-4B8A-9BCF-D93C5367B58A}" srcOrd="1" destOrd="0" presId="urn:microsoft.com/office/officeart/2018/2/layout/IconLabelDescriptionList"/>
    <dgm:cxn modelId="{D133998F-227C-46C5-8136-9811AE9FA39D}" type="presParOf" srcId="{888336D9-8840-4FA2-ACF2-1A0A306C9AF3}" destId="{3555A6D1-1F29-4383-B71A-9C87744457DC}" srcOrd="2" destOrd="0" presId="urn:microsoft.com/office/officeart/2018/2/layout/IconLabelDescriptionList"/>
    <dgm:cxn modelId="{D350AF9B-0DA2-420B-B403-778C149F1B70}" type="presParOf" srcId="{3555A6D1-1F29-4383-B71A-9C87744457DC}" destId="{7B58BB8B-01A9-4C1A-AC4D-91F6A9137B5D}" srcOrd="0" destOrd="0" presId="urn:microsoft.com/office/officeart/2018/2/layout/IconLabelDescriptionList"/>
    <dgm:cxn modelId="{EFE90C6F-576D-4F40-9A03-8D6DD9B9D818}" type="presParOf" srcId="{3555A6D1-1F29-4383-B71A-9C87744457DC}" destId="{DDCE9107-D680-4F2A-AA7A-F58C8F8DF181}" srcOrd="1" destOrd="0" presId="urn:microsoft.com/office/officeart/2018/2/layout/IconLabelDescriptionList"/>
    <dgm:cxn modelId="{471332AB-72ED-4E08-BD63-70EF3E2E426D}" type="presParOf" srcId="{3555A6D1-1F29-4383-B71A-9C87744457DC}" destId="{3DD44D35-3775-4788-8C4F-8D068A0CAB1A}" srcOrd="2" destOrd="0" presId="urn:microsoft.com/office/officeart/2018/2/layout/IconLabelDescriptionList"/>
    <dgm:cxn modelId="{547F102E-FA6D-42C7-920F-1B160824DF3B}" type="presParOf" srcId="{3555A6D1-1F29-4383-B71A-9C87744457DC}" destId="{570E6802-BFB8-4136-A9E5-3A1146F30869}" srcOrd="3" destOrd="0" presId="urn:microsoft.com/office/officeart/2018/2/layout/IconLabelDescriptionList"/>
    <dgm:cxn modelId="{F29B4B98-A779-4B2C-A70A-75AC7973029A}" type="presParOf" srcId="{3555A6D1-1F29-4383-B71A-9C87744457DC}" destId="{6261F0F7-D740-49AC-9ECF-B512B98B9271}" srcOrd="4" destOrd="0" presId="urn:microsoft.com/office/officeart/2018/2/layout/IconLabelDescriptionList"/>
    <dgm:cxn modelId="{E843923A-3DC1-49C6-8B9A-D3A25507B447}" type="presParOf" srcId="{888336D9-8840-4FA2-ACF2-1A0A306C9AF3}" destId="{3EE2DC0A-9C62-4710-979A-0C689F7A575F}" srcOrd="3" destOrd="0" presId="urn:microsoft.com/office/officeart/2018/2/layout/IconLabelDescriptionList"/>
    <dgm:cxn modelId="{8FA2B9DD-FB40-40C6-8740-84C6323FED5A}" type="presParOf" srcId="{888336D9-8840-4FA2-ACF2-1A0A306C9AF3}" destId="{20B2CF83-B8CC-473B-B405-8564ADEA0D46}" srcOrd="4" destOrd="0" presId="urn:microsoft.com/office/officeart/2018/2/layout/IconLabelDescriptionList"/>
    <dgm:cxn modelId="{2DE6A07D-A1F5-4A7C-9397-D71015AE247E}" type="presParOf" srcId="{20B2CF83-B8CC-473B-B405-8564ADEA0D46}" destId="{B24E77FE-D52D-4D1E-9E2D-6197133CD836}" srcOrd="0" destOrd="0" presId="urn:microsoft.com/office/officeart/2018/2/layout/IconLabelDescriptionList"/>
    <dgm:cxn modelId="{C811B7EB-9554-4149-B13D-858CB0EC7AE3}" type="presParOf" srcId="{20B2CF83-B8CC-473B-B405-8564ADEA0D46}" destId="{1A4F9FE7-AFEB-44B7-BE01-6C39A5CB832D}" srcOrd="1" destOrd="0" presId="urn:microsoft.com/office/officeart/2018/2/layout/IconLabelDescriptionList"/>
    <dgm:cxn modelId="{73A64677-21AB-43BF-AB59-BE4F7BC2E979}" type="presParOf" srcId="{20B2CF83-B8CC-473B-B405-8564ADEA0D46}" destId="{F3A21B44-C71E-4447-980F-0BA40A347B7E}" srcOrd="2" destOrd="0" presId="urn:microsoft.com/office/officeart/2018/2/layout/IconLabelDescriptionList"/>
    <dgm:cxn modelId="{4DBB2DAF-F9C6-48C3-BB40-352DFBB37BCA}" type="presParOf" srcId="{20B2CF83-B8CC-473B-B405-8564ADEA0D46}" destId="{13BD8E8C-085E-4AE6-8454-F350538484CE}" srcOrd="3" destOrd="0" presId="urn:microsoft.com/office/officeart/2018/2/layout/IconLabelDescriptionList"/>
    <dgm:cxn modelId="{75B9BB93-E7C7-4FEC-9D27-9FB7892F15FA}" type="presParOf" srcId="{20B2CF83-B8CC-473B-B405-8564ADEA0D46}" destId="{73A5EB8A-4189-4627-946B-20A420734A78}"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EECEC1E-36BA-4FE8-9A03-2C38EA57CE0B}" type="doc">
      <dgm:prSet loTypeId="urn:microsoft.com/office/officeart/2018/2/layout/IconLabelDescriptionList" loCatId="icon" qsTypeId="urn:microsoft.com/office/officeart/2005/8/quickstyle/simple1" qsCatId="simple" csTypeId="urn:microsoft.com/office/officeart/2005/8/colors/accent3_2" csCatId="accent3" phldr="1"/>
      <dgm:spPr/>
      <dgm:t>
        <a:bodyPr/>
        <a:lstStyle/>
        <a:p>
          <a:endParaRPr lang="en-US"/>
        </a:p>
      </dgm:t>
    </dgm:pt>
    <dgm:pt modelId="{C476F298-F7BD-42F0-9FC0-7EF2379C5F1B}">
      <dgm:prSet custT="1"/>
      <dgm:spPr/>
      <dgm:t>
        <a:bodyPr/>
        <a:lstStyle/>
        <a:p>
          <a:pPr>
            <a:lnSpc>
              <a:spcPct val="100000"/>
            </a:lnSpc>
            <a:defRPr b="1"/>
          </a:pPr>
          <a:r>
            <a:rPr lang="en-US" sz="2000" b="1" dirty="0"/>
            <a:t>Content Innovation Cloud UI’s use </a:t>
          </a:r>
          <a:r>
            <a:rPr lang="en-US" sz="2000" b="1" dirty="0">
              <a:solidFill>
                <a:srgbClr val="13EAC1"/>
              </a:solidFill>
            </a:rPr>
            <a:t>Angular</a:t>
          </a:r>
        </a:p>
      </dgm:t>
    </dgm:pt>
    <dgm:pt modelId="{D01B319F-427F-4A03-A90D-9C829E6CC177}" type="parTrans" cxnId="{52B6542F-A1A3-43AF-9CF6-460D08DBBEB5}">
      <dgm:prSet/>
      <dgm:spPr/>
      <dgm:t>
        <a:bodyPr/>
        <a:lstStyle/>
        <a:p>
          <a:endParaRPr lang="en-US"/>
        </a:p>
      </dgm:t>
    </dgm:pt>
    <dgm:pt modelId="{FEBB08CE-1C59-43EF-BEBD-D1AF9F44E0C8}" type="sibTrans" cxnId="{52B6542F-A1A3-43AF-9CF6-460D08DBBEB5}">
      <dgm:prSet/>
      <dgm:spPr/>
      <dgm:t>
        <a:bodyPr/>
        <a:lstStyle/>
        <a:p>
          <a:endParaRPr lang="en-US"/>
        </a:p>
      </dgm:t>
    </dgm:pt>
    <dgm:pt modelId="{C2EC4509-6EAF-4C2B-9263-79AE88387AAC}">
      <dgm:prSet custT="1"/>
      <dgm:spPr/>
      <dgm:t>
        <a:bodyPr/>
        <a:lstStyle/>
        <a:p>
          <a:pPr>
            <a:lnSpc>
              <a:spcPct val="100000"/>
            </a:lnSpc>
          </a:pPr>
          <a:r>
            <a:rPr lang="en-US" sz="1600" dirty="0"/>
            <a:t>Angular uses a </a:t>
          </a:r>
          <a:r>
            <a:rPr lang="en-US" sz="1600" dirty="0">
              <a:solidFill>
                <a:srgbClr val="13EAC1"/>
              </a:solidFill>
            </a:rPr>
            <a:t>templating</a:t>
          </a:r>
          <a:r>
            <a:rPr lang="en-US" sz="1600" dirty="0"/>
            <a:t> structure to manage </a:t>
          </a:r>
          <a:r>
            <a:rPr lang="en-US" sz="1600" dirty="0">
              <a:solidFill>
                <a:srgbClr val="13EAC1"/>
              </a:solidFill>
            </a:rPr>
            <a:t>components</a:t>
          </a:r>
          <a:r>
            <a:rPr lang="en-US" sz="1600" dirty="0"/>
            <a:t>, powered by </a:t>
          </a:r>
          <a:r>
            <a:rPr lang="en-US" sz="1600" dirty="0">
              <a:solidFill>
                <a:srgbClr val="13EAC1"/>
              </a:solidFill>
            </a:rPr>
            <a:t>directives</a:t>
          </a:r>
          <a:r>
            <a:rPr lang="en-US" sz="1600" dirty="0"/>
            <a:t>, and relies on </a:t>
          </a:r>
          <a:r>
            <a:rPr lang="en-US" sz="1600" dirty="0">
              <a:solidFill>
                <a:srgbClr val="13EAC1"/>
              </a:solidFill>
            </a:rPr>
            <a:t>dependencies</a:t>
          </a:r>
        </a:p>
        <a:p>
          <a:pPr>
            <a:lnSpc>
              <a:spcPct val="100000"/>
            </a:lnSpc>
          </a:pPr>
          <a:r>
            <a:rPr lang="en-US" sz="1600" b="0" i="0" dirty="0"/>
            <a:t>Distinction between data (</a:t>
          </a:r>
          <a:r>
            <a:rPr lang="en-US" sz="1600" b="0" i="0" dirty="0">
              <a:solidFill>
                <a:srgbClr val="13EAC1"/>
              </a:solidFill>
            </a:rPr>
            <a:t>Model</a:t>
          </a:r>
          <a:r>
            <a:rPr lang="en-US" sz="1600" b="0" i="0" dirty="0"/>
            <a:t>), user interface (</a:t>
          </a:r>
          <a:r>
            <a:rPr lang="en-US" sz="1600" b="0" i="0" dirty="0">
              <a:solidFill>
                <a:srgbClr val="13EAC1"/>
              </a:solidFill>
            </a:rPr>
            <a:t>View</a:t>
          </a:r>
          <a:r>
            <a:rPr lang="en-US" sz="1600" b="0" i="0" dirty="0"/>
            <a:t>), and logic (</a:t>
          </a:r>
          <a:r>
            <a:rPr lang="en-US" sz="1600" b="0" i="0" dirty="0">
              <a:solidFill>
                <a:srgbClr val="13EAC1"/>
              </a:solidFill>
            </a:rPr>
            <a:t>Controller/</a:t>
          </a:r>
          <a:r>
            <a:rPr lang="en-US" sz="1600" b="0" i="0" dirty="0" err="1">
              <a:solidFill>
                <a:srgbClr val="13EAC1"/>
              </a:solidFill>
            </a:rPr>
            <a:t>ViewModel</a:t>
          </a:r>
          <a:r>
            <a:rPr lang="en-US" sz="1600" b="0" i="0" dirty="0"/>
            <a:t>)</a:t>
          </a:r>
          <a:endParaRPr lang="en-US" sz="1600" dirty="0">
            <a:solidFill>
              <a:srgbClr val="13EAC1"/>
            </a:solidFill>
          </a:endParaRPr>
        </a:p>
        <a:p>
          <a:endParaRPr lang="en-US" sz="1600" dirty="0"/>
        </a:p>
      </dgm:t>
    </dgm:pt>
    <dgm:pt modelId="{D16670F2-1DB8-4F7D-8CA6-E5F26A6B3224}" type="parTrans" cxnId="{AEF0A34D-12E8-4623-BCEE-99CC26E785B1}">
      <dgm:prSet/>
      <dgm:spPr/>
      <dgm:t>
        <a:bodyPr/>
        <a:lstStyle/>
        <a:p>
          <a:endParaRPr lang="en-US"/>
        </a:p>
      </dgm:t>
    </dgm:pt>
    <dgm:pt modelId="{C93ADE4C-F466-4821-B9EB-A0039DAFADBB}" type="sibTrans" cxnId="{AEF0A34D-12E8-4623-BCEE-99CC26E785B1}">
      <dgm:prSet/>
      <dgm:spPr/>
      <dgm:t>
        <a:bodyPr/>
        <a:lstStyle/>
        <a:p>
          <a:endParaRPr lang="en-US"/>
        </a:p>
      </dgm:t>
    </dgm:pt>
    <dgm:pt modelId="{70FB16E1-D801-4E2B-A7A1-93B6F19B8CF2}">
      <dgm:prSet/>
      <dgm:spPr/>
      <dgm:t>
        <a:bodyPr/>
        <a:lstStyle/>
        <a:p>
          <a:pPr>
            <a:lnSpc>
              <a:spcPct val="100000"/>
            </a:lnSpc>
            <a:defRPr b="1"/>
          </a:pPr>
          <a:r>
            <a:rPr lang="en-US" dirty="0"/>
            <a:t>Components – The </a:t>
          </a:r>
          <a:r>
            <a:rPr lang="en-US" dirty="0">
              <a:solidFill>
                <a:srgbClr val="13EAC1"/>
              </a:solidFill>
            </a:rPr>
            <a:t>Building Blocks</a:t>
          </a:r>
          <a:r>
            <a:rPr lang="en-US" dirty="0"/>
            <a:t> of Angular</a:t>
          </a:r>
          <a:endParaRPr lang="en-US" dirty="0">
            <a:solidFill>
              <a:srgbClr val="13EAC1"/>
            </a:solidFill>
          </a:endParaRPr>
        </a:p>
      </dgm:t>
    </dgm:pt>
    <dgm:pt modelId="{8206932C-9410-433A-AEE0-030036D7C00F}" type="parTrans" cxnId="{19B60D76-1E4E-4153-A0E8-8FAF62E9BA26}">
      <dgm:prSet/>
      <dgm:spPr/>
      <dgm:t>
        <a:bodyPr/>
        <a:lstStyle/>
        <a:p>
          <a:endParaRPr lang="en-US"/>
        </a:p>
      </dgm:t>
    </dgm:pt>
    <dgm:pt modelId="{2E78620F-B5C8-465B-87A4-960B0BF6D74A}" type="sibTrans" cxnId="{19B60D76-1E4E-4153-A0E8-8FAF62E9BA26}">
      <dgm:prSet/>
      <dgm:spPr/>
      <dgm:t>
        <a:bodyPr/>
        <a:lstStyle/>
        <a:p>
          <a:endParaRPr lang="en-US"/>
        </a:p>
      </dgm:t>
    </dgm:pt>
    <dgm:pt modelId="{7F20E740-315D-4BC7-BBE8-F68086C264A5}">
      <dgm:prSet custT="1"/>
      <dgm:spPr/>
      <dgm:t>
        <a:bodyPr/>
        <a:lstStyle/>
        <a:p>
          <a:pPr>
            <a:lnSpc>
              <a:spcPct val="100000"/>
            </a:lnSpc>
          </a:pPr>
          <a:r>
            <a:rPr lang="en-US" sz="1600" dirty="0"/>
            <a:t>UI Elements</a:t>
          </a:r>
        </a:p>
        <a:p>
          <a:pPr>
            <a:lnSpc>
              <a:spcPct val="100000"/>
            </a:lnSpc>
          </a:pPr>
          <a:r>
            <a:rPr lang="en-US" sz="1600" dirty="0">
              <a:solidFill>
                <a:srgbClr val="13EAC1"/>
              </a:solidFill>
            </a:rPr>
            <a:t>Pages</a:t>
          </a:r>
        </a:p>
        <a:p>
          <a:pPr>
            <a:lnSpc>
              <a:spcPct val="100000"/>
            </a:lnSpc>
          </a:pPr>
          <a:r>
            <a:rPr lang="en-US" sz="1600" dirty="0"/>
            <a:t>Script elements</a:t>
          </a:r>
        </a:p>
        <a:p>
          <a:pPr>
            <a:lnSpc>
              <a:spcPct val="100000"/>
            </a:lnSpc>
          </a:pPr>
          <a:r>
            <a:rPr lang="en-US" sz="1600" dirty="0"/>
            <a:t>Login Component</a:t>
          </a:r>
        </a:p>
      </dgm:t>
    </dgm:pt>
    <dgm:pt modelId="{47309600-F63B-4F91-9978-0A3F20DA42CF}" type="parTrans" cxnId="{FAF07826-C86D-4F4D-9E0F-28868EE8A21C}">
      <dgm:prSet/>
      <dgm:spPr/>
      <dgm:t>
        <a:bodyPr/>
        <a:lstStyle/>
        <a:p>
          <a:endParaRPr lang="en-US"/>
        </a:p>
      </dgm:t>
    </dgm:pt>
    <dgm:pt modelId="{B3ABC778-0A9C-46B5-844C-76285A688ECC}" type="sibTrans" cxnId="{FAF07826-C86D-4F4D-9E0F-28868EE8A21C}">
      <dgm:prSet/>
      <dgm:spPr/>
      <dgm:t>
        <a:bodyPr/>
        <a:lstStyle/>
        <a:p>
          <a:endParaRPr lang="en-US"/>
        </a:p>
      </dgm:t>
    </dgm:pt>
    <dgm:pt modelId="{9F4A7AA2-7D9B-4B68-BFBD-9C5A7BAE20FF}">
      <dgm:prSet/>
      <dgm:spPr/>
      <dgm:t>
        <a:bodyPr/>
        <a:lstStyle/>
        <a:p>
          <a:pPr>
            <a:lnSpc>
              <a:spcPct val="100000"/>
            </a:lnSpc>
            <a:defRPr b="1"/>
          </a:pPr>
          <a:r>
            <a:rPr lang="en-US" dirty="0"/>
            <a:t>Components consist of </a:t>
          </a:r>
          <a:r>
            <a:rPr lang="en-US" dirty="0">
              <a:solidFill>
                <a:srgbClr val="13EAC1"/>
              </a:solidFill>
            </a:rPr>
            <a:t>4 elements</a:t>
          </a:r>
          <a:r>
            <a:rPr lang="en-US" dirty="0"/>
            <a:t>:</a:t>
          </a:r>
        </a:p>
      </dgm:t>
    </dgm:pt>
    <dgm:pt modelId="{9A364AA1-6385-4655-87F0-AA99F583AD0A}" type="parTrans" cxnId="{64418A7B-A8AF-4E3B-A9B6-40A4911B8DB0}">
      <dgm:prSet/>
      <dgm:spPr/>
      <dgm:t>
        <a:bodyPr/>
        <a:lstStyle/>
        <a:p>
          <a:endParaRPr lang="en-US"/>
        </a:p>
      </dgm:t>
    </dgm:pt>
    <dgm:pt modelId="{34C0C6AA-EB61-40E8-BEF2-EBA1B453D4CE}" type="sibTrans" cxnId="{64418A7B-A8AF-4E3B-A9B6-40A4911B8DB0}">
      <dgm:prSet/>
      <dgm:spPr/>
      <dgm:t>
        <a:bodyPr/>
        <a:lstStyle/>
        <a:p>
          <a:endParaRPr lang="en-US"/>
        </a:p>
      </dgm:t>
    </dgm:pt>
    <dgm:pt modelId="{8E65D6AA-E447-4E25-B1C0-352ACA68D80D}">
      <dgm:prSet custT="1"/>
      <dgm:spPr/>
      <dgm:t>
        <a:bodyPr/>
        <a:lstStyle/>
        <a:p>
          <a:pPr>
            <a:lnSpc>
              <a:spcPct val="100000"/>
            </a:lnSpc>
          </a:pPr>
          <a:r>
            <a:rPr lang="en-US" sz="1600" dirty="0">
              <a:solidFill>
                <a:srgbClr val="13EAC1"/>
              </a:solidFill>
            </a:rPr>
            <a:t>HTML Template:</a:t>
          </a:r>
          <a:r>
            <a:rPr lang="en-US" sz="1600" dirty="0"/>
            <a:t> declares what renders on the page</a:t>
          </a:r>
        </a:p>
      </dgm:t>
    </dgm:pt>
    <dgm:pt modelId="{B11B8B93-35DF-4B8D-9F63-90D0A4232455}" type="parTrans" cxnId="{61277B03-56AA-4359-A268-734F48089844}">
      <dgm:prSet/>
      <dgm:spPr/>
      <dgm:t>
        <a:bodyPr/>
        <a:lstStyle/>
        <a:p>
          <a:endParaRPr lang="en-US"/>
        </a:p>
      </dgm:t>
    </dgm:pt>
    <dgm:pt modelId="{67EBCCEB-CDAF-49A8-9899-78FA2360C077}" type="sibTrans" cxnId="{61277B03-56AA-4359-A268-734F48089844}">
      <dgm:prSet/>
      <dgm:spPr/>
      <dgm:t>
        <a:bodyPr/>
        <a:lstStyle/>
        <a:p>
          <a:endParaRPr lang="en-US"/>
        </a:p>
      </dgm:t>
    </dgm:pt>
    <dgm:pt modelId="{8DAF605A-E171-47BD-9FAA-B1D8CFF4EBDA}">
      <dgm:prSet custT="1"/>
      <dgm:spPr/>
      <dgm:t>
        <a:bodyPr/>
        <a:lstStyle/>
        <a:p>
          <a:pPr>
            <a:lnSpc>
              <a:spcPct val="100000"/>
            </a:lnSpc>
          </a:pPr>
          <a:r>
            <a:rPr lang="en-US" sz="1600" dirty="0">
              <a:solidFill>
                <a:srgbClr val="13EAC1"/>
              </a:solidFill>
            </a:rPr>
            <a:t>TypeScript Class:</a:t>
          </a:r>
          <a:r>
            <a:rPr lang="en-US" sz="1600" dirty="0"/>
            <a:t> defines component behavior</a:t>
          </a:r>
        </a:p>
      </dgm:t>
    </dgm:pt>
    <dgm:pt modelId="{8598BB3F-6B79-414C-B610-551860F28DE1}" type="parTrans" cxnId="{423D73B6-9549-4C94-9479-076DB461B6DC}">
      <dgm:prSet/>
      <dgm:spPr/>
      <dgm:t>
        <a:bodyPr/>
        <a:lstStyle/>
        <a:p>
          <a:endParaRPr lang="en-US"/>
        </a:p>
      </dgm:t>
    </dgm:pt>
    <dgm:pt modelId="{B0C9E15E-5498-4FA7-BE9C-65D21F0EA347}" type="sibTrans" cxnId="{423D73B6-9549-4C94-9479-076DB461B6DC}">
      <dgm:prSet/>
      <dgm:spPr/>
      <dgm:t>
        <a:bodyPr/>
        <a:lstStyle/>
        <a:p>
          <a:endParaRPr lang="en-US"/>
        </a:p>
      </dgm:t>
    </dgm:pt>
    <dgm:pt modelId="{5C4D1E66-EE1D-42B1-A411-60F78A77D167}">
      <dgm:prSet custT="1"/>
      <dgm:spPr/>
      <dgm:t>
        <a:bodyPr/>
        <a:lstStyle/>
        <a:p>
          <a:pPr>
            <a:lnSpc>
              <a:spcPct val="100000"/>
            </a:lnSpc>
          </a:pPr>
          <a:r>
            <a:rPr lang="en-US" sz="1600" dirty="0">
              <a:solidFill>
                <a:srgbClr val="13EAC1"/>
              </a:solidFill>
            </a:rPr>
            <a:t>CSS Selector: </a:t>
          </a:r>
          <a:r>
            <a:rPr lang="en-US" sz="1600" dirty="0"/>
            <a:t>defines how component is used in template</a:t>
          </a:r>
        </a:p>
      </dgm:t>
    </dgm:pt>
    <dgm:pt modelId="{E0918511-AB65-4468-9558-DA4B184B5638}" type="parTrans" cxnId="{E359F9B3-A1AF-4E41-BBEC-4DD33E9FC48F}">
      <dgm:prSet/>
      <dgm:spPr/>
      <dgm:t>
        <a:bodyPr/>
        <a:lstStyle/>
        <a:p>
          <a:endParaRPr lang="en-US"/>
        </a:p>
      </dgm:t>
    </dgm:pt>
    <dgm:pt modelId="{B4C59FE0-3D29-4296-8527-7729B2007700}" type="sibTrans" cxnId="{E359F9B3-A1AF-4E41-BBEC-4DD33E9FC48F}">
      <dgm:prSet/>
      <dgm:spPr/>
      <dgm:t>
        <a:bodyPr/>
        <a:lstStyle/>
        <a:p>
          <a:endParaRPr lang="en-US"/>
        </a:p>
      </dgm:t>
    </dgm:pt>
    <dgm:pt modelId="{5F9AD535-7D6C-43BD-A89E-5E8F1A5679DE}">
      <dgm:prSet custT="1"/>
      <dgm:spPr/>
      <dgm:t>
        <a:bodyPr/>
        <a:lstStyle/>
        <a:p>
          <a:pPr>
            <a:lnSpc>
              <a:spcPct val="100000"/>
            </a:lnSpc>
          </a:pPr>
          <a:r>
            <a:rPr lang="en-US" sz="1600" dirty="0">
              <a:solidFill>
                <a:srgbClr val="13EAC1"/>
              </a:solidFill>
            </a:rPr>
            <a:t>CSS Style:</a:t>
          </a:r>
          <a:r>
            <a:rPr lang="en-US" sz="1600" dirty="0"/>
            <a:t> (optional) visual styles applied to the template</a:t>
          </a:r>
        </a:p>
      </dgm:t>
    </dgm:pt>
    <dgm:pt modelId="{C3B3733B-828D-433C-9471-863D4B1E9DD3}" type="parTrans" cxnId="{2B0624C2-2104-4D51-B48D-EC5463E531FF}">
      <dgm:prSet/>
      <dgm:spPr/>
      <dgm:t>
        <a:bodyPr/>
        <a:lstStyle/>
        <a:p>
          <a:endParaRPr lang="en-US"/>
        </a:p>
      </dgm:t>
    </dgm:pt>
    <dgm:pt modelId="{FDB73828-EF22-4B33-8BEF-83FE860D3598}" type="sibTrans" cxnId="{2B0624C2-2104-4D51-B48D-EC5463E531FF}">
      <dgm:prSet/>
      <dgm:spPr/>
      <dgm:t>
        <a:bodyPr/>
        <a:lstStyle/>
        <a:p>
          <a:endParaRPr lang="en-US"/>
        </a:p>
      </dgm:t>
    </dgm:pt>
    <dgm:pt modelId="{5A704AD1-8761-4347-8705-00DD0DE01DC3}">
      <dgm:prSet custT="1"/>
      <dgm:spPr/>
      <dgm:t>
        <a:bodyPr/>
        <a:lstStyle/>
        <a:p>
          <a:pPr>
            <a:lnSpc>
              <a:spcPct val="100000"/>
            </a:lnSpc>
          </a:pPr>
          <a:r>
            <a:rPr lang="en-US" sz="1600" i="1" dirty="0"/>
            <a:t>more...</a:t>
          </a:r>
        </a:p>
      </dgm:t>
    </dgm:pt>
    <dgm:pt modelId="{158855A3-B0A9-C648-81DA-0D1D9CFF1032}" type="parTrans" cxnId="{848D6314-F36C-2C44-942E-1733CCEE3393}">
      <dgm:prSet/>
      <dgm:spPr/>
      <dgm:t>
        <a:bodyPr/>
        <a:lstStyle/>
        <a:p>
          <a:endParaRPr lang="en-US"/>
        </a:p>
      </dgm:t>
    </dgm:pt>
    <dgm:pt modelId="{2F5ADC54-CD2A-3744-849C-A42C455B46AD}" type="sibTrans" cxnId="{848D6314-F36C-2C44-942E-1733CCEE3393}">
      <dgm:prSet/>
      <dgm:spPr/>
      <dgm:t>
        <a:bodyPr/>
        <a:lstStyle/>
        <a:p>
          <a:endParaRPr lang="en-US"/>
        </a:p>
      </dgm:t>
    </dgm:pt>
    <dgm:pt modelId="{888336D9-8840-4FA2-ACF2-1A0A306C9AF3}" type="pres">
      <dgm:prSet presAssocID="{3EECEC1E-36BA-4FE8-9A03-2C38EA57CE0B}" presName="root" presStyleCnt="0">
        <dgm:presLayoutVars>
          <dgm:dir/>
          <dgm:resizeHandles val="exact"/>
        </dgm:presLayoutVars>
      </dgm:prSet>
      <dgm:spPr/>
    </dgm:pt>
    <dgm:pt modelId="{E9ABBCCC-DC18-484C-BE76-F73AC9FBD34D}" type="pres">
      <dgm:prSet presAssocID="{C476F298-F7BD-42F0-9FC0-7EF2379C5F1B}" presName="compNode" presStyleCnt="0"/>
      <dgm:spPr/>
    </dgm:pt>
    <dgm:pt modelId="{8B8514C6-87AC-4DCA-ABCD-CE93514DFBFA}" type="pres">
      <dgm:prSet presAssocID="{C476F298-F7BD-42F0-9FC0-7EF2379C5F1B}"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oud"/>
        </a:ext>
      </dgm:extLst>
    </dgm:pt>
    <dgm:pt modelId="{6ACD1139-AABA-437B-BB56-9D3762D5BB62}" type="pres">
      <dgm:prSet presAssocID="{C476F298-F7BD-42F0-9FC0-7EF2379C5F1B}" presName="iconSpace" presStyleCnt="0"/>
      <dgm:spPr/>
    </dgm:pt>
    <dgm:pt modelId="{3329032E-0937-4C92-9D60-CFB3342BBACA}" type="pres">
      <dgm:prSet presAssocID="{C476F298-F7BD-42F0-9FC0-7EF2379C5F1B}" presName="parTx" presStyleLbl="revTx" presStyleIdx="0" presStyleCnt="6">
        <dgm:presLayoutVars>
          <dgm:chMax val="0"/>
          <dgm:chPref val="0"/>
        </dgm:presLayoutVars>
      </dgm:prSet>
      <dgm:spPr/>
    </dgm:pt>
    <dgm:pt modelId="{99746BAD-FA52-4788-8F77-474EFC0E4CD6}" type="pres">
      <dgm:prSet presAssocID="{C476F298-F7BD-42F0-9FC0-7EF2379C5F1B}" presName="txSpace" presStyleCnt="0"/>
      <dgm:spPr/>
    </dgm:pt>
    <dgm:pt modelId="{3B02341E-B856-44F5-89EF-0E67B8604640}" type="pres">
      <dgm:prSet presAssocID="{C476F298-F7BD-42F0-9FC0-7EF2379C5F1B}" presName="desTx" presStyleLbl="revTx" presStyleIdx="1" presStyleCnt="6" custScaleX="83720" custLinFactNeighborX="-1780" custLinFactNeighborY="-2099">
        <dgm:presLayoutVars/>
      </dgm:prSet>
      <dgm:spPr/>
    </dgm:pt>
    <dgm:pt modelId="{56EA6CB2-CF82-4B8A-9BCF-D93C5367B58A}" type="pres">
      <dgm:prSet presAssocID="{FEBB08CE-1C59-43EF-BEBD-D1AF9F44E0C8}" presName="sibTrans" presStyleCnt="0"/>
      <dgm:spPr/>
    </dgm:pt>
    <dgm:pt modelId="{3555A6D1-1F29-4383-B71A-9C87744457DC}" type="pres">
      <dgm:prSet presAssocID="{70FB16E1-D801-4E2B-A7A1-93B6F19B8CF2}" presName="compNode" presStyleCnt="0"/>
      <dgm:spPr/>
    </dgm:pt>
    <dgm:pt modelId="{7B58BB8B-01A9-4C1A-AC4D-91F6A9137B5D}" type="pres">
      <dgm:prSet presAssocID="{70FB16E1-D801-4E2B-A7A1-93B6F19B8CF2}"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DDCE9107-D680-4F2A-AA7A-F58C8F8DF181}" type="pres">
      <dgm:prSet presAssocID="{70FB16E1-D801-4E2B-A7A1-93B6F19B8CF2}" presName="iconSpace" presStyleCnt="0"/>
      <dgm:spPr/>
    </dgm:pt>
    <dgm:pt modelId="{3DD44D35-3775-4788-8C4F-8D068A0CAB1A}" type="pres">
      <dgm:prSet presAssocID="{70FB16E1-D801-4E2B-A7A1-93B6F19B8CF2}" presName="parTx" presStyleLbl="revTx" presStyleIdx="2" presStyleCnt="6">
        <dgm:presLayoutVars>
          <dgm:chMax val="0"/>
          <dgm:chPref val="0"/>
        </dgm:presLayoutVars>
      </dgm:prSet>
      <dgm:spPr/>
    </dgm:pt>
    <dgm:pt modelId="{570E6802-BFB8-4136-A9E5-3A1146F30869}" type="pres">
      <dgm:prSet presAssocID="{70FB16E1-D801-4E2B-A7A1-93B6F19B8CF2}" presName="txSpace" presStyleCnt="0"/>
      <dgm:spPr/>
    </dgm:pt>
    <dgm:pt modelId="{6261F0F7-D740-49AC-9ECF-B512B98B9271}" type="pres">
      <dgm:prSet presAssocID="{70FB16E1-D801-4E2B-A7A1-93B6F19B8CF2}" presName="desTx" presStyleLbl="revTx" presStyleIdx="3" presStyleCnt="6" custScaleX="91747">
        <dgm:presLayoutVars/>
      </dgm:prSet>
      <dgm:spPr/>
    </dgm:pt>
    <dgm:pt modelId="{3EE2DC0A-9C62-4710-979A-0C689F7A575F}" type="pres">
      <dgm:prSet presAssocID="{2E78620F-B5C8-465B-87A4-960B0BF6D74A}" presName="sibTrans" presStyleCnt="0"/>
      <dgm:spPr/>
    </dgm:pt>
    <dgm:pt modelId="{20B2CF83-B8CC-473B-B405-8564ADEA0D46}" type="pres">
      <dgm:prSet presAssocID="{9F4A7AA2-7D9B-4B68-BFBD-9C5A7BAE20FF}" presName="compNode" presStyleCnt="0"/>
      <dgm:spPr/>
    </dgm:pt>
    <dgm:pt modelId="{B24E77FE-D52D-4D1E-9E2D-6197133CD836}" type="pres">
      <dgm:prSet presAssocID="{9F4A7AA2-7D9B-4B68-BFBD-9C5A7BAE20FF}"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lowchart"/>
        </a:ext>
      </dgm:extLst>
    </dgm:pt>
    <dgm:pt modelId="{1A4F9FE7-AFEB-44B7-BE01-6C39A5CB832D}" type="pres">
      <dgm:prSet presAssocID="{9F4A7AA2-7D9B-4B68-BFBD-9C5A7BAE20FF}" presName="iconSpace" presStyleCnt="0"/>
      <dgm:spPr/>
    </dgm:pt>
    <dgm:pt modelId="{F3A21B44-C71E-4447-980F-0BA40A347B7E}" type="pres">
      <dgm:prSet presAssocID="{9F4A7AA2-7D9B-4B68-BFBD-9C5A7BAE20FF}" presName="parTx" presStyleLbl="revTx" presStyleIdx="4" presStyleCnt="6">
        <dgm:presLayoutVars>
          <dgm:chMax val="0"/>
          <dgm:chPref val="0"/>
        </dgm:presLayoutVars>
      </dgm:prSet>
      <dgm:spPr/>
    </dgm:pt>
    <dgm:pt modelId="{13BD8E8C-085E-4AE6-8454-F350538484CE}" type="pres">
      <dgm:prSet presAssocID="{9F4A7AA2-7D9B-4B68-BFBD-9C5A7BAE20FF}" presName="txSpace" presStyleCnt="0"/>
      <dgm:spPr/>
    </dgm:pt>
    <dgm:pt modelId="{73A5EB8A-4189-4627-946B-20A420734A78}" type="pres">
      <dgm:prSet presAssocID="{9F4A7AA2-7D9B-4B68-BFBD-9C5A7BAE20FF}" presName="desTx" presStyleLbl="revTx" presStyleIdx="5" presStyleCnt="6" custScaleX="89591" custLinFactNeighborX="-1486" custLinFactNeighborY="565">
        <dgm:presLayoutVars/>
      </dgm:prSet>
      <dgm:spPr/>
    </dgm:pt>
  </dgm:ptLst>
  <dgm:cxnLst>
    <dgm:cxn modelId="{61277B03-56AA-4359-A268-734F48089844}" srcId="{9F4A7AA2-7D9B-4B68-BFBD-9C5A7BAE20FF}" destId="{8E65D6AA-E447-4E25-B1C0-352ACA68D80D}" srcOrd="0" destOrd="0" parTransId="{B11B8B93-35DF-4B8D-9F63-90D0A4232455}" sibTransId="{67EBCCEB-CDAF-49A8-9899-78FA2360C077}"/>
    <dgm:cxn modelId="{848D6314-F36C-2C44-942E-1733CCEE3393}" srcId="{70FB16E1-D801-4E2B-A7A1-93B6F19B8CF2}" destId="{5A704AD1-8761-4347-8705-00DD0DE01DC3}" srcOrd="1" destOrd="0" parTransId="{158855A3-B0A9-C648-81DA-0D1D9CFF1032}" sibTransId="{2F5ADC54-CD2A-3744-849C-A42C455B46AD}"/>
    <dgm:cxn modelId="{5B224417-FBBA-4DC9-ACFB-70C3D7A39934}" type="presOf" srcId="{5F9AD535-7D6C-43BD-A89E-5E8F1A5679DE}" destId="{73A5EB8A-4189-4627-946B-20A420734A78}" srcOrd="0" destOrd="3" presId="urn:microsoft.com/office/officeart/2018/2/layout/IconLabelDescriptionList"/>
    <dgm:cxn modelId="{FAF07826-C86D-4F4D-9E0F-28868EE8A21C}" srcId="{70FB16E1-D801-4E2B-A7A1-93B6F19B8CF2}" destId="{7F20E740-315D-4BC7-BBE8-F68086C264A5}" srcOrd="0" destOrd="0" parTransId="{47309600-F63B-4F91-9978-0A3F20DA42CF}" sibTransId="{B3ABC778-0A9C-46B5-844C-76285A688ECC}"/>
    <dgm:cxn modelId="{52B6542F-A1A3-43AF-9CF6-460D08DBBEB5}" srcId="{3EECEC1E-36BA-4FE8-9A03-2C38EA57CE0B}" destId="{C476F298-F7BD-42F0-9FC0-7EF2379C5F1B}" srcOrd="0" destOrd="0" parTransId="{D01B319F-427F-4A03-A90D-9C829E6CC177}" sibTransId="{FEBB08CE-1C59-43EF-BEBD-D1AF9F44E0C8}"/>
    <dgm:cxn modelId="{6BA5D048-F463-4463-9D08-7B41E98CB039}" type="presOf" srcId="{8E65D6AA-E447-4E25-B1C0-352ACA68D80D}" destId="{73A5EB8A-4189-4627-946B-20A420734A78}" srcOrd="0" destOrd="0" presId="urn:microsoft.com/office/officeart/2018/2/layout/IconLabelDescriptionList"/>
    <dgm:cxn modelId="{AEF0A34D-12E8-4623-BCEE-99CC26E785B1}" srcId="{C476F298-F7BD-42F0-9FC0-7EF2379C5F1B}" destId="{C2EC4509-6EAF-4C2B-9263-79AE88387AAC}" srcOrd="0" destOrd="0" parTransId="{D16670F2-1DB8-4F7D-8CA6-E5F26A6B3224}" sibTransId="{C93ADE4C-F466-4821-B9EB-A0039DAFADBB}"/>
    <dgm:cxn modelId="{19B60D76-1E4E-4153-A0E8-8FAF62E9BA26}" srcId="{3EECEC1E-36BA-4FE8-9A03-2C38EA57CE0B}" destId="{70FB16E1-D801-4E2B-A7A1-93B6F19B8CF2}" srcOrd="1" destOrd="0" parTransId="{8206932C-9410-433A-AEE0-030036D7C00F}" sibTransId="{2E78620F-B5C8-465B-87A4-960B0BF6D74A}"/>
    <dgm:cxn modelId="{64418A7B-A8AF-4E3B-A9B6-40A4911B8DB0}" srcId="{3EECEC1E-36BA-4FE8-9A03-2C38EA57CE0B}" destId="{9F4A7AA2-7D9B-4B68-BFBD-9C5A7BAE20FF}" srcOrd="2" destOrd="0" parTransId="{9A364AA1-6385-4655-87F0-AA99F583AD0A}" sibTransId="{34C0C6AA-EB61-40E8-BEF2-EBA1B453D4CE}"/>
    <dgm:cxn modelId="{D965F28F-AF0D-4317-BAA9-4C5B1F482ACE}" type="presOf" srcId="{7F20E740-315D-4BC7-BBE8-F68086C264A5}" destId="{6261F0F7-D740-49AC-9ECF-B512B98B9271}" srcOrd="0" destOrd="0" presId="urn:microsoft.com/office/officeart/2018/2/layout/IconLabelDescriptionList"/>
    <dgm:cxn modelId="{4BA54A9B-4702-0C48-A19F-BD8A0600C3B6}" type="presOf" srcId="{5A704AD1-8761-4347-8705-00DD0DE01DC3}" destId="{6261F0F7-D740-49AC-9ECF-B512B98B9271}" srcOrd="0" destOrd="1" presId="urn:microsoft.com/office/officeart/2018/2/layout/IconLabelDescriptionList"/>
    <dgm:cxn modelId="{EE2D22A5-8E58-4EB1-8CA0-3C30521393C2}" type="presOf" srcId="{C476F298-F7BD-42F0-9FC0-7EF2379C5F1B}" destId="{3329032E-0937-4C92-9D60-CFB3342BBACA}" srcOrd="0" destOrd="0" presId="urn:microsoft.com/office/officeart/2018/2/layout/IconLabelDescriptionList"/>
    <dgm:cxn modelId="{E359F9B3-A1AF-4E41-BBEC-4DD33E9FC48F}" srcId="{9F4A7AA2-7D9B-4B68-BFBD-9C5A7BAE20FF}" destId="{5C4D1E66-EE1D-42B1-A411-60F78A77D167}" srcOrd="2" destOrd="0" parTransId="{E0918511-AB65-4468-9558-DA4B184B5638}" sibTransId="{B4C59FE0-3D29-4296-8527-7729B2007700}"/>
    <dgm:cxn modelId="{423D73B6-9549-4C94-9479-076DB461B6DC}" srcId="{9F4A7AA2-7D9B-4B68-BFBD-9C5A7BAE20FF}" destId="{8DAF605A-E171-47BD-9FAA-B1D8CFF4EBDA}" srcOrd="1" destOrd="0" parTransId="{8598BB3F-6B79-414C-B610-551860F28DE1}" sibTransId="{B0C9E15E-5498-4FA7-BE9C-65D21F0EA347}"/>
    <dgm:cxn modelId="{C43FC0B6-BDFA-4A80-B36B-1C5F8E946F15}" type="presOf" srcId="{9F4A7AA2-7D9B-4B68-BFBD-9C5A7BAE20FF}" destId="{F3A21B44-C71E-4447-980F-0BA40A347B7E}" srcOrd="0" destOrd="0" presId="urn:microsoft.com/office/officeart/2018/2/layout/IconLabelDescriptionList"/>
    <dgm:cxn modelId="{7CDABEBB-0A5D-42E5-BE77-BD7220A30ADC}" type="presOf" srcId="{C2EC4509-6EAF-4C2B-9263-79AE88387AAC}" destId="{3B02341E-B856-44F5-89EF-0E67B8604640}" srcOrd="0" destOrd="0" presId="urn:microsoft.com/office/officeart/2018/2/layout/IconLabelDescriptionList"/>
    <dgm:cxn modelId="{2B0624C2-2104-4D51-B48D-EC5463E531FF}" srcId="{9F4A7AA2-7D9B-4B68-BFBD-9C5A7BAE20FF}" destId="{5F9AD535-7D6C-43BD-A89E-5E8F1A5679DE}" srcOrd="3" destOrd="0" parTransId="{C3B3733B-828D-433C-9471-863D4B1E9DD3}" sibTransId="{FDB73828-EF22-4B33-8BEF-83FE860D3598}"/>
    <dgm:cxn modelId="{9EBE54CE-1268-4C66-97C7-FC8270B705D2}" type="presOf" srcId="{5C4D1E66-EE1D-42B1-A411-60F78A77D167}" destId="{73A5EB8A-4189-4627-946B-20A420734A78}" srcOrd="0" destOrd="2" presId="urn:microsoft.com/office/officeart/2018/2/layout/IconLabelDescriptionList"/>
    <dgm:cxn modelId="{89B70CE5-912E-4820-95C5-350941A151D0}" type="presOf" srcId="{8DAF605A-E171-47BD-9FAA-B1D8CFF4EBDA}" destId="{73A5EB8A-4189-4627-946B-20A420734A78}" srcOrd="0" destOrd="1" presId="urn:microsoft.com/office/officeart/2018/2/layout/IconLabelDescriptionList"/>
    <dgm:cxn modelId="{EA6224FA-70F7-4E48-8146-FE89CCD985F4}" type="presOf" srcId="{3EECEC1E-36BA-4FE8-9A03-2C38EA57CE0B}" destId="{888336D9-8840-4FA2-ACF2-1A0A306C9AF3}" srcOrd="0" destOrd="0" presId="urn:microsoft.com/office/officeart/2018/2/layout/IconLabelDescriptionList"/>
    <dgm:cxn modelId="{C99588FA-FF27-49A0-AFC1-127AF8FA8F3C}" type="presOf" srcId="{70FB16E1-D801-4E2B-A7A1-93B6F19B8CF2}" destId="{3DD44D35-3775-4788-8C4F-8D068A0CAB1A}" srcOrd="0" destOrd="0" presId="urn:microsoft.com/office/officeart/2018/2/layout/IconLabelDescriptionList"/>
    <dgm:cxn modelId="{D25FE948-F020-4106-97A9-E294C3D06E1A}" type="presParOf" srcId="{888336D9-8840-4FA2-ACF2-1A0A306C9AF3}" destId="{E9ABBCCC-DC18-484C-BE76-F73AC9FBD34D}" srcOrd="0" destOrd="0" presId="urn:microsoft.com/office/officeart/2018/2/layout/IconLabelDescriptionList"/>
    <dgm:cxn modelId="{23BAACD0-7859-4EDA-81D4-3E3BDBA39516}" type="presParOf" srcId="{E9ABBCCC-DC18-484C-BE76-F73AC9FBD34D}" destId="{8B8514C6-87AC-4DCA-ABCD-CE93514DFBFA}" srcOrd="0" destOrd="0" presId="urn:microsoft.com/office/officeart/2018/2/layout/IconLabelDescriptionList"/>
    <dgm:cxn modelId="{DADC738E-DBF6-4E3C-9473-DB81D3252F08}" type="presParOf" srcId="{E9ABBCCC-DC18-484C-BE76-F73AC9FBD34D}" destId="{6ACD1139-AABA-437B-BB56-9D3762D5BB62}" srcOrd="1" destOrd="0" presId="urn:microsoft.com/office/officeart/2018/2/layout/IconLabelDescriptionList"/>
    <dgm:cxn modelId="{BC6D4F93-11F4-4EB4-8E83-01A626EEC6C5}" type="presParOf" srcId="{E9ABBCCC-DC18-484C-BE76-F73AC9FBD34D}" destId="{3329032E-0937-4C92-9D60-CFB3342BBACA}" srcOrd="2" destOrd="0" presId="urn:microsoft.com/office/officeart/2018/2/layout/IconLabelDescriptionList"/>
    <dgm:cxn modelId="{B64CE74E-FCDE-41EB-A59E-F00B7205DA64}" type="presParOf" srcId="{E9ABBCCC-DC18-484C-BE76-F73AC9FBD34D}" destId="{99746BAD-FA52-4788-8F77-474EFC0E4CD6}" srcOrd="3" destOrd="0" presId="urn:microsoft.com/office/officeart/2018/2/layout/IconLabelDescriptionList"/>
    <dgm:cxn modelId="{2ABD4FA8-D767-4C03-8D97-7EE4FB4AED4C}" type="presParOf" srcId="{E9ABBCCC-DC18-484C-BE76-F73AC9FBD34D}" destId="{3B02341E-B856-44F5-89EF-0E67B8604640}" srcOrd="4" destOrd="0" presId="urn:microsoft.com/office/officeart/2018/2/layout/IconLabelDescriptionList"/>
    <dgm:cxn modelId="{A2C71481-0215-4116-B26E-B136CB014956}" type="presParOf" srcId="{888336D9-8840-4FA2-ACF2-1A0A306C9AF3}" destId="{56EA6CB2-CF82-4B8A-9BCF-D93C5367B58A}" srcOrd="1" destOrd="0" presId="urn:microsoft.com/office/officeart/2018/2/layout/IconLabelDescriptionList"/>
    <dgm:cxn modelId="{D133998F-227C-46C5-8136-9811AE9FA39D}" type="presParOf" srcId="{888336D9-8840-4FA2-ACF2-1A0A306C9AF3}" destId="{3555A6D1-1F29-4383-B71A-9C87744457DC}" srcOrd="2" destOrd="0" presId="urn:microsoft.com/office/officeart/2018/2/layout/IconLabelDescriptionList"/>
    <dgm:cxn modelId="{D350AF9B-0DA2-420B-B403-778C149F1B70}" type="presParOf" srcId="{3555A6D1-1F29-4383-B71A-9C87744457DC}" destId="{7B58BB8B-01A9-4C1A-AC4D-91F6A9137B5D}" srcOrd="0" destOrd="0" presId="urn:microsoft.com/office/officeart/2018/2/layout/IconLabelDescriptionList"/>
    <dgm:cxn modelId="{EFE90C6F-576D-4F40-9A03-8D6DD9B9D818}" type="presParOf" srcId="{3555A6D1-1F29-4383-B71A-9C87744457DC}" destId="{DDCE9107-D680-4F2A-AA7A-F58C8F8DF181}" srcOrd="1" destOrd="0" presId="urn:microsoft.com/office/officeart/2018/2/layout/IconLabelDescriptionList"/>
    <dgm:cxn modelId="{471332AB-72ED-4E08-BD63-70EF3E2E426D}" type="presParOf" srcId="{3555A6D1-1F29-4383-B71A-9C87744457DC}" destId="{3DD44D35-3775-4788-8C4F-8D068A0CAB1A}" srcOrd="2" destOrd="0" presId="urn:microsoft.com/office/officeart/2018/2/layout/IconLabelDescriptionList"/>
    <dgm:cxn modelId="{547F102E-FA6D-42C7-920F-1B160824DF3B}" type="presParOf" srcId="{3555A6D1-1F29-4383-B71A-9C87744457DC}" destId="{570E6802-BFB8-4136-A9E5-3A1146F30869}" srcOrd="3" destOrd="0" presId="urn:microsoft.com/office/officeart/2018/2/layout/IconLabelDescriptionList"/>
    <dgm:cxn modelId="{F29B4B98-A779-4B2C-A70A-75AC7973029A}" type="presParOf" srcId="{3555A6D1-1F29-4383-B71A-9C87744457DC}" destId="{6261F0F7-D740-49AC-9ECF-B512B98B9271}" srcOrd="4" destOrd="0" presId="urn:microsoft.com/office/officeart/2018/2/layout/IconLabelDescriptionList"/>
    <dgm:cxn modelId="{E843923A-3DC1-49C6-8B9A-D3A25507B447}" type="presParOf" srcId="{888336D9-8840-4FA2-ACF2-1A0A306C9AF3}" destId="{3EE2DC0A-9C62-4710-979A-0C689F7A575F}" srcOrd="3" destOrd="0" presId="urn:microsoft.com/office/officeart/2018/2/layout/IconLabelDescriptionList"/>
    <dgm:cxn modelId="{8FA2B9DD-FB40-40C6-8740-84C6323FED5A}" type="presParOf" srcId="{888336D9-8840-4FA2-ACF2-1A0A306C9AF3}" destId="{20B2CF83-B8CC-473B-B405-8564ADEA0D46}" srcOrd="4" destOrd="0" presId="urn:microsoft.com/office/officeart/2018/2/layout/IconLabelDescriptionList"/>
    <dgm:cxn modelId="{2DE6A07D-A1F5-4A7C-9397-D71015AE247E}" type="presParOf" srcId="{20B2CF83-B8CC-473B-B405-8564ADEA0D46}" destId="{B24E77FE-D52D-4D1E-9E2D-6197133CD836}" srcOrd="0" destOrd="0" presId="urn:microsoft.com/office/officeart/2018/2/layout/IconLabelDescriptionList"/>
    <dgm:cxn modelId="{C811B7EB-9554-4149-B13D-858CB0EC7AE3}" type="presParOf" srcId="{20B2CF83-B8CC-473B-B405-8564ADEA0D46}" destId="{1A4F9FE7-AFEB-44B7-BE01-6C39A5CB832D}" srcOrd="1" destOrd="0" presId="urn:microsoft.com/office/officeart/2018/2/layout/IconLabelDescriptionList"/>
    <dgm:cxn modelId="{73A64677-21AB-43BF-AB59-BE4F7BC2E979}" type="presParOf" srcId="{20B2CF83-B8CC-473B-B405-8564ADEA0D46}" destId="{F3A21B44-C71E-4447-980F-0BA40A347B7E}" srcOrd="2" destOrd="0" presId="urn:microsoft.com/office/officeart/2018/2/layout/IconLabelDescriptionList"/>
    <dgm:cxn modelId="{4DBB2DAF-F9C6-48C3-BB40-352DFBB37BCA}" type="presParOf" srcId="{20B2CF83-B8CC-473B-B405-8564ADEA0D46}" destId="{13BD8E8C-085E-4AE6-8454-F350538484CE}" srcOrd="3" destOrd="0" presId="urn:microsoft.com/office/officeart/2018/2/layout/IconLabelDescriptionList"/>
    <dgm:cxn modelId="{75B9BB93-E7C7-4FEC-9D27-9FB7892F15FA}" type="presParOf" srcId="{20B2CF83-B8CC-473B-B405-8564ADEA0D46}" destId="{73A5EB8A-4189-4627-946B-20A420734A78}"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8514C6-87AC-4DCA-ABCD-CE93514DFBFA}">
      <dsp:nvSpPr>
        <dsp:cNvPr id="0" name=""/>
        <dsp:cNvSpPr/>
      </dsp:nvSpPr>
      <dsp:spPr>
        <a:xfrm>
          <a:off x="12475" y="1490557"/>
          <a:ext cx="1171245" cy="1171245"/>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29032E-0937-4C92-9D60-CFB3342BBACA}">
      <dsp:nvSpPr>
        <dsp:cNvPr id="0" name=""/>
        <dsp:cNvSpPr/>
      </dsp:nvSpPr>
      <dsp:spPr>
        <a:xfrm>
          <a:off x="74804" y="2741994"/>
          <a:ext cx="2385424" cy="643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US" sz="2000" b="1" kern="1200" dirty="0"/>
            <a:t>Create a UI – Download for DEV</a:t>
          </a:r>
          <a:endParaRPr lang="en-US" sz="2000" b="1" kern="1200" dirty="0">
            <a:solidFill>
              <a:srgbClr val="13EAC1"/>
            </a:solidFill>
          </a:endParaRPr>
        </a:p>
      </dsp:txBody>
      <dsp:txXfrm>
        <a:off x="74804" y="2741994"/>
        <a:ext cx="2385424" cy="643768"/>
      </dsp:txXfrm>
    </dsp:sp>
    <dsp:sp modelId="{3B02341E-B856-44F5-89EF-0E67B8604640}">
      <dsp:nvSpPr>
        <dsp:cNvPr id="0" name=""/>
        <dsp:cNvSpPr/>
      </dsp:nvSpPr>
      <dsp:spPr>
        <a:xfrm>
          <a:off x="190832" y="3449344"/>
          <a:ext cx="2347808" cy="4683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kern="1200" dirty="0"/>
            <a:t>Create</a:t>
          </a:r>
          <a:r>
            <a:rPr lang="en-US" sz="1600" kern="1200" baseline="0" dirty="0"/>
            <a:t> a </a:t>
          </a:r>
          <a:r>
            <a:rPr lang="en-US" sz="1600" kern="1200" baseline="0" dirty="0">
              <a:solidFill>
                <a:srgbClr val="13EAC1"/>
              </a:solidFill>
            </a:rPr>
            <a:t>project</a:t>
          </a:r>
          <a:r>
            <a:rPr lang="en-US" sz="1600" kern="1200" baseline="0" dirty="0"/>
            <a:t> in Automate</a:t>
          </a:r>
        </a:p>
        <a:p>
          <a:pPr marL="0" lvl="0" indent="0" algn="l" defTabSz="711200">
            <a:lnSpc>
              <a:spcPct val="100000"/>
            </a:lnSpc>
            <a:spcBef>
              <a:spcPct val="0"/>
            </a:spcBef>
            <a:spcAft>
              <a:spcPct val="35000"/>
            </a:spcAft>
            <a:buNone/>
          </a:pPr>
          <a:r>
            <a:rPr lang="en-US" sz="1600" kern="1200" baseline="0" dirty="0"/>
            <a:t>Create a </a:t>
          </a:r>
          <a:r>
            <a:rPr lang="en-US" sz="1600" kern="1200" baseline="0" dirty="0">
              <a:solidFill>
                <a:srgbClr val="13EAC1"/>
              </a:solidFill>
            </a:rPr>
            <a:t>Custom UI</a:t>
          </a:r>
          <a:r>
            <a:rPr lang="en-US" sz="1600" kern="1200" baseline="0" dirty="0"/>
            <a:t> in </a:t>
          </a:r>
          <a:r>
            <a:rPr lang="en-US" sz="1600" kern="1200" baseline="0" dirty="0" err="1"/>
            <a:t>proj</a:t>
          </a:r>
          <a:endParaRPr lang="en-US" sz="1600" kern="1200" baseline="0" dirty="0"/>
        </a:p>
        <a:p>
          <a:pPr marL="0" lvl="0" indent="0" algn="l" defTabSz="711200">
            <a:lnSpc>
              <a:spcPct val="100000"/>
            </a:lnSpc>
            <a:spcBef>
              <a:spcPct val="0"/>
            </a:spcBef>
            <a:spcAft>
              <a:spcPct val="35000"/>
            </a:spcAft>
            <a:buNone/>
          </a:pPr>
          <a:r>
            <a:rPr lang="en-US" sz="1600" kern="1200" baseline="0" dirty="0"/>
            <a:t>Export / download the </a:t>
          </a:r>
          <a:r>
            <a:rPr lang="en-US" sz="1600" kern="1200" baseline="0" dirty="0">
              <a:solidFill>
                <a:srgbClr val="13EAC1"/>
              </a:solidFill>
            </a:rPr>
            <a:t>UI</a:t>
          </a:r>
        </a:p>
        <a:p>
          <a:pPr marL="0" lvl="0" indent="0" algn="l" defTabSz="711200">
            <a:lnSpc>
              <a:spcPct val="100000"/>
            </a:lnSpc>
            <a:spcBef>
              <a:spcPct val="0"/>
            </a:spcBef>
            <a:spcAft>
              <a:spcPct val="35000"/>
            </a:spcAft>
            <a:buNone/>
          </a:pPr>
          <a:r>
            <a:rPr lang="en-US" sz="1600" kern="1200" baseline="0" dirty="0"/>
            <a:t>Configure a </a:t>
          </a:r>
          <a:r>
            <a:rPr lang="en-US" sz="1600" kern="1200" baseline="0" dirty="0">
              <a:solidFill>
                <a:srgbClr val="13EAC1"/>
              </a:solidFill>
            </a:rPr>
            <a:t>local development environment</a:t>
          </a:r>
          <a:endParaRPr lang="en-US" sz="1600" kern="1200" dirty="0">
            <a:solidFill>
              <a:srgbClr val="13EAC1"/>
            </a:solidFill>
          </a:endParaRPr>
        </a:p>
      </dsp:txBody>
      <dsp:txXfrm>
        <a:off x="190832" y="3449344"/>
        <a:ext cx="2347808" cy="468395"/>
      </dsp:txXfrm>
    </dsp:sp>
    <dsp:sp modelId="{7B58BB8B-01A9-4C1A-AC4D-91F6A9137B5D}">
      <dsp:nvSpPr>
        <dsp:cNvPr id="0" name=""/>
        <dsp:cNvSpPr/>
      </dsp:nvSpPr>
      <dsp:spPr>
        <a:xfrm>
          <a:off x="3944514" y="1490557"/>
          <a:ext cx="1171245" cy="11712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D44D35-3775-4788-8C4F-8D068A0CAB1A}">
      <dsp:nvSpPr>
        <dsp:cNvPr id="0" name=""/>
        <dsp:cNvSpPr/>
      </dsp:nvSpPr>
      <dsp:spPr>
        <a:xfrm>
          <a:off x="3944514" y="2766644"/>
          <a:ext cx="3346416" cy="643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US" sz="2000" kern="1200" dirty="0"/>
            <a:t>Edit the UI</a:t>
          </a:r>
          <a:endParaRPr lang="en-US" sz="2000" kern="1200" dirty="0">
            <a:solidFill>
              <a:srgbClr val="13EAC1"/>
            </a:solidFill>
          </a:endParaRPr>
        </a:p>
      </dsp:txBody>
      <dsp:txXfrm>
        <a:off x="3944514" y="2766644"/>
        <a:ext cx="3346416" cy="643768"/>
      </dsp:txXfrm>
    </dsp:sp>
    <dsp:sp modelId="{6261F0F7-D740-49AC-9ECF-B512B98B9271}">
      <dsp:nvSpPr>
        <dsp:cNvPr id="0" name=""/>
        <dsp:cNvSpPr/>
      </dsp:nvSpPr>
      <dsp:spPr>
        <a:xfrm>
          <a:off x="4071362" y="3190953"/>
          <a:ext cx="2819603" cy="4683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kern="1200" dirty="0"/>
            <a:t>Generate a </a:t>
          </a:r>
          <a:r>
            <a:rPr lang="en-US" sz="1600" kern="1200" dirty="0">
              <a:solidFill>
                <a:srgbClr val="13EAC1"/>
              </a:solidFill>
            </a:rPr>
            <a:t>plugin</a:t>
          </a:r>
          <a:r>
            <a:rPr lang="en-US" sz="1600" kern="1200" dirty="0"/>
            <a:t> and </a:t>
          </a:r>
          <a:r>
            <a:rPr lang="en-US" sz="1600" kern="1200" dirty="0">
              <a:solidFill>
                <a:srgbClr val="13EAC1"/>
              </a:solidFill>
            </a:rPr>
            <a:t>page</a:t>
          </a:r>
        </a:p>
        <a:p>
          <a:pPr marL="0" lvl="0" indent="0" algn="l" defTabSz="711200">
            <a:lnSpc>
              <a:spcPct val="100000"/>
            </a:lnSpc>
            <a:spcBef>
              <a:spcPct val="0"/>
            </a:spcBef>
            <a:spcAft>
              <a:spcPct val="35000"/>
            </a:spcAft>
            <a:buNone/>
          </a:pPr>
          <a:r>
            <a:rPr lang="en-US" sz="1600" kern="1200" dirty="0"/>
            <a:t>Customize a new </a:t>
          </a:r>
          <a:r>
            <a:rPr lang="en-US" sz="1600" kern="1200" dirty="0">
              <a:solidFill>
                <a:srgbClr val="13EAC1"/>
              </a:solidFill>
            </a:rPr>
            <a:t>portal page</a:t>
          </a:r>
        </a:p>
        <a:p>
          <a:pPr marL="0" lvl="0" indent="0" algn="l" defTabSz="711200">
            <a:lnSpc>
              <a:spcPct val="100000"/>
            </a:lnSpc>
            <a:spcBef>
              <a:spcPct val="0"/>
            </a:spcBef>
            <a:spcAft>
              <a:spcPct val="35000"/>
            </a:spcAft>
            <a:buNone/>
          </a:pPr>
          <a:r>
            <a:rPr lang="en-US" sz="1600" kern="1200" dirty="0"/>
            <a:t>Change </a:t>
          </a:r>
          <a:r>
            <a:rPr lang="en-US" sz="1600" kern="1200" dirty="0">
              <a:solidFill>
                <a:srgbClr val="13EAC1"/>
              </a:solidFill>
            </a:rPr>
            <a:t>routing</a:t>
          </a:r>
        </a:p>
      </dsp:txBody>
      <dsp:txXfrm>
        <a:off x="4071362" y="3190953"/>
        <a:ext cx="2819603" cy="468395"/>
      </dsp:txXfrm>
    </dsp:sp>
    <dsp:sp modelId="{B24E77FE-D52D-4D1E-9E2D-6197133CD836}">
      <dsp:nvSpPr>
        <dsp:cNvPr id="0" name=""/>
        <dsp:cNvSpPr/>
      </dsp:nvSpPr>
      <dsp:spPr>
        <a:xfrm>
          <a:off x="7876553" y="1490557"/>
          <a:ext cx="1171245" cy="1171245"/>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A21B44-C71E-4447-980F-0BA40A347B7E}">
      <dsp:nvSpPr>
        <dsp:cNvPr id="0" name=""/>
        <dsp:cNvSpPr/>
      </dsp:nvSpPr>
      <dsp:spPr>
        <a:xfrm>
          <a:off x="7907041" y="2766380"/>
          <a:ext cx="2814258" cy="643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US" sz="2000" kern="1200" dirty="0"/>
            <a:t>Install our Custom UI into Automate Project</a:t>
          </a:r>
        </a:p>
      </dsp:txBody>
      <dsp:txXfrm>
        <a:off x="7907041" y="2766380"/>
        <a:ext cx="2814258" cy="643768"/>
      </dsp:txXfrm>
    </dsp:sp>
    <dsp:sp modelId="{73A5EB8A-4189-4627-946B-20A420734A78}">
      <dsp:nvSpPr>
        <dsp:cNvPr id="0" name=""/>
        <dsp:cNvSpPr/>
      </dsp:nvSpPr>
      <dsp:spPr>
        <a:xfrm>
          <a:off x="7988146" y="3461822"/>
          <a:ext cx="2688642" cy="4683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kern="1200" dirty="0">
              <a:solidFill>
                <a:srgbClr val="13EAC1"/>
              </a:solidFill>
            </a:rPr>
            <a:t>Package</a:t>
          </a:r>
          <a:r>
            <a:rPr lang="en-US" sz="1600" kern="1200" dirty="0"/>
            <a:t> our development UI</a:t>
          </a:r>
        </a:p>
        <a:p>
          <a:pPr marL="0" lvl="0" indent="0" algn="l" defTabSz="711200">
            <a:lnSpc>
              <a:spcPct val="100000"/>
            </a:lnSpc>
            <a:spcBef>
              <a:spcPct val="0"/>
            </a:spcBef>
            <a:spcAft>
              <a:spcPct val="35000"/>
            </a:spcAft>
            <a:buNone/>
          </a:pPr>
          <a:r>
            <a:rPr lang="en-US" sz="1600" kern="1200" dirty="0">
              <a:solidFill>
                <a:srgbClr val="13EAC1"/>
              </a:solidFill>
            </a:rPr>
            <a:t>Upload</a:t>
          </a:r>
          <a:r>
            <a:rPr lang="en-US" sz="1600" kern="1200" dirty="0"/>
            <a:t> to Automate project</a:t>
          </a:r>
        </a:p>
        <a:p>
          <a:pPr marL="0" lvl="0" indent="0" algn="l" defTabSz="711200">
            <a:lnSpc>
              <a:spcPct val="100000"/>
            </a:lnSpc>
            <a:spcBef>
              <a:spcPct val="0"/>
            </a:spcBef>
            <a:spcAft>
              <a:spcPct val="35000"/>
            </a:spcAft>
            <a:buNone/>
          </a:pPr>
          <a:r>
            <a:rPr lang="en-US" sz="1600" kern="1200" dirty="0">
              <a:solidFill>
                <a:srgbClr val="13EAC1"/>
              </a:solidFill>
            </a:rPr>
            <a:t>Deploy</a:t>
          </a:r>
          <a:r>
            <a:rPr lang="en-US" sz="1600" kern="1200" dirty="0"/>
            <a:t> updated project</a:t>
          </a:r>
        </a:p>
      </dsp:txBody>
      <dsp:txXfrm>
        <a:off x="7988146" y="3461822"/>
        <a:ext cx="2688642" cy="4683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8514C6-87AC-4DCA-ABCD-CE93514DFBFA}">
      <dsp:nvSpPr>
        <dsp:cNvPr id="0" name=""/>
        <dsp:cNvSpPr/>
      </dsp:nvSpPr>
      <dsp:spPr>
        <a:xfrm>
          <a:off x="12475" y="1490557"/>
          <a:ext cx="1171245" cy="11712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29032E-0937-4C92-9D60-CFB3342BBACA}">
      <dsp:nvSpPr>
        <dsp:cNvPr id="0" name=""/>
        <dsp:cNvSpPr/>
      </dsp:nvSpPr>
      <dsp:spPr>
        <a:xfrm>
          <a:off x="12475" y="2766644"/>
          <a:ext cx="3346416" cy="643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US" sz="2000" b="1" kern="1200" dirty="0"/>
            <a:t>Content Innovation Cloud UI’s use </a:t>
          </a:r>
          <a:r>
            <a:rPr lang="en-US" sz="2000" b="1" kern="1200" dirty="0">
              <a:solidFill>
                <a:srgbClr val="13EAC1"/>
              </a:solidFill>
            </a:rPr>
            <a:t>Angular</a:t>
          </a:r>
        </a:p>
      </dsp:txBody>
      <dsp:txXfrm>
        <a:off x="12475" y="2766644"/>
        <a:ext cx="3346416" cy="643768"/>
      </dsp:txXfrm>
    </dsp:sp>
    <dsp:sp modelId="{3B02341E-B856-44F5-89EF-0E67B8604640}">
      <dsp:nvSpPr>
        <dsp:cNvPr id="0" name=""/>
        <dsp:cNvSpPr/>
      </dsp:nvSpPr>
      <dsp:spPr>
        <a:xfrm>
          <a:off x="190832" y="3449344"/>
          <a:ext cx="2347808" cy="4683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kern="1200" dirty="0"/>
            <a:t>Angular uses a </a:t>
          </a:r>
          <a:r>
            <a:rPr lang="en-US" sz="1600" kern="1200" dirty="0">
              <a:solidFill>
                <a:srgbClr val="13EAC1"/>
              </a:solidFill>
            </a:rPr>
            <a:t>templating</a:t>
          </a:r>
          <a:r>
            <a:rPr lang="en-US" sz="1600" kern="1200" dirty="0"/>
            <a:t> structure to manage </a:t>
          </a:r>
          <a:r>
            <a:rPr lang="en-US" sz="1600" kern="1200" dirty="0">
              <a:solidFill>
                <a:srgbClr val="13EAC1"/>
              </a:solidFill>
            </a:rPr>
            <a:t>components</a:t>
          </a:r>
          <a:r>
            <a:rPr lang="en-US" sz="1600" kern="1200" dirty="0"/>
            <a:t>, powered by </a:t>
          </a:r>
          <a:r>
            <a:rPr lang="en-US" sz="1600" kern="1200" dirty="0">
              <a:solidFill>
                <a:srgbClr val="13EAC1"/>
              </a:solidFill>
            </a:rPr>
            <a:t>directives</a:t>
          </a:r>
          <a:r>
            <a:rPr lang="en-US" sz="1600" kern="1200" dirty="0"/>
            <a:t>, and relies on </a:t>
          </a:r>
          <a:r>
            <a:rPr lang="en-US" sz="1600" kern="1200" dirty="0">
              <a:solidFill>
                <a:srgbClr val="13EAC1"/>
              </a:solidFill>
            </a:rPr>
            <a:t>dependencies</a:t>
          </a:r>
        </a:p>
        <a:p>
          <a:pPr marL="0" lvl="0" indent="0" algn="l" defTabSz="711200">
            <a:lnSpc>
              <a:spcPct val="100000"/>
            </a:lnSpc>
            <a:spcBef>
              <a:spcPct val="0"/>
            </a:spcBef>
            <a:spcAft>
              <a:spcPct val="35000"/>
            </a:spcAft>
            <a:buNone/>
          </a:pPr>
          <a:r>
            <a:rPr lang="en-US" sz="1600" b="0" i="0" kern="1200" dirty="0"/>
            <a:t>Distinction between data (</a:t>
          </a:r>
          <a:r>
            <a:rPr lang="en-US" sz="1600" b="0" i="0" kern="1200" dirty="0">
              <a:solidFill>
                <a:srgbClr val="13EAC1"/>
              </a:solidFill>
            </a:rPr>
            <a:t>Model</a:t>
          </a:r>
          <a:r>
            <a:rPr lang="en-US" sz="1600" b="0" i="0" kern="1200" dirty="0"/>
            <a:t>), user interface (</a:t>
          </a:r>
          <a:r>
            <a:rPr lang="en-US" sz="1600" b="0" i="0" kern="1200" dirty="0">
              <a:solidFill>
                <a:srgbClr val="13EAC1"/>
              </a:solidFill>
            </a:rPr>
            <a:t>View</a:t>
          </a:r>
          <a:r>
            <a:rPr lang="en-US" sz="1600" b="0" i="0" kern="1200" dirty="0"/>
            <a:t>), and logic (</a:t>
          </a:r>
          <a:r>
            <a:rPr lang="en-US" sz="1600" b="0" i="0" kern="1200" dirty="0">
              <a:solidFill>
                <a:srgbClr val="13EAC1"/>
              </a:solidFill>
            </a:rPr>
            <a:t>Controller/</a:t>
          </a:r>
          <a:r>
            <a:rPr lang="en-US" sz="1600" b="0" i="0" kern="1200" dirty="0" err="1">
              <a:solidFill>
                <a:srgbClr val="13EAC1"/>
              </a:solidFill>
            </a:rPr>
            <a:t>ViewModel</a:t>
          </a:r>
          <a:r>
            <a:rPr lang="en-US" sz="1600" b="0" i="0" kern="1200" dirty="0"/>
            <a:t>)</a:t>
          </a:r>
          <a:endParaRPr lang="en-US" sz="1600" kern="1200" dirty="0">
            <a:solidFill>
              <a:srgbClr val="13EAC1"/>
            </a:solidFill>
          </a:endParaRPr>
        </a:p>
        <a:p>
          <a:pPr marL="0" lvl="0" indent="0" algn="l" defTabSz="711200">
            <a:spcBef>
              <a:spcPct val="0"/>
            </a:spcBef>
            <a:spcAft>
              <a:spcPct val="35000"/>
            </a:spcAft>
            <a:buNone/>
          </a:pPr>
          <a:endParaRPr lang="en-US" sz="1600" kern="1200" dirty="0"/>
        </a:p>
      </dsp:txBody>
      <dsp:txXfrm>
        <a:off x="190832" y="3449344"/>
        <a:ext cx="2347808" cy="468395"/>
      </dsp:txXfrm>
    </dsp:sp>
    <dsp:sp modelId="{7B58BB8B-01A9-4C1A-AC4D-91F6A9137B5D}">
      <dsp:nvSpPr>
        <dsp:cNvPr id="0" name=""/>
        <dsp:cNvSpPr/>
      </dsp:nvSpPr>
      <dsp:spPr>
        <a:xfrm>
          <a:off x="3944514" y="1490557"/>
          <a:ext cx="1171245" cy="11712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D44D35-3775-4788-8C4F-8D068A0CAB1A}">
      <dsp:nvSpPr>
        <dsp:cNvPr id="0" name=""/>
        <dsp:cNvSpPr/>
      </dsp:nvSpPr>
      <dsp:spPr>
        <a:xfrm>
          <a:off x="3944514" y="2766644"/>
          <a:ext cx="3346416" cy="643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US" sz="2000" kern="1200" dirty="0"/>
            <a:t>Components – The </a:t>
          </a:r>
          <a:r>
            <a:rPr lang="en-US" sz="2000" kern="1200" dirty="0">
              <a:solidFill>
                <a:srgbClr val="13EAC1"/>
              </a:solidFill>
            </a:rPr>
            <a:t>Building Blocks</a:t>
          </a:r>
          <a:r>
            <a:rPr lang="en-US" sz="2000" kern="1200" dirty="0"/>
            <a:t> of Angular</a:t>
          </a:r>
          <a:endParaRPr lang="en-US" sz="2000" kern="1200" dirty="0">
            <a:solidFill>
              <a:srgbClr val="13EAC1"/>
            </a:solidFill>
          </a:endParaRPr>
        </a:p>
      </dsp:txBody>
      <dsp:txXfrm>
        <a:off x="3944514" y="2766644"/>
        <a:ext cx="3346416" cy="643768"/>
      </dsp:txXfrm>
    </dsp:sp>
    <dsp:sp modelId="{6261F0F7-D740-49AC-9ECF-B512B98B9271}">
      <dsp:nvSpPr>
        <dsp:cNvPr id="0" name=""/>
        <dsp:cNvSpPr/>
      </dsp:nvSpPr>
      <dsp:spPr>
        <a:xfrm>
          <a:off x="4071331" y="3459175"/>
          <a:ext cx="2819603" cy="4683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kern="1200" dirty="0"/>
            <a:t>UI Elements</a:t>
          </a:r>
        </a:p>
        <a:p>
          <a:pPr marL="0" lvl="0" indent="0" algn="l" defTabSz="711200">
            <a:lnSpc>
              <a:spcPct val="100000"/>
            </a:lnSpc>
            <a:spcBef>
              <a:spcPct val="0"/>
            </a:spcBef>
            <a:spcAft>
              <a:spcPct val="35000"/>
            </a:spcAft>
            <a:buNone/>
          </a:pPr>
          <a:r>
            <a:rPr lang="en-US" sz="1600" kern="1200" dirty="0">
              <a:solidFill>
                <a:srgbClr val="13EAC1"/>
              </a:solidFill>
            </a:rPr>
            <a:t>Pages</a:t>
          </a:r>
        </a:p>
        <a:p>
          <a:pPr marL="0" lvl="0" indent="0" algn="l" defTabSz="711200">
            <a:lnSpc>
              <a:spcPct val="100000"/>
            </a:lnSpc>
            <a:spcBef>
              <a:spcPct val="0"/>
            </a:spcBef>
            <a:spcAft>
              <a:spcPct val="35000"/>
            </a:spcAft>
            <a:buNone/>
          </a:pPr>
          <a:r>
            <a:rPr lang="en-US" sz="1600" kern="1200" dirty="0"/>
            <a:t>Script elements</a:t>
          </a:r>
        </a:p>
        <a:p>
          <a:pPr marL="0" lvl="0" indent="0" algn="l" defTabSz="711200">
            <a:lnSpc>
              <a:spcPct val="100000"/>
            </a:lnSpc>
            <a:spcBef>
              <a:spcPct val="0"/>
            </a:spcBef>
            <a:spcAft>
              <a:spcPct val="35000"/>
            </a:spcAft>
            <a:buNone/>
          </a:pPr>
          <a:r>
            <a:rPr lang="en-US" sz="1600" kern="1200" dirty="0"/>
            <a:t>Login Component</a:t>
          </a:r>
        </a:p>
        <a:p>
          <a:pPr marL="0" lvl="0" indent="0" algn="l" defTabSz="711200">
            <a:lnSpc>
              <a:spcPct val="100000"/>
            </a:lnSpc>
            <a:spcBef>
              <a:spcPct val="0"/>
            </a:spcBef>
            <a:spcAft>
              <a:spcPct val="35000"/>
            </a:spcAft>
            <a:buNone/>
          </a:pPr>
          <a:r>
            <a:rPr lang="en-US" sz="1600" i="1" kern="1200" dirty="0"/>
            <a:t>more...</a:t>
          </a:r>
        </a:p>
      </dsp:txBody>
      <dsp:txXfrm>
        <a:off x="4071331" y="3459175"/>
        <a:ext cx="2819603" cy="468395"/>
      </dsp:txXfrm>
    </dsp:sp>
    <dsp:sp modelId="{B24E77FE-D52D-4D1E-9E2D-6197133CD836}">
      <dsp:nvSpPr>
        <dsp:cNvPr id="0" name=""/>
        <dsp:cNvSpPr/>
      </dsp:nvSpPr>
      <dsp:spPr>
        <a:xfrm>
          <a:off x="7876553" y="1490557"/>
          <a:ext cx="1171245" cy="11712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A21B44-C71E-4447-980F-0BA40A347B7E}">
      <dsp:nvSpPr>
        <dsp:cNvPr id="0" name=""/>
        <dsp:cNvSpPr/>
      </dsp:nvSpPr>
      <dsp:spPr>
        <a:xfrm>
          <a:off x="7876553" y="2766644"/>
          <a:ext cx="3346416" cy="643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US" sz="2000" kern="1200" dirty="0"/>
            <a:t>Components consist of </a:t>
          </a:r>
          <a:r>
            <a:rPr lang="en-US" sz="2000" kern="1200" dirty="0">
              <a:solidFill>
                <a:srgbClr val="13EAC1"/>
              </a:solidFill>
            </a:rPr>
            <a:t>4 elements</a:t>
          </a:r>
          <a:r>
            <a:rPr lang="en-US" sz="2000" kern="1200" dirty="0"/>
            <a:t>:</a:t>
          </a:r>
        </a:p>
      </dsp:txBody>
      <dsp:txXfrm>
        <a:off x="7876553" y="2766644"/>
        <a:ext cx="3346416" cy="643768"/>
      </dsp:txXfrm>
    </dsp:sp>
    <dsp:sp modelId="{73A5EB8A-4189-4627-946B-20A420734A78}">
      <dsp:nvSpPr>
        <dsp:cNvPr id="0" name=""/>
        <dsp:cNvSpPr/>
      </dsp:nvSpPr>
      <dsp:spPr>
        <a:xfrm>
          <a:off x="7988146" y="3461822"/>
          <a:ext cx="2688642" cy="4683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kern="1200" dirty="0">
              <a:solidFill>
                <a:srgbClr val="13EAC1"/>
              </a:solidFill>
            </a:rPr>
            <a:t>HTML Template:</a:t>
          </a:r>
          <a:r>
            <a:rPr lang="en-US" sz="1600" kern="1200" dirty="0"/>
            <a:t> declares what renders on the page</a:t>
          </a:r>
        </a:p>
        <a:p>
          <a:pPr marL="0" lvl="0" indent="0" algn="l" defTabSz="711200">
            <a:lnSpc>
              <a:spcPct val="100000"/>
            </a:lnSpc>
            <a:spcBef>
              <a:spcPct val="0"/>
            </a:spcBef>
            <a:spcAft>
              <a:spcPct val="35000"/>
            </a:spcAft>
            <a:buNone/>
          </a:pPr>
          <a:r>
            <a:rPr lang="en-US" sz="1600" kern="1200" dirty="0">
              <a:solidFill>
                <a:srgbClr val="13EAC1"/>
              </a:solidFill>
            </a:rPr>
            <a:t>TypeScript Class:</a:t>
          </a:r>
          <a:r>
            <a:rPr lang="en-US" sz="1600" kern="1200" dirty="0"/>
            <a:t> defines component behavior</a:t>
          </a:r>
        </a:p>
        <a:p>
          <a:pPr marL="0" lvl="0" indent="0" algn="l" defTabSz="711200">
            <a:lnSpc>
              <a:spcPct val="100000"/>
            </a:lnSpc>
            <a:spcBef>
              <a:spcPct val="0"/>
            </a:spcBef>
            <a:spcAft>
              <a:spcPct val="35000"/>
            </a:spcAft>
            <a:buNone/>
          </a:pPr>
          <a:r>
            <a:rPr lang="en-US" sz="1600" kern="1200" dirty="0">
              <a:solidFill>
                <a:srgbClr val="13EAC1"/>
              </a:solidFill>
            </a:rPr>
            <a:t>CSS Selector: </a:t>
          </a:r>
          <a:r>
            <a:rPr lang="en-US" sz="1600" kern="1200" dirty="0"/>
            <a:t>defines how component is used in template</a:t>
          </a:r>
        </a:p>
        <a:p>
          <a:pPr marL="0" lvl="0" indent="0" algn="l" defTabSz="711200">
            <a:lnSpc>
              <a:spcPct val="100000"/>
            </a:lnSpc>
            <a:spcBef>
              <a:spcPct val="0"/>
            </a:spcBef>
            <a:spcAft>
              <a:spcPct val="35000"/>
            </a:spcAft>
            <a:buNone/>
          </a:pPr>
          <a:r>
            <a:rPr lang="en-US" sz="1600" kern="1200" dirty="0">
              <a:solidFill>
                <a:srgbClr val="13EAC1"/>
              </a:solidFill>
            </a:rPr>
            <a:t>CSS Style:</a:t>
          </a:r>
          <a:r>
            <a:rPr lang="en-US" sz="1600" kern="1200" dirty="0"/>
            <a:t> (optional) visual styles applied to the template</a:t>
          </a:r>
        </a:p>
      </dsp:txBody>
      <dsp:txXfrm>
        <a:off x="7988146" y="3461822"/>
        <a:ext cx="2688642" cy="468395"/>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DB0CA4E-B77A-0576-8001-15E6412EBDAE}"/>
              </a:ext>
            </a:extLst>
          </p:cNvPr>
          <p:cNvSpPr>
            <a:spLocks noGrp="1"/>
          </p:cNvSpPr>
          <p:nvPr>
            <p:ph type="ftr" sz="quarter" idx="2"/>
          </p:nvPr>
        </p:nvSpPr>
        <p:spPr>
          <a:xfrm>
            <a:off x="431010" y="8893492"/>
            <a:ext cx="5421375" cy="242289"/>
          </a:xfrm>
          <a:prstGeom prst="rect">
            <a:avLst/>
          </a:prstGeom>
        </p:spPr>
        <p:txBody>
          <a:bodyPr vert="horz" lIns="93177" tIns="46589" rIns="93177" bIns="46589" rtlCol="0" anchor="b"/>
          <a:lstStyle>
            <a:lvl1pPr algn="l">
              <a:defRPr sz="1200"/>
            </a:lvl1pPr>
          </a:lstStyle>
          <a:p>
            <a:endParaRPr lang="en-US" sz="800"/>
          </a:p>
        </p:txBody>
      </p:sp>
      <p:sp>
        <p:nvSpPr>
          <p:cNvPr id="5" name="Slide Number Placeholder 4">
            <a:extLst>
              <a:ext uri="{FF2B5EF4-FFF2-40B4-BE49-F238E27FC236}">
                <a16:creationId xmlns:a16="http://schemas.microsoft.com/office/drawing/2014/main" id="{011C10B1-63C1-ED44-E825-0499D60A6013}"/>
              </a:ext>
            </a:extLst>
          </p:cNvPr>
          <p:cNvSpPr>
            <a:spLocks noGrp="1"/>
          </p:cNvSpPr>
          <p:nvPr>
            <p:ph type="sldNum" sz="quarter" idx="3"/>
          </p:nvPr>
        </p:nvSpPr>
        <p:spPr>
          <a:xfrm>
            <a:off x="5914700" y="112074"/>
            <a:ext cx="959062" cy="242290"/>
          </a:xfrm>
          <a:prstGeom prst="rect">
            <a:avLst/>
          </a:prstGeom>
        </p:spPr>
        <p:txBody>
          <a:bodyPr vert="horz" lIns="93177" tIns="46589" rIns="93177" bIns="46589" rtlCol="0" anchor="b"/>
          <a:lstStyle>
            <a:lvl1pPr algn="r">
              <a:defRPr sz="1200"/>
            </a:lvl1pPr>
          </a:lstStyle>
          <a:p>
            <a:fld id="{C33A213D-7F76-41B0-A925-BC32A60B99E4}" type="slidenum">
              <a:rPr lang="en-US" smtClean="0"/>
              <a:t>‹#›</a:t>
            </a:fld>
            <a:endParaRPr lang="en-US"/>
          </a:p>
        </p:txBody>
      </p:sp>
      <p:pic>
        <p:nvPicPr>
          <p:cNvPr id="6" name="Graphic 5">
            <a:extLst>
              <a:ext uri="{FF2B5EF4-FFF2-40B4-BE49-F238E27FC236}">
                <a16:creationId xmlns:a16="http://schemas.microsoft.com/office/drawing/2014/main" id="{E298D148-FBFF-5BB9-0CB7-01019B120A0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12384" y="8942038"/>
            <a:ext cx="461904" cy="242289"/>
          </a:xfrm>
          <a:prstGeom prst="rect">
            <a:avLst/>
          </a:prstGeom>
        </p:spPr>
      </p:pic>
    </p:spTree>
    <p:extLst>
      <p:ext uri="{BB962C8B-B14F-4D97-AF65-F5344CB8AC3E}">
        <p14:creationId xmlns:p14="http://schemas.microsoft.com/office/powerpoint/2010/main" val="179105092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928" userDrawn="1">
          <p15:clr>
            <a:srgbClr val="F26B43"/>
          </p15:clr>
        </p15:guide>
        <p15:guide id="2" pos="220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42913" y="609600"/>
            <a:ext cx="4032250" cy="2268538"/>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431010" y="3109129"/>
            <a:ext cx="5878350" cy="5035550"/>
          </a:xfrm>
          <a:prstGeom prst="rect">
            <a:avLst/>
          </a:prstGeom>
        </p:spPr>
        <p:txBody>
          <a:bodyPr vert="horz" lIns="93177" tIns="46589" rIns="93177" bIns="46589"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CE2D9AAA-DBCE-3AF9-56D8-BD9B3D1E0A4C}"/>
              </a:ext>
            </a:extLst>
          </p:cNvPr>
          <p:cNvSpPr>
            <a:spLocks noGrp="1"/>
          </p:cNvSpPr>
          <p:nvPr>
            <p:ph type="ftr" sz="quarter" idx="4"/>
          </p:nvPr>
        </p:nvSpPr>
        <p:spPr>
          <a:xfrm>
            <a:off x="431010" y="8893492"/>
            <a:ext cx="5421375" cy="242289"/>
          </a:xfrm>
          <a:prstGeom prst="rect">
            <a:avLst/>
          </a:prstGeom>
        </p:spPr>
        <p:txBody>
          <a:bodyPr vert="horz" lIns="93177" tIns="46589" rIns="93177" bIns="46589" rtlCol="0" anchor="b"/>
          <a:lstStyle>
            <a:lvl1pPr algn="l">
              <a:defRPr sz="1200"/>
            </a:lvl1pPr>
          </a:lstStyle>
          <a:p>
            <a:endParaRPr lang="en-US" sz="800"/>
          </a:p>
        </p:txBody>
      </p:sp>
      <p:sp>
        <p:nvSpPr>
          <p:cNvPr id="9" name="Slide Number Placeholder 4">
            <a:extLst>
              <a:ext uri="{FF2B5EF4-FFF2-40B4-BE49-F238E27FC236}">
                <a16:creationId xmlns:a16="http://schemas.microsoft.com/office/drawing/2014/main" id="{AA7DD2D7-2E89-65C0-63F2-744B2B3BC91C}"/>
              </a:ext>
            </a:extLst>
          </p:cNvPr>
          <p:cNvSpPr>
            <a:spLocks noGrp="1"/>
          </p:cNvSpPr>
          <p:nvPr>
            <p:ph type="sldNum" sz="quarter" idx="5"/>
          </p:nvPr>
        </p:nvSpPr>
        <p:spPr>
          <a:xfrm>
            <a:off x="5914700" y="112074"/>
            <a:ext cx="959062" cy="242290"/>
          </a:xfrm>
          <a:prstGeom prst="rect">
            <a:avLst/>
          </a:prstGeom>
        </p:spPr>
        <p:txBody>
          <a:bodyPr vert="horz" lIns="93177" tIns="46589" rIns="93177" bIns="46589" rtlCol="0" anchor="b"/>
          <a:lstStyle>
            <a:lvl1pPr algn="r">
              <a:defRPr sz="1200"/>
            </a:lvl1pPr>
          </a:lstStyle>
          <a:p>
            <a:fld id="{C33A213D-7F76-41B0-A925-BC32A60B99E4}" type="slidenum">
              <a:rPr lang="en-US" smtClean="0"/>
              <a:t>‹#›</a:t>
            </a:fld>
            <a:endParaRPr lang="en-US"/>
          </a:p>
        </p:txBody>
      </p:sp>
      <p:pic>
        <p:nvPicPr>
          <p:cNvPr id="10" name="Graphic 9">
            <a:extLst>
              <a:ext uri="{FF2B5EF4-FFF2-40B4-BE49-F238E27FC236}">
                <a16:creationId xmlns:a16="http://schemas.microsoft.com/office/drawing/2014/main" id="{E504C3D2-F00F-602E-B3C8-A5493DEEE56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12384" y="8942038"/>
            <a:ext cx="461904" cy="242289"/>
          </a:xfrm>
          <a:prstGeom prst="rect">
            <a:avLst/>
          </a:prstGeom>
        </p:spPr>
      </p:pic>
    </p:spTree>
    <p:extLst>
      <p:ext uri="{BB962C8B-B14F-4D97-AF65-F5344CB8AC3E}">
        <p14:creationId xmlns:p14="http://schemas.microsoft.com/office/powerpoint/2010/main" val="3354027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28" userDrawn="1">
          <p15:clr>
            <a:srgbClr val="F26B43"/>
          </p15:clr>
        </p15:guide>
        <p15:guide id="2" pos="2208"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389FE-611F-4D82-70A6-431653437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D4FF27-2659-1F5A-1B2C-4954C191C7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8E9A94-5332-C826-AA99-ED226A6D8FB4}"/>
              </a:ext>
            </a:extLst>
          </p:cNvPr>
          <p:cNvSpPr>
            <a:spLocks noGrp="1"/>
          </p:cNvSpPr>
          <p:nvPr>
            <p:ph type="body" idx="1"/>
          </p:nvPr>
        </p:nvSpPr>
        <p:spPr/>
        <p:txBody>
          <a:bodyPr/>
          <a:lstStyle/>
          <a:p>
            <a:r>
              <a:rPr lang="en-US" dirty="0"/>
              <a:t>Welcome to [CLASS TITLE]</a:t>
            </a:r>
            <a:endParaRPr lang="en-US" sz="1000" dirty="0"/>
          </a:p>
          <a:p>
            <a:endParaRPr lang="en-US" sz="1000" dirty="0"/>
          </a:p>
          <a:p>
            <a:r>
              <a:rPr lang="en-US" dirty="0"/>
              <a:t>I am </a:t>
            </a:r>
            <a:r>
              <a:rPr lang="en-US" b="1" dirty="0"/>
              <a:t>Greg Bousley</a:t>
            </a:r>
            <a:r>
              <a:rPr lang="en-US" dirty="0"/>
              <a:t>. </a:t>
            </a:r>
          </a:p>
          <a:p>
            <a:pPr marL="171450" indent="-171450">
              <a:buFont typeface="Arial" panose="020B0604020202020204" pitchFamily="34" charset="0"/>
              <a:buChar char="•"/>
            </a:pPr>
            <a:r>
              <a:rPr lang="en-US" dirty="0"/>
              <a:t>I’ve been with Hyland for a little over three years as an Instructional Designer, </a:t>
            </a:r>
          </a:p>
          <a:p>
            <a:pPr marL="171450" indent="-171450">
              <a:buFont typeface="Arial" panose="020B0604020202020204" pitchFamily="34" charset="0"/>
              <a:buChar char="•"/>
            </a:pPr>
            <a:r>
              <a:rPr lang="en-US" dirty="0"/>
              <a:t>main focus has been creating fun, practical learning content for Alfresco. </a:t>
            </a:r>
          </a:p>
          <a:p>
            <a:pPr marL="171450" indent="-171450">
              <a:buFont typeface="Arial" panose="020B0604020202020204" pitchFamily="34" charset="0"/>
              <a:buChar char="•"/>
            </a:pPr>
            <a:r>
              <a:rPr lang="en-US" dirty="0"/>
              <a:t>excited to spend some time with you today, share what I’ve picked up along the way, and hopefully make things </a:t>
            </a:r>
            <a:r>
              <a:rPr lang="en-US" b="1" dirty="0"/>
              <a:t>clear</a:t>
            </a:r>
            <a:r>
              <a:rPr lang="en-US" dirty="0"/>
              <a:t>, </a:t>
            </a:r>
            <a:r>
              <a:rPr lang="en-US" b="1" dirty="0"/>
              <a:t>useful</a:t>
            </a:r>
            <a:r>
              <a:rPr lang="en-US" dirty="0"/>
              <a:t>, and end with an </a:t>
            </a:r>
            <a:r>
              <a:rPr lang="en-US" b="1" dirty="0"/>
              <a:t>enjoyable experience</a:t>
            </a:r>
            <a:r>
              <a:rPr lang="en-US" dirty="0"/>
              <a:t>.</a:t>
            </a:r>
          </a:p>
          <a:p>
            <a:pPr marL="171450" indent="-171450">
              <a:buFont typeface="Arial" panose="020B0604020202020204" pitchFamily="34" charset="0"/>
              <a:buChar char="•"/>
            </a:pPr>
            <a:r>
              <a:rPr lang="en-US" dirty="0"/>
              <a:t>This session is designed to impart practical skills and solutions that you may apply right away. </a:t>
            </a:r>
          </a:p>
          <a:p>
            <a:endParaRPr lang="en-US" dirty="0"/>
          </a:p>
          <a:p>
            <a:r>
              <a:rPr lang="en-US" dirty="0"/>
              <a:t>With me today are…</a:t>
            </a:r>
          </a:p>
        </p:txBody>
      </p:sp>
      <p:sp>
        <p:nvSpPr>
          <p:cNvPr id="4" name="Slide Number Placeholder 3">
            <a:extLst>
              <a:ext uri="{FF2B5EF4-FFF2-40B4-BE49-F238E27FC236}">
                <a16:creationId xmlns:a16="http://schemas.microsoft.com/office/drawing/2014/main" id="{B93B9E28-B9FA-F09F-0203-4BB20D8572D1}"/>
              </a:ext>
            </a:extLst>
          </p:cNvPr>
          <p:cNvSpPr>
            <a:spLocks noGrp="1"/>
          </p:cNvSpPr>
          <p:nvPr>
            <p:ph type="sldNum" sz="quarter" idx="5"/>
          </p:nvPr>
        </p:nvSpPr>
        <p:spPr/>
        <p:txBody>
          <a:bodyPr/>
          <a:lstStyle/>
          <a:p>
            <a:fld id="{C33A213D-7F76-41B0-A925-BC32A60B99E4}" type="slidenum">
              <a:rPr lang="en-US" smtClean="0"/>
              <a:t>1</a:t>
            </a:fld>
            <a:endParaRPr lang="en-US"/>
          </a:p>
        </p:txBody>
      </p:sp>
    </p:spTree>
    <p:extLst>
      <p:ext uri="{BB962C8B-B14F-4D97-AF65-F5344CB8AC3E}">
        <p14:creationId xmlns:p14="http://schemas.microsoft.com/office/powerpoint/2010/main" val="32289474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In this course we’ll cover three main topics, and by the end you’ll be able to:</a:t>
            </a:r>
          </a:p>
          <a:p>
            <a:endParaRPr lang="en-US" dirty="0"/>
          </a:p>
          <a:p>
            <a:r>
              <a:rPr lang="en-US" dirty="0"/>
              <a:t>[DEMO] This course will tackle three main objectives. By the end of this course, you should be able to:</a:t>
            </a:r>
          </a:p>
          <a:p>
            <a:endParaRPr lang="en-US" dirty="0"/>
          </a:p>
          <a:p>
            <a:r>
              <a:rPr lang="en-US" b="1" dirty="0"/>
              <a:t>Explain</a:t>
            </a:r>
            <a:r>
              <a:rPr lang="en-US" dirty="0"/>
              <a:t> the core concepts of an Angular UI</a:t>
            </a:r>
          </a:p>
          <a:p>
            <a:r>
              <a:rPr lang="en-US" b="1" dirty="0"/>
              <a:t>Create</a:t>
            </a:r>
            <a:r>
              <a:rPr lang="en-US" dirty="0"/>
              <a:t> a Custom UI Local Dev Environment &amp; apply configuration in order to provide a unique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finally, you’ll be able to </a:t>
            </a:r>
            <a:r>
              <a:rPr lang="en-US" b="1" dirty="0"/>
              <a:t>Implement</a:t>
            </a:r>
            <a:r>
              <a:rPr lang="en-US" dirty="0"/>
              <a:t> your developed Custom UI into your Automate Application so it may be accessed by your intended audience.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C33A213D-7F76-41B0-A925-BC32A60B99E4}" type="slidenum">
              <a:rPr lang="en-US" smtClean="0"/>
              <a:t>2</a:t>
            </a:fld>
            <a:endParaRPr lang="en-US"/>
          </a:p>
        </p:txBody>
      </p:sp>
    </p:spTree>
    <p:extLst>
      <p:ext uri="{BB962C8B-B14F-4D97-AF65-F5344CB8AC3E}">
        <p14:creationId xmlns:p14="http://schemas.microsoft.com/office/powerpoint/2010/main" val="37639634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60EEB-DD95-3227-6084-A03E292561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38EAC0-68BE-E647-2EDD-C446811E75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BDEE5-3AEE-4D98-DD1A-1BA18F5B91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5EED84-D025-880B-F105-B35E0B52B686}"/>
              </a:ext>
            </a:extLst>
          </p:cNvPr>
          <p:cNvSpPr>
            <a:spLocks noGrp="1"/>
          </p:cNvSpPr>
          <p:nvPr>
            <p:ph type="sldNum" sz="quarter" idx="5"/>
          </p:nvPr>
        </p:nvSpPr>
        <p:spPr/>
        <p:txBody>
          <a:bodyPr/>
          <a:lstStyle/>
          <a:p>
            <a:fld id="{C33A213D-7F76-41B0-A925-BC32A60B99E4}" type="slidenum">
              <a:rPr lang="en-US" smtClean="0"/>
              <a:t>3</a:t>
            </a:fld>
            <a:endParaRPr lang="en-US"/>
          </a:p>
        </p:txBody>
      </p:sp>
    </p:spTree>
    <p:extLst>
      <p:ext uri="{BB962C8B-B14F-4D97-AF65-F5344CB8AC3E}">
        <p14:creationId xmlns:p14="http://schemas.microsoft.com/office/powerpoint/2010/main" val="33019088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EB469-E986-0FAD-1FB5-93DCAC58C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C29C8-8C97-A2FC-D70A-3FAC7E40D1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3B98F2-9B1C-4C72-AC4F-2D94DCCF7C3F}"/>
              </a:ext>
            </a:extLst>
          </p:cNvPr>
          <p:cNvSpPr>
            <a:spLocks noGrp="1"/>
          </p:cNvSpPr>
          <p:nvPr>
            <p:ph type="body" idx="1"/>
          </p:nvPr>
        </p:nvSpPr>
        <p:spPr/>
        <p:txBody>
          <a:bodyPr/>
          <a:lstStyle/>
          <a:p>
            <a:r>
              <a:rPr lang="en-US" b="1" dirty="0"/>
              <a:t>The Shift to Cloud UI Applications</a:t>
            </a:r>
          </a:p>
          <a:p>
            <a:r>
              <a:rPr lang="en-US" b="1" dirty="0"/>
              <a:t>Applications are no longer server-rendered</a:t>
            </a:r>
            <a:r>
              <a:rPr lang="en-US" dirty="0"/>
              <a:t> </a:t>
            </a:r>
          </a:p>
          <a:p>
            <a:pPr lvl="1"/>
            <a:r>
              <a:rPr lang="en-US" dirty="0"/>
              <a:t>Traditional apps relied on the server to build entire pages </a:t>
            </a:r>
          </a:p>
          <a:p>
            <a:pPr lvl="1"/>
            <a:r>
              <a:rPr lang="en-US" dirty="0"/>
              <a:t>Modern apps move rendering to the </a:t>
            </a:r>
            <a:r>
              <a:rPr lang="en-US" b="1" dirty="0"/>
              <a:t>frontend (browser)</a:t>
            </a:r>
            <a:r>
              <a:rPr lang="en-US" dirty="0"/>
              <a:t> </a:t>
            </a:r>
          </a:p>
          <a:p>
            <a:pPr lvl="1"/>
            <a:r>
              <a:rPr lang="en-US" dirty="0"/>
              <a:t>Enables faster interactions and smoother user experiences </a:t>
            </a:r>
          </a:p>
          <a:p>
            <a:br>
              <a:rPr lang="en-US" dirty="0"/>
            </a:br>
            <a:r>
              <a:rPr lang="en-US" b="1" dirty="0"/>
              <a:t>Cloud platforms require dynamic, interactive UI</a:t>
            </a:r>
            <a:r>
              <a:rPr lang="en-US" dirty="0"/>
              <a:t> </a:t>
            </a:r>
          </a:p>
          <a:p>
            <a:pPr lvl="1"/>
            <a:r>
              <a:rPr lang="en-US" dirty="0"/>
              <a:t>Users expect real-time feedback and seamless navigation </a:t>
            </a:r>
          </a:p>
          <a:p>
            <a:pPr lvl="1"/>
            <a:r>
              <a:rPr lang="en-US" dirty="0"/>
              <a:t>Interfaces must handle complex workflows without constant reloads </a:t>
            </a:r>
          </a:p>
          <a:p>
            <a:pPr lvl="1"/>
            <a:r>
              <a:rPr lang="en-US" dirty="0"/>
              <a:t>Rich, app-like experiences are now the standard </a:t>
            </a:r>
          </a:p>
          <a:p>
            <a:br>
              <a:rPr lang="en-US" dirty="0"/>
            </a:br>
            <a:r>
              <a:rPr lang="en-US" b="1" dirty="0"/>
              <a:t>APIs drive modern applications</a:t>
            </a:r>
            <a:r>
              <a:rPr lang="en-US" dirty="0"/>
              <a:t> </a:t>
            </a:r>
          </a:p>
          <a:p>
            <a:pPr lvl="1"/>
            <a:r>
              <a:rPr lang="en-US" dirty="0"/>
              <a:t>The backend no longer sends full pages—it provides </a:t>
            </a:r>
            <a:r>
              <a:rPr lang="en-US" b="1" dirty="0"/>
              <a:t>data via APIs</a:t>
            </a:r>
            <a:r>
              <a:rPr lang="en-US" dirty="0"/>
              <a:t> </a:t>
            </a:r>
          </a:p>
          <a:p>
            <a:pPr lvl="1"/>
            <a:r>
              <a:rPr lang="en-US" dirty="0"/>
              <a:t>Frontend consumes that data and builds the UI dynamically </a:t>
            </a:r>
          </a:p>
          <a:p>
            <a:pPr lvl="1"/>
            <a:r>
              <a:rPr lang="en-US" dirty="0"/>
              <a:t>Enables flexibility, reuse, and integration across systems </a:t>
            </a:r>
          </a:p>
          <a:p>
            <a:br>
              <a:rPr lang="en-US" dirty="0"/>
            </a:br>
            <a:r>
              <a:rPr lang="en-US" b="1" dirty="0"/>
              <a:t>UI must be fast, responsive, and scalable</a:t>
            </a:r>
            <a:r>
              <a:rPr lang="en-US" dirty="0"/>
              <a:t> </a:t>
            </a:r>
          </a:p>
          <a:p>
            <a:pPr lvl="1"/>
            <a:r>
              <a:rPr lang="en-US" dirty="0"/>
              <a:t>Performance is critical—users expect instant feedback </a:t>
            </a:r>
          </a:p>
          <a:p>
            <a:pPr lvl="1"/>
            <a:r>
              <a:rPr lang="en-US" dirty="0"/>
              <a:t>Applications must scale across users, devices, and environments </a:t>
            </a:r>
          </a:p>
          <a:p>
            <a:pPr lvl="1"/>
            <a:r>
              <a:rPr lang="en-US" dirty="0"/>
              <a:t>Efficient UI design directly impacts user adoption and success </a:t>
            </a:r>
          </a:p>
          <a:p>
            <a:br>
              <a:rPr lang="en-US" dirty="0"/>
            </a:br>
            <a:endParaRPr lang="en-US" dirty="0"/>
          </a:p>
          <a:p>
            <a:r>
              <a:rPr lang="en-US" b="1" dirty="0"/>
              <a:t>🔹 Key Takeaway</a:t>
            </a:r>
          </a:p>
          <a:p>
            <a:r>
              <a:rPr lang="en-US" dirty="0"/>
              <a:t>“Modern applications are no longer built around pages—they’re built around experiences powered by APIs.” </a:t>
            </a:r>
          </a:p>
        </p:txBody>
      </p:sp>
      <p:sp>
        <p:nvSpPr>
          <p:cNvPr id="4" name="Slide Number Placeholder 3">
            <a:extLst>
              <a:ext uri="{FF2B5EF4-FFF2-40B4-BE49-F238E27FC236}">
                <a16:creationId xmlns:a16="http://schemas.microsoft.com/office/drawing/2014/main" id="{60903E61-2FA6-01C1-7E9D-910129C6129D}"/>
              </a:ext>
            </a:extLst>
          </p:cNvPr>
          <p:cNvSpPr>
            <a:spLocks noGrp="1"/>
          </p:cNvSpPr>
          <p:nvPr>
            <p:ph type="sldNum" sz="quarter" idx="5"/>
          </p:nvPr>
        </p:nvSpPr>
        <p:spPr/>
        <p:txBody>
          <a:bodyPr/>
          <a:lstStyle/>
          <a:p>
            <a:fld id="{C33A213D-7F76-41B0-A925-BC32A60B99E4}" type="slidenum">
              <a:rPr lang="en-US" smtClean="0"/>
              <a:t>5</a:t>
            </a:fld>
            <a:endParaRPr lang="en-US"/>
          </a:p>
        </p:txBody>
      </p:sp>
    </p:spTree>
    <p:extLst>
      <p:ext uri="{BB962C8B-B14F-4D97-AF65-F5344CB8AC3E}">
        <p14:creationId xmlns:p14="http://schemas.microsoft.com/office/powerpoint/2010/main" val="3529201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BBCAD-0BE2-05B3-E787-10D3FF61D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ACB2D5-DF33-2DA6-2EF8-F36374FD06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9E901D-6C0E-D130-D83B-82CC11AED586}"/>
              </a:ext>
            </a:extLst>
          </p:cNvPr>
          <p:cNvSpPr>
            <a:spLocks noGrp="1"/>
          </p:cNvSpPr>
          <p:nvPr>
            <p:ph type="body" idx="1"/>
          </p:nvPr>
        </p:nvSpPr>
        <p:spPr/>
        <p:txBody>
          <a:bodyPr/>
          <a:lstStyle/>
          <a:p>
            <a:r>
              <a:rPr lang="en-US" dirty="0"/>
              <a:t>So what does that mean? That brings us to Single Page Applications..</a:t>
            </a:r>
          </a:p>
          <a:p>
            <a:r>
              <a:rPr lang="en-US" dirty="0"/>
              <a:t>A Single Page Application loads the shell once and then updates content dynamically.</a:t>
            </a:r>
          </a:p>
          <a:p>
            <a:r>
              <a:rPr lang="en-US" dirty="0"/>
              <a:t>Instead of:</a:t>
            </a:r>
            <a:br>
              <a:rPr lang="en-US" dirty="0"/>
            </a:br>
            <a:r>
              <a:rPr lang="en-US" dirty="0"/>
              <a:t>Browser → Server → Full HTML Page</a:t>
            </a:r>
          </a:p>
          <a:p>
            <a:r>
              <a:rPr lang="en-US" dirty="0"/>
              <a:t>We now have:</a:t>
            </a:r>
            <a:br>
              <a:rPr lang="en-US" dirty="0"/>
            </a:br>
            <a:r>
              <a:rPr lang="en-US" dirty="0"/>
              <a:t>Browser → Angular App → API → JSON → UI Update</a:t>
            </a:r>
          </a:p>
          <a:p>
            <a:r>
              <a:rPr lang="en-US" dirty="0"/>
              <a:t>This gives:</a:t>
            </a:r>
          </a:p>
          <a:p>
            <a:r>
              <a:rPr lang="en-US" dirty="0"/>
              <a:t>Faster interactions</a:t>
            </a:r>
          </a:p>
          <a:p>
            <a:r>
              <a:rPr lang="en-US" dirty="0"/>
              <a:t>Better user experience</a:t>
            </a:r>
          </a:p>
          <a:p>
            <a:r>
              <a:rPr lang="en-US" dirty="0"/>
              <a:t>Rich UI behavior</a:t>
            </a:r>
          </a:p>
        </p:txBody>
      </p:sp>
      <p:sp>
        <p:nvSpPr>
          <p:cNvPr id="4" name="Slide Number Placeholder 3">
            <a:extLst>
              <a:ext uri="{FF2B5EF4-FFF2-40B4-BE49-F238E27FC236}">
                <a16:creationId xmlns:a16="http://schemas.microsoft.com/office/drawing/2014/main" id="{CB578C37-042E-E316-754F-B9B808090AF9}"/>
              </a:ext>
            </a:extLst>
          </p:cNvPr>
          <p:cNvSpPr>
            <a:spLocks noGrp="1"/>
          </p:cNvSpPr>
          <p:nvPr>
            <p:ph type="sldNum" sz="quarter" idx="5"/>
          </p:nvPr>
        </p:nvSpPr>
        <p:spPr/>
        <p:txBody>
          <a:bodyPr/>
          <a:lstStyle/>
          <a:p>
            <a:fld id="{C33A213D-7F76-41B0-A925-BC32A60B99E4}" type="slidenum">
              <a:rPr lang="en-US" smtClean="0"/>
              <a:t>6</a:t>
            </a:fld>
            <a:endParaRPr lang="en-US"/>
          </a:p>
        </p:txBody>
      </p:sp>
    </p:spTree>
    <p:extLst>
      <p:ext uri="{BB962C8B-B14F-4D97-AF65-F5344CB8AC3E}">
        <p14:creationId xmlns:p14="http://schemas.microsoft.com/office/powerpoint/2010/main" val="1397396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565EA-3F39-DA64-AF54-DDB19A50D6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9FFE5-6622-EAF9-A6DB-F82E728564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57AC26-4332-C8E5-A9EF-2D80422D9BB8}"/>
              </a:ext>
            </a:extLst>
          </p:cNvPr>
          <p:cNvSpPr>
            <a:spLocks noGrp="1"/>
          </p:cNvSpPr>
          <p:nvPr>
            <p:ph type="body" idx="1"/>
          </p:nvPr>
        </p:nvSpPr>
        <p:spPr/>
        <p:txBody>
          <a:bodyPr/>
          <a:lstStyle/>
          <a:p>
            <a:r>
              <a:rPr lang="en-US" b="1" dirty="0"/>
              <a:t>Traditional Model (Server-Rendered Apps)</a:t>
            </a:r>
          </a:p>
          <a:p>
            <a:r>
              <a:rPr lang="en-US" dirty="0"/>
              <a:t>The server is responsible for building the entire UI </a:t>
            </a:r>
          </a:p>
          <a:p>
            <a:r>
              <a:rPr lang="en-US" dirty="0"/>
              <a:t>Every user action (click, navigation, submit) triggers a </a:t>
            </a:r>
            <a:r>
              <a:rPr lang="en-US" b="1" dirty="0"/>
              <a:t>full page reload</a:t>
            </a:r>
            <a:r>
              <a:rPr lang="en-US" dirty="0"/>
              <a:t> </a:t>
            </a:r>
          </a:p>
          <a:p>
            <a:r>
              <a:rPr lang="en-US" dirty="0"/>
              <a:t>The frontend and backend are </a:t>
            </a:r>
            <a:r>
              <a:rPr lang="en-US" b="1" dirty="0"/>
              <a:t>tightly coupled</a:t>
            </a:r>
            <a:r>
              <a:rPr lang="en-US" dirty="0"/>
              <a:t>—they depend heavily on each other </a:t>
            </a:r>
          </a:p>
          <a:p>
            <a:r>
              <a:rPr lang="en-US" dirty="0"/>
              <a:t>UI updates are slower because the whole page must be regenerated </a:t>
            </a:r>
          </a:p>
          <a:p>
            <a:r>
              <a:rPr lang="en-US" dirty="0"/>
              <a:t>Changes to the UI often require backend updates and redeployment </a:t>
            </a:r>
          </a:p>
          <a:p>
            <a:r>
              <a:rPr lang="en-US" dirty="0"/>
              <a:t>👉 </a:t>
            </a:r>
            <a:r>
              <a:rPr lang="en-US" i="1" dirty="0"/>
              <a:t>Key takeaway:</a:t>
            </a:r>
            <a:br>
              <a:rPr lang="en-US" dirty="0"/>
            </a:br>
            <a:r>
              <a:rPr lang="en-US" dirty="0"/>
              <a:t>This model is simple to start with, but becomes harder to scale and modernize.</a:t>
            </a:r>
            <a:br>
              <a:rPr lang="en-US" dirty="0"/>
            </a:br>
            <a:br>
              <a:rPr lang="en-US" dirty="0"/>
            </a:br>
            <a:r>
              <a:rPr lang="en-US" b="1" dirty="0"/>
              <a:t>SPA Model (Single Page Applications)</a:t>
            </a:r>
          </a:p>
          <a:p>
            <a:r>
              <a:rPr lang="en-US" dirty="0"/>
              <a:t>The </a:t>
            </a:r>
            <a:r>
              <a:rPr lang="en-US" b="1" dirty="0"/>
              <a:t>frontend handles rendering</a:t>
            </a:r>
            <a:r>
              <a:rPr lang="en-US" dirty="0"/>
              <a:t> using JavaScript frameworks (like Angular) </a:t>
            </a:r>
          </a:p>
          <a:p>
            <a:r>
              <a:rPr lang="en-US" dirty="0"/>
              <a:t>The backend provides </a:t>
            </a:r>
            <a:r>
              <a:rPr lang="en-US" b="1" dirty="0"/>
              <a:t>data through APIs</a:t>
            </a:r>
            <a:r>
              <a:rPr lang="en-US" dirty="0"/>
              <a:t>, not full HTML pages </a:t>
            </a:r>
          </a:p>
          <a:p>
            <a:r>
              <a:rPr lang="en-US" dirty="0"/>
              <a:t>The system is </a:t>
            </a:r>
            <a:r>
              <a:rPr lang="en-US" b="1" dirty="0"/>
              <a:t>loosely coupled</a:t>
            </a:r>
            <a:r>
              <a:rPr lang="en-US" dirty="0"/>
              <a:t>—frontend and backend evolve independently </a:t>
            </a:r>
          </a:p>
          <a:p>
            <a:r>
              <a:rPr lang="en-US" dirty="0"/>
              <a:t>Only parts of the page updates, creating a </a:t>
            </a:r>
            <a:r>
              <a:rPr lang="en-US" b="1" dirty="0"/>
              <a:t>faster, smoother user experience</a:t>
            </a:r>
            <a:r>
              <a:rPr lang="en-US" dirty="0"/>
              <a:t> </a:t>
            </a:r>
          </a:p>
          <a:p>
            <a:r>
              <a:rPr lang="en-US" dirty="0"/>
              <a:t>Frontend and backend can be </a:t>
            </a:r>
            <a:r>
              <a:rPr lang="en-US" b="1" dirty="0"/>
              <a:t>developed and deployed separately</a:t>
            </a:r>
            <a:r>
              <a:rPr lang="en-US" dirty="0"/>
              <a:t> </a:t>
            </a:r>
          </a:p>
          <a:p>
            <a:r>
              <a:rPr lang="en-US" dirty="0"/>
              <a:t>👉 </a:t>
            </a:r>
            <a:r>
              <a:rPr lang="en-US" i="1" dirty="0"/>
              <a:t>Key takeaway:</a:t>
            </a:r>
            <a:br>
              <a:rPr lang="en-US" dirty="0"/>
            </a:br>
            <a:r>
              <a:rPr lang="en-US" dirty="0"/>
              <a:t>SPAs enable modern, responsive, and scalable cloud applications.</a:t>
            </a:r>
          </a:p>
          <a:p>
            <a:endParaRPr lang="en-US" dirty="0"/>
          </a:p>
        </p:txBody>
      </p:sp>
      <p:sp>
        <p:nvSpPr>
          <p:cNvPr id="4" name="Slide Number Placeholder 3">
            <a:extLst>
              <a:ext uri="{FF2B5EF4-FFF2-40B4-BE49-F238E27FC236}">
                <a16:creationId xmlns:a16="http://schemas.microsoft.com/office/drawing/2014/main" id="{F202094C-6A8E-AD93-02DA-DE7690A9D62D}"/>
              </a:ext>
            </a:extLst>
          </p:cNvPr>
          <p:cNvSpPr>
            <a:spLocks noGrp="1"/>
          </p:cNvSpPr>
          <p:nvPr>
            <p:ph type="sldNum" sz="quarter" idx="5"/>
          </p:nvPr>
        </p:nvSpPr>
        <p:spPr/>
        <p:txBody>
          <a:bodyPr/>
          <a:lstStyle/>
          <a:p>
            <a:fld id="{C33A213D-7F76-41B0-A925-BC32A60B99E4}" type="slidenum">
              <a:rPr lang="en-US" smtClean="0"/>
              <a:t>7</a:t>
            </a:fld>
            <a:endParaRPr lang="en-US"/>
          </a:p>
        </p:txBody>
      </p:sp>
    </p:spTree>
    <p:extLst>
      <p:ext uri="{BB962C8B-B14F-4D97-AF65-F5344CB8AC3E}">
        <p14:creationId xmlns:p14="http://schemas.microsoft.com/office/powerpoint/2010/main" val="1503881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C6370-6E50-0A9C-7B42-0C6DAF97A3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601B9-49AD-D481-2A2B-DB4F976B64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F0C63E-17CB-B063-D59B-A6DDFF0AB8D2}"/>
              </a:ext>
            </a:extLst>
          </p:cNvPr>
          <p:cNvSpPr>
            <a:spLocks noGrp="1"/>
          </p:cNvSpPr>
          <p:nvPr>
            <p:ph type="body" idx="1"/>
          </p:nvPr>
        </p:nvSpPr>
        <p:spPr/>
        <p:txBody>
          <a:bodyPr/>
          <a:lstStyle/>
          <a:p>
            <a:r>
              <a:rPr lang="en-US" b="1" dirty="0"/>
              <a:t>Angular Provides (Core Capabilities)</a:t>
            </a:r>
          </a:p>
          <a:p>
            <a:r>
              <a:rPr lang="en-US" b="1" dirty="0"/>
              <a:t>Architecture</a:t>
            </a:r>
            <a:r>
              <a:rPr lang="en-US" dirty="0"/>
              <a:t> </a:t>
            </a:r>
          </a:p>
          <a:p>
            <a:pPr lvl="1"/>
            <a:r>
              <a:rPr lang="en-US" dirty="0"/>
              <a:t>Angular gives you a </a:t>
            </a:r>
            <a:r>
              <a:rPr lang="en-US" b="1" dirty="0"/>
              <a:t>structured, component-based framework</a:t>
            </a:r>
            <a:r>
              <a:rPr lang="en-US" dirty="0"/>
              <a:t> </a:t>
            </a:r>
          </a:p>
          <a:p>
            <a:pPr lvl="1"/>
            <a:r>
              <a:rPr lang="en-US" dirty="0"/>
              <a:t>Encourages clean separation of concerns (components, services, modules) </a:t>
            </a:r>
          </a:p>
          <a:p>
            <a:pPr lvl="1"/>
            <a:r>
              <a:rPr lang="en-US" dirty="0"/>
              <a:t>Helps teams scale applications consistently </a:t>
            </a:r>
          </a:p>
          <a:p>
            <a:br>
              <a:rPr lang="en-US" dirty="0"/>
            </a:br>
            <a:r>
              <a:rPr lang="en-US" b="1" dirty="0"/>
              <a:t>CLI Tooling</a:t>
            </a:r>
            <a:r>
              <a:rPr lang="en-US" dirty="0"/>
              <a:t> </a:t>
            </a:r>
          </a:p>
          <a:p>
            <a:pPr lvl="1"/>
            <a:r>
              <a:rPr lang="en-US" dirty="0"/>
              <a:t>The Angular CLI automates common tasks (generate components, services, builds) </a:t>
            </a:r>
          </a:p>
          <a:p>
            <a:pPr lvl="1"/>
            <a:r>
              <a:rPr lang="en-US" dirty="0"/>
              <a:t>Reduces setup time and enforces best practices out of the box </a:t>
            </a:r>
          </a:p>
          <a:p>
            <a:pPr lvl="1"/>
            <a:r>
              <a:rPr lang="en-US" dirty="0"/>
              <a:t>Makes development faster and more standardized across teams </a:t>
            </a:r>
          </a:p>
          <a:p>
            <a:br>
              <a:rPr lang="en-US" dirty="0"/>
            </a:br>
            <a:r>
              <a:rPr lang="en-US" b="1" dirty="0"/>
              <a:t>Dependency Injection</a:t>
            </a:r>
            <a:r>
              <a:rPr lang="en-US" dirty="0"/>
              <a:t> </a:t>
            </a:r>
          </a:p>
          <a:p>
            <a:pPr lvl="1"/>
            <a:r>
              <a:rPr lang="en-US" dirty="0"/>
              <a:t>Built-in system for managing and injecting services where needed </a:t>
            </a:r>
          </a:p>
          <a:p>
            <a:pPr lvl="1"/>
            <a:r>
              <a:rPr lang="en-US" dirty="0"/>
              <a:t>Promotes </a:t>
            </a:r>
            <a:r>
              <a:rPr lang="en-US" b="1" dirty="0"/>
              <a:t>reusability and testability</a:t>
            </a:r>
            <a:r>
              <a:rPr lang="en-US" dirty="0"/>
              <a:t> </a:t>
            </a:r>
          </a:p>
          <a:p>
            <a:pPr lvl="1"/>
            <a:r>
              <a:rPr lang="en-US" dirty="0"/>
              <a:t>Keeps code loosely coupled and easier to maintain </a:t>
            </a:r>
          </a:p>
          <a:p>
            <a:br>
              <a:rPr lang="en-US" dirty="0"/>
            </a:br>
            <a:r>
              <a:rPr lang="en-US" b="1" dirty="0"/>
              <a:t>Routing</a:t>
            </a:r>
            <a:r>
              <a:rPr lang="en-US" dirty="0"/>
              <a:t> </a:t>
            </a:r>
          </a:p>
          <a:p>
            <a:pPr lvl="1"/>
            <a:r>
              <a:rPr lang="en-US" dirty="0"/>
              <a:t>Enables navigation between views without reloading the page </a:t>
            </a:r>
          </a:p>
          <a:p>
            <a:pPr lvl="1"/>
            <a:r>
              <a:rPr lang="en-US" dirty="0"/>
              <a:t>Supports SPA behavior with clean URLs and lazy loading </a:t>
            </a:r>
          </a:p>
          <a:p>
            <a:pPr lvl="1"/>
            <a:r>
              <a:rPr lang="en-US" dirty="0"/>
              <a:t>Helps organize large applications into logical sections </a:t>
            </a:r>
          </a:p>
          <a:p>
            <a:br>
              <a:rPr lang="en-US" dirty="0"/>
            </a:br>
            <a:r>
              <a:rPr lang="en-US" b="1" dirty="0"/>
              <a:t>Form Handling</a:t>
            </a:r>
            <a:r>
              <a:rPr lang="en-US" dirty="0"/>
              <a:t> </a:t>
            </a:r>
          </a:p>
          <a:p>
            <a:pPr lvl="1"/>
            <a:r>
              <a:rPr lang="en-US" dirty="0"/>
              <a:t>Provides robust tools for handling user input </a:t>
            </a:r>
          </a:p>
          <a:p>
            <a:pPr lvl="1"/>
            <a:r>
              <a:rPr lang="en-US" dirty="0"/>
              <a:t>Supports both </a:t>
            </a:r>
            <a:r>
              <a:rPr lang="en-US" b="1" dirty="0"/>
              <a:t>template-driven</a:t>
            </a:r>
            <a:r>
              <a:rPr lang="en-US" dirty="0"/>
              <a:t> and </a:t>
            </a:r>
            <a:r>
              <a:rPr lang="en-US" b="1" dirty="0"/>
              <a:t>reactive forms</a:t>
            </a:r>
            <a:r>
              <a:rPr lang="en-US" dirty="0"/>
              <a:t> </a:t>
            </a:r>
          </a:p>
          <a:p>
            <a:pPr lvl="1"/>
            <a:r>
              <a:rPr lang="en-US" dirty="0"/>
              <a:t>Built-in validation makes form logic easier to manage </a:t>
            </a:r>
          </a:p>
          <a:p>
            <a:br>
              <a:rPr lang="en-US" dirty="0"/>
            </a:br>
            <a:r>
              <a:rPr lang="en-US" b="1" dirty="0"/>
              <a:t>HTTP Abstraction</a:t>
            </a:r>
            <a:r>
              <a:rPr lang="en-US" dirty="0"/>
              <a:t> </a:t>
            </a:r>
          </a:p>
          <a:p>
            <a:pPr lvl="1"/>
            <a:r>
              <a:rPr lang="en-US" dirty="0"/>
              <a:t>Simplifies communication with backend APIs </a:t>
            </a:r>
          </a:p>
          <a:p>
            <a:pPr lvl="1"/>
            <a:r>
              <a:rPr lang="en-US" dirty="0"/>
              <a:t>Uses a consistent, observable-based approach for async data </a:t>
            </a:r>
          </a:p>
          <a:p>
            <a:pPr lvl="1"/>
            <a:r>
              <a:rPr lang="en-US" dirty="0"/>
              <a:t>Centralizes API calls and error handling </a:t>
            </a:r>
          </a:p>
          <a:p>
            <a:br>
              <a:rPr lang="en-US" dirty="0"/>
            </a:br>
            <a:r>
              <a:rPr lang="en-US" b="1" dirty="0"/>
              <a:t>Build System</a:t>
            </a:r>
            <a:r>
              <a:rPr lang="en-US" dirty="0"/>
              <a:t> </a:t>
            </a:r>
          </a:p>
          <a:p>
            <a:pPr lvl="1"/>
            <a:r>
              <a:rPr lang="en-US" dirty="0"/>
              <a:t>Handles bundling, optimization, and environment configuration </a:t>
            </a:r>
          </a:p>
          <a:p>
            <a:pPr lvl="1"/>
            <a:r>
              <a:rPr lang="en-US" dirty="0"/>
              <a:t>Produces production-ready, performant applications </a:t>
            </a:r>
          </a:p>
          <a:p>
            <a:pPr lvl="1"/>
            <a:r>
              <a:rPr lang="en-US" dirty="0"/>
              <a:t>Supports modern tooling without manual setup </a:t>
            </a:r>
          </a:p>
          <a:p>
            <a:br>
              <a:rPr lang="en-US" dirty="0"/>
            </a:br>
            <a:endParaRPr lang="en-US" dirty="0"/>
          </a:p>
          <a:p>
            <a:r>
              <a:rPr lang="en-US" b="1" dirty="0"/>
              <a:t>🔹 Key Takeaway</a:t>
            </a:r>
          </a:p>
          <a:p>
            <a:r>
              <a:rPr lang="en-US" dirty="0"/>
              <a:t>“Angular isn’t just a library—it’s a complete framework that provides everything needed to build, scale, and maintain modern web applications.”</a:t>
            </a:r>
          </a:p>
        </p:txBody>
      </p:sp>
      <p:sp>
        <p:nvSpPr>
          <p:cNvPr id="4" name="Slide Number Placeholder 3">
            <a:extLst>
              <a:ext uri="{FF2B5EF4-FFF2-40B4-BE49-F238E27FC236}">
                <a16:creationId xmlns:a16="http://schemas.microsoft.com/office/drawing/2014/main" id="{DBB64001-2CA6-814E-0CA6-5E5A77EA68CC}"/>
              </a:ext>
            </a:extLst>
          </p:cNvPr>
          <p:cNvSpPr>
            <a:spLocks noGrp="1"/>
          </p:cNvSpPr>
          <p:nvPr>
            <p:ph type="sldNum" sz="quarter" idx="5"/>
          </p:nvPr>
        </p:nvSpPr>
        <p:spPr/>
        <p:txBody>
          <a:bodyPr/>
          <a:lstStyle/>
          <a:p>
            <a:fld id="{C33A213D-7F76-41B0-A925-BC32A60B99E4}" type="slidenum">
              <a:rPr lang="en-US" smtClean="0"/>
              <a:t>8</a:t>
            </a:fld>
            <a:endParaRPr lang="en-US"/>
          </a:p>
        </p:txBody>
      </p:sp>
    </p:spTree>
    <p:extLst>
      <p:ext uri="{BB962C8B-B14F-4D97-AF65-F5344CB8AC3E}">
        <p14:creationId xmlns:p14="http://schemas.microsoft.com/office/powerpoint/2010/main" val="2856379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02994-D0D8-D7B6-2493-51B73A65E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F15F5-6C71-32BC-0C47-41F05AB6CF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39E9D2-6279-99D4-4813-0B0D5DD8AD10}"/>
              </a:ext>
            </a:extLst>
          </p:cNvPr>
          <p:cNvSpPr>
            <a:spLocks noGrp="1"/>
          </p:cNvSpPr>
          <p:nvPr>
            <p:ph type="body" idx="1"/>
          </p:nvPr>
        </p:nvSpPr>
        <p:spPr/>
        <p:txBody>
          <a:bodyPr/>
          <a:lstStyle/>
          <a:p>
            <a:r>
              <a:rPr lang="en-US" b="1" dirty="0"/>
              <a:t>Angular is Ideal For</a:t>
            </a:r>
          </a:p>
          <a:p>
            <a:r>
              <a:rPr lang="en-US" b="1" dirty="0"/>
              <a:t>Large Teams</a:t>
            </a:r>
            <a:r>
              <a:rPr lang="en-US" dirty="0"/>
              <a:t> </a:t>
            </a:r>
          </a:p>
          <a:p>
            <a:pPr lvl="1"/>
            <a:r>
              <a:rPr lang="en-US" dirty="0"/>
              <a:t>Enforces consistency and structure across developers </a:t>
            </a:r>
          </a:p>
          <a:p>
            <a:r>
              <a:rPr lang="en-US" b="1" dirty="0"/>
              <a:t>Long-Lived Applications</a:t>
            </a:r>
            <a:r>
              <a:rPr lang="en-US" dirty="0"/>
              <a:t> </a:t>
            </a:r>
          </a:p>
          <a:p>
            <a:pPr lvl="1"/>
            <a:r>
              <a:rPr lang="en-US" dirty="0"/>
              <a:t>Built for maintainability and scalability over time </a:t>
            </a:r>
          </a:p>
          <a:p>
            <a:r>
              <a:rPr lang="en-US" b="1" dirty="0"/>
              <a:t>Complex Workflows</a:t>
            </a:r>
            <a:r>
              <a:rPr lang="en-US" dirty="0"/>
              <a:t> </a:t>
            </a:r>
          </a:p>
          <a:p>
            <a:pPr lvl="1"/>
            <a:r>
              <a:rPr lang="en-US" dirty="0"/>
              <a:t>Handles multi-step logic and dynamic UI with ease </a:t>
            </a:r>
          </a:p>
          <a:p>
            <a:r>
              <a:rPr lang="en-US" b="1" dirty="0"/>
              <a:t>Secure Authentication Flows</a:t>
            </a:r>
            <a:r>
              <a:rPr lang="en-US" dirty="0"/>
              <a:t> </a:t>
            </a:r>
          </a:p>
          <a:p>
            <a:pPr lvl="1"/>
            <a:r>
              <a:rPr lang="en-US" dirty="0"/>
              <a:t>Supports modern auth patterns and route protection </a:t>
            </a:r>
          </a:p>
          <a:p>
            <a:r>
              <a:rPr lang="en-US" b="1" dirty="0"/>
              <a:t>Modular Architectures</a:t>
            </a:r>
            <a:r>
              <a:rPr lang="en-US" dirty="0"/>
              <a:t> </a:t>
            </a:r>
          </a:p>
          <a:p>
            <a:pPr lvl="1"/>
            <a:r>
              <a:rPr lang="en-US" dirty="0"/>
              <a:t>Encourages reusable, organized feature modules </a:t>
            </a:r>
          </a:p>
          <a:p>
            <a:br>
              <a:rPr lang="en-US" dirty="0"/>
            </a:br>
            <a:endParaRPr lang="en-US" dirty="0"/>
          </a:p>
          <a:p>
            <a:r>
              <a:rPr lang="en-US" b="1" dirty="0"/>
              <a:t>🔹 Quick Takeaway</a:t>
            </a:r>
          </a:p>
          <a:p>
            <a:r>
              <a:rPr lang="en-US" dirty="0"/>
              <a:t>“Angular is designed for enterprise applications where structure, scale, and long-term stability matter.” </a:t>
            </a:r>
          </a:p>
        </p:txBody>
      </p:sp>
      <p:sp>
        <p:nvSpPr>
          <p:cNvPr id="4" name="Slide Number Placeholder 3">
            <a:extLst>
              <a:ext uri="{FF2B5EF4-FFF2-40B4-BE49-F238E27FC236}">
                <a16:creationId xmlns:a16="http://schemas.microsoft.com/office/drawing/2014/main" id="{DE7FC97F-117B-4A59-347B-47B0ACF10C70}"/>
              </a:ext>
            </a:extLst>
          </p:cNvPr>
          <p:cNvSpPr>
            <a:spLocks noGrp="1"/>
          </p:cNvSpPr>
          <p:nvPr>
            <p:ph type="sldNum" sz="quarter" idx="5"/>
          </p:nvPr>
        </p:nvSpPr>
        <p:spPr/>
        <p:txBody>
          <a:bodyPr/>
          <a:lstStyle/>
          <a:p>
            <a:fld id="{C33A213D-7F76-41B0-A925-BC32A60B99E4}" type="slidenum">
              <a:rPr lang="en-US" smtClean="0"/>
              <a:t>9</a:t>
            </a:fld>
            <a:endParaRPr lang="en-US"/>
          </a:p>
        </p:txBody>
      </p:sp>
    </p:spTree>
    <p:extLst>
      <p:ext uri="{BB962C8B-B14F-4D97-AF65-F5344CB8AC3E}">
        <p14:creationId xmlns:p14="http://schemas.microsoft.com/office/powerpoint/2010/main" val="40609349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ED9BA-8AFB-877C-32C6-9ED4EDFB60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9F6EF4-B838-42E2-54B4-BB873976E2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E7133F-27EE-A890-D7CB-BC9E57753B0C}"/>
              </a:ext>
            </a:extLst>
          </p:cNvPr>
          <p:cNvSpPr>
            <a:spLocks noGrp="1"/>
          </p:cNvSpPr>
          <p:nvPr>
            <p:ph type="body" idx="1"/>
          </p:nvPr>
        </p:nvSpPr>
        <p:spPr/>
        <p:txBody>
          <a:bodyPr/>
          <a:lstStyle/>
          <a:p>
            <a:r>
              <a:rPr lang="en-US" dirty="0"/>
              <a:t>Think Lego blocks.</a:t>
            </a:r>
          </a:p>
          <a:p>
            <a:r>
              <a:rPr lang="en-US" dirty="0"/>
              <a:t>Each component:</a:t>
            </a:r>
          </a:p>
          <a:p>
            <a:r>
              <a:rPr lang="en-US" dirty="0"/>
              <a:t>Has its own template</a:t>
            </a:r>
          </a:p>
          <a:p>
            <a:r>
              <a:rPr lang="en-US" dirty="0"/>
              <a:t>Has its own logic</a:t>
            </a:r>
          </a:p>
          <a:p>
            <a:r>
              <a:rPr lang="en-US" dirty="0"/>
              <a:t>Can be reused</a:t>
            </a:r>
          </a:p>
          <a:p>
            <a:r>
              <a:rPr lang="en-US" dirty="0"/>
              <a:t>Can be tested independently</a:t>
            </a:r>
          </a:p>
          <a:p>
            <a:r>
              <a:rPr lang="en-US" dirty="0"/>
              <a:t>This is foundational to scalable UI systems.</a:t>
            </a:r>
          </a:p>
          <a:p>
            <a:endParaRPr lang="en-US" dirty="0"/>
          </a:p>
          <a:p>
            <a:r>
              <a:rPr lang="en-US" dirty="0"/>
              <a:t>Diagram:</a:t>
            </a:r>
          </a:p>
          <a:p>
            <a:r>
              <a:rPr lang="en-US" dirty="0"/>
              <a:t>Everything is a component</a:t>
            </a:r>
          </a:p>
          <a:p>
            <a:r>
              <a:rPr lang="en-US" dirty="0"/>
              <a:t>Components nest inside components</a:t>
            </a:r>
          </a:p>
          <a:p>
            <a:r>
              <a:rPr lang="en-US" dirty="0"/>
              <a:t>Router swaps feature components dynamically</a:t>
            </a:r>
          </a:p>
          <a:p>
            <a:endParaRPr lang="en-US" dirty="0"/>
          </a:p>
        </p:txBody>
      </p:sp>
      <p:sp>
        <p:nvSpPr>
          <p:cNvPr id="4" name="Slide Number Placeholder 3">
            <a:extLst>
              <a:ext uri="{FF2B5EF4-FFF2-40B4-BE49-F238E27FC236}">
                <a16:creationId xmlns:a16="http://schemas.microsoft.com/office/drawing/2014/main" id="{D4E09427-23D4-EBB0-99F0-ECC2118D204E}"/>
              </a:ext>
            </a:extLst>
          </p:cNvPr>
          <p:cNvSpPr>
            <a:spLocks noGrp="1"/>
          </p:cNvSpPr>
          <p:nvPr>
            <p:ph type="sldNum" sz="quarter" idx="5"/>
          </p:nvPr>
        </p:nvSpPr>
        <p:spPr/>
        <p:txBody>
          <a:bodyPr/>
          <a:lstStyle/>
          <a:p>
            <a:fld id="{C33A213D-7F76-41B0-A925-BC32A60B99E4}" type="slidenum">
              <a:rPr lang="en-US" smtClean="0"/>
              <a:t>10</a:t>
            </a:fld>
            <a:endParaRPr lang="en-US"/>
          </a:p>
        </p:txBody>
      </p:sp>
    </p:spTree>
    <p:extLst>
      <p:ext uri="{BB962C8B-B14F-4D97-AF65-F5344CB8AC3E}">
        <p14:creationId xmlns:p14="http://schemas.microsoft.com/office/powerpoint/2010/main" val="3090400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22CC1-EA97-C45B-5B9B-93E506ED33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D90F99-C827-350A-A997-0345DC5244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10781E-3A2E-20E3-27A1-F231AFA956E3}"/>
              </a:ext>
            </a:extLst>
          </p:cNvPr>
          <p:cNvSpPr>
            <a:spLocks noGrp="1"/>
          </p:cNvSpPr>
          <p:nvPr>
            <p:ph type="body" idx="1"/>
          </p:nvPr>
        </p:nvSpPr>
        <p:spPr/>
        <p:txBody>
          <a:bodyPr/>
          <a:lstStyle/>
          <a:p>
            <a:r>
              <a:rPr lang="en-US" b="1" dirty="0"/>
              <a:t>TypeScript Provides (Why It Matters)</a:t>
            </a:r>
          </a:p>
          <a:p>
            <a:r>
              <a:rPr lang="en-US" b="1" dirty="0"/>
              <a:t>Strong Typing</a:t>
            </a:r>
            <a:r>
              <a:rPr lang="en-US" dirty="0"/>
              <a:t> </a:t>
            </a:r>
          </a:p>
          <a:p>
            <a:pPr lvl="1"/>
            <a:r>
              <a:rPr lang="en-US" dirty="0"/>
              <a:t>Lets you define exactly what type of data your variables should hold </a:t>
            </a:r>
          </a:p>
          <a:p>
            <a:pPr lvl="1"/>
            <a:r>
              <a:rPr lang="en-US" dirty="0"/>
              <a:t>Prevents unexpected values from creeping into your application </a:t>
            </a:r>
          </a:p>
          <a:p>
            <a:pPr lvl="1"/>
            <a:r>
              <a:rPr lang="en-US" dirty="0"/>
              <a:t>Makes your code more predictable and easier to understand </a:t>
            </a:r>
          </a:p>
          <a:p>
            <a:br>
              <a:rPr lang="en-US" dirty="0"/>
            </a:br>
            <a:r>
              <a:rPr lang="en-US" b="1" dirty="0"/>
              <a:t>Interfaces</a:t>
            </a:r>
            <a:r>
              <a:rPr lang="en-US" dirty="0"/>
              <a:t> </a:t>
            </a:r>
          </a:p>
          <a:p>
            <a:pPr lvl="1"/>
            <a:r>
              <a:rPr lang="en-US" dirty="0"/>
              <a:t>Define the </a:t>
            </a:r>
            <a:r>
              <a:rPr lang="en-US" b="1" dirty="0"/>
              <a:t>shape of objects</a:t>
            </a:r>
            <a:r>
              <a:rPr lang="en-US" dirty="0"/>
              <a:t> (what properties and types they must have) </a:t>
            </a:r>
          </a:p>
          <a:p>
            <a:pPr lvl="1"/>
            <a:r>
              <a:rPr lang="en-US" dirty="0"/>
              <a:t>Creates consistency across your application </a:t>
            </a:r>
          </a:p>
          <a:p>
            <a:pPr lvl="1"/>
            <a:r>
              <a:rPr lang="en-US" dirty="0"/>
              <a:t>Acts like a contract between different parts of your code </a:t>
            </a:r>
          </a:p>
          <a:p>
            <a:br>
              <a:rPr lang="en-US" dirty="0"/>
            </a:br>
            <a:r>
              <a:rPr lang="en-US" b="1" dirty="0"/>
              <a:t>Compile-Time Checking</a:t>
            </a:r>
            <a:r>
              <a:rPr lang="en-US" dirty="0"/>
              <a:t> </a:t>
            </a:r>
          </a:p>
          <a:p>
            <a:pPr lvl="1"/>
            <a:r>
              <a:rPr lang="en-US" dirty="0"/>
              <a:t>Errors are caught </a:t>
            </a:r>
            <a:r>
              <a:rPr lang="en-US" b="1" dirty="0"/>
              <a:t>before the code runs</a:t>
            </a:r>
            <a:r>
              <a:rPr lang="en-US" dirty="0"/>
              <a:t> </a:t>
            </a:r>
          </a:p>
          <a:p>
            <a:pPr lvl="1"/>
            <a:r>
              <a:rPr lang="en-US" dirty="0"/>
              <a:t>Helps you fix issues early instead of debugging at runtime </a:t>
            </a:r>
          </a:p>
          <a:p>
            <a:pPr lvl="1"/>
            <a:r>
              <a:rPr lang="en-US" dirty="0"/>
              <a:t>Reduces production bugs significantly </a:t>
            </a:r>
          </a:p>
          <a:p>
            <a:br>
              <a:rPr lang="en-US" dirty="0"/>
            </a:br>
            <a:r>
              <a:rPr lang="en-US" b="1" dirty="0"/>
              <a:t>Better Tooling</a:t>
            </a:r>
            <a:r>
              <a:rPr lang="en-US" dirty="0"/>
              <a:t> </a:t>
            </a:r>
          </a:p>
          <a:p>
            <a:pPr lvl="1"/>
            <a:r>
              <a:rPr lang="en-US" dirty="0"/>
              <a:t>Enhanced IDE support (autocomplete, IntelliSense, navigation) </a:t>
            </a:r>
          </a:p>
          <a:p>
            <a:pPr lvl="1"/>
            <a:r>
              <a:rPr lang="en-US" dirty="0"/>
              <a:t>Makes development faster and more efficient </a:t>
            </a:r>
          </a:p>
          <a:p>
            <a:pPr lvl="1"/>
            <a:r>
              <a:rPr lang="en-US" dirty="0"/>
              <a:t>Helps developers understand unfamiliar code quickly </a:t>
            </a:r>
          </a:p>
          <a:p>
            <a:br>
              <a:rPr lang="en-US" dirty="0"/>
            </a:br>
            <a:r>
              <a:rPr lang="en-US" b="1" dirty="0"/>
              <a:t>Refactoring Safety</a:t>
            </a:r>
            <a:r>
              <a:rPr lang="en-US" dirty="0"/>
              <a:t> </a:t>
            </a:r>
          </a:p>
          <a:p>
            <a:pPr lvl="1"/>
            <a:r>
              <a:rPr lang="en-US" dirty="0"/>
              <a:t>Safely rename variables, methods, or structures across your app </a:t>
            </a:r>
          </a:p>
          <a:p>
            <a:pPr lvl="1"/>
            <a:r>
              <a:rPr lang="en-US" dirty="0"/>
              <a:t>Type system ensures nothing breaks silently </a:t>
            </a:r>
          </a:p>
          <a:p>
            <a:pPr lvl="1"/>
            <a:r>
              <a:rPr lang="en-US" dirty="0"/>
              <a:t>Gives confidence when making large-scale changes </a:t>
            </a:r>
          </a:p>
          <a:p>
            <a:br>
              <a:rPr lang="en-US" dirty="0"/>
            </a:br>
            <a:endParaRPr lang="en-US" dirty="0"/>
          </a:p>
          <a:p>
            <a:r>
              <a:rPr lang="en-US" b="1" dirty="0"/>
              <a:t>🔹 Key Takeaway</a:t>
            </a:r>
          </a:p>
          <a:p>
            <a:r>
              <a:rPr lang="en-US" dirty="0"/>
              <a:t>“TypeScript adds structure and safety to JavaScript—helping you catch errors early, scale confidently, and build more maintainable applications.”</a:t>
            </a:r>
          </a:p>
        </p:txBody>
      </p:sp>
      <p:sp>
        <p:nvSpPr>
          <p:cNvPr id="4" name="Slide Number Placeholder 3">
            <a:extLst>
              <a:ext uri="{FF2B5EF4-FFF2-40B4-BE49-F238E27FC236}">
                <a16:creationId xmlns:a16="http://schemas.microsoft.com/office/drawing/2014/main" id="{C050BA28-3C63-3963-47CB-880E4B64D512}"/>
              </a:ext>
            </a:extLst>
          </p:cNvPr>
          <p:cNvSpPr>
            <a:spLocks noGrp="1"/>
          </p:cNvSpPr>
          <p:nvPr>
            <p:ph type="sldNum" sz="quarter" idx="5"/>
          </p:nvPr>
        </p:nvSpPr>
        <p:spPr/>
        <p:txBody>
          <a:bodyPr/>
          <a:lstStyle/>
          <a:p>
            <a:fld id="{C33A213D-7F76-41B0-A925-BC32A60B99E4}" type="slidenum">
              <a:rPr lang="en-US" smtClean="0"/>
              <a:t>11</a:t>
            </a:fld>
            <a:endParaRPr lang="en-US"/>
          </a:p>
        </p:txBody>
      </p:sp>
    </p:spTree>
    <p:extLst>
      <p:ext uri="{BB962C8B-B14F-4D97-AF65-F5344CB8AC3E}">
        <p14:creationId xmlns:p14="http://schemas.microsoft.com/office/powerpoint/2010/main" val="31146453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AE940-5859-D3DC-B323-E1C2CD43C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8EFA58-6A83-C3BC-B4CD-07C3FAE174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0A4944-979F-895F-8AFA-561C81952E53}"/>
              </a:ext>
            </a:extLst>
          </p:cNvPr>
          <p:cNvSpPr>
            <a:spLocks noGrp="1"/>
          </p:cNvSpPr>
          <p:nvPr>
            <p:ph type="body" idx="1"/>
          </p:nvPr>
        </p:nvSpPr>
        <p:spPr/>
        <p:txBody>
          <a:bodyPr/>
          <a:lstStyle/>
          <a:p>
            <a:r>
              <a:rPr lang="en-US" dirty="0"/>
              <a:t>Today, we’ll see Angular not as theory, but inside a real application.</a:t>
            </a:r>
          </a:p>
          <a:p>
            <a:r>
              <a:rPr lang="en-US" dirty="0"/>
              <a:t>You’ll see:</a:t>
            </a:r>
          </a:p>
          <a:p>
            <a:r>
              <a:rPr lang="en-US" dirty="0"/>
              <a:t>How components fit together</a:t>
            </a:r>
          </a:p>
          <a:p>
            <a:r>
              <a:rPr lang="en-US" dirty="0"/>
              <a:t>How services abstract backend calls</a:t>
            </a:r>
          </a:p>
          <a:p>
            <a:r>
              <a:rPr lang="en-US" dirty="0"/>
              <a:t>How routing creates the app experience</a:t>
            </a:r>
          </a:p>
        </p:txBody>
      </p:sp>
      <p:sp>
        <p:nvSpPr>
          <p:cNvPr id="4" name="Slide Number Placeholder 3">
            <a:extLst>
              <a:ext uri="{FF2B5EF4-FFF2-40B4-BE49-F238E27FC236}">
                <a16:creationId xmlns:a16="http://schemas.microsoft.com/office/drawing/2014/main" id="{79B7F799-C286-6DE8-5FE6-3CC139E41F7A}"/>
              </a:ext>
            </a:extLst>
          </p:cNvPr>
          <p:cNvSpPr>
            <a:spLocks noGrp="1"/>
          </p:cNvSpPr>
          <p:nvPr>
            <p:ph type="sldNum" sz="quarter" idx="5"/>
          </p:nvPr>
        </p:nvSpPr>
        <p:spPr/>
        <p:txBody>
          <a:bodyPr/>
          <a:lstStyle/>
          <a:p>
            <a:fld id="{C33A213D-7F76-41B0-A925-BC32A60B99E4}" type="slidenum">
              <a:rPr lang="en-US" smtClean="0"/>
              <a:t>12</a:t>
            </a:fld>
            <a:endParaRPr lang="en-US"/>
          </a:p>
        </p:txBody>
      </p:sp>
    </p:spTree>
    <p:extLst>
      <p:ext uri="{BB962C8B-B14F-4D97-AF65-F5344CB8AC3E}">
        <p14:creationId xmlns:p14="http://schemas.microsoft.com/office/powerpoint/2010/main" val="18995898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2F05C-09F2-0F0C-0C06-4FAA06966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F10A7F-F91B-7436-D2AD-0DBE186594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43AF4C-4804-3CE1-68C8-E073F16EE919}"/>
              </a:ext>
            </a:extLst>
          </p:cNvPr>
          <p:cNvSpPr>
            <a:spLocks noGrp="1"/>
          </p:cNvSpPr>
          <p:nvPr>
            <p:ph type="body" idx="1"/>
          </p:nvPr>
        </p:nvSpPr>
        <p:spPr/>
        <p:txBody>
          <a:bodyPr/>
          <a:lstStyle/>
          <a:p>
            <a:r>
              <a:rPr lang="en-US" dirty="0"/>
              <a:t>This is why Angular is a strong foundation for cloud UI applications.</a:t>
            </a:r>
          </a:p>
          <a:p>
            <a:r>
              <a:rPr lang="en-US" dirty="0"/>
              <a:t>It’s not about popularity —</a:t>
            </a:r>
            <a:br>
              <a:rPr lang="en-US" dirty="0"/>
            </a:br>
            <a:r>
              <a:rPr lang="en-US" dirty="0"/>
              <a:t>It’s about scalability, structure, and maintainability.</a:t>
            </a:r>
          </a:p>
        </p:txBody>
      </p:sp>
      <p:sp>
        <p:nvSpPr>
          <p:cNvPr id="4" name="Slide Number Placeholder 3">
            <a:extLst>
              <a:ext uri="{FF2B5EF4-FFF2-40B4-BE49-F238E27FC236}">
                <a16:creationId xmlns:a16="http://schemas.microsoft.com/office/drawing/2014/main" id="{C7F61BFD-82FF-1852-D687-0B5B52997A9A}"/>
              </a:ext>
            </a:extLst>
          </p:cNvPr>
          <p:cNvSpPr>
            <a:spLocks noGrp="1"/>
          </p:cNvSpPr>
          <p:nvPr>
            <p:ph type="sldNum" sz="quarter" idx="5"/>
          </p:nvPr>
        </p:nvSpPr>
        <p:spPr/>
        <p:txBody>
          <a:bodyPr/>
          <a:lstStyle/>
          <a:p>
            <a:fld id="{C33A213D-7F76-41B0-A925-BC32A60B99E4}" type="slidenum">
              <a:rPr lang="en-US" smtClean="0"/>
              <a:t>13</a:t>
            </a:fld>
            <a:endParaRPr lang="en-US"/>
          </a:p>
        </p:txBody>
      </p:sp>
    </p:spTree>
    <p:extLst>
      <p:ext uri="{BB962C8B-B14F-4D97-AF65-F5344CB8AC3E}">
        <p14:creationId xmlns:p14="http://schemas.microsoft.com/office/powerpoint/2010/main" val="1270114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technologies we defined earlier bear a little more discussion, as they’re central to how we’ll go about configuring our </a:t>
            </a:r>
            <a:r>
              <a:rPr lang="en-US" dirty="0" err="1"/>
              <a:t>Uis</a:t>
            </a:r>
            <a:r>
              <a:rPr lang="en-US" dirty="0"/>
              <a:t>.</a:t>
            </a:r>
          </a:p>
          <a:p>
            <a:r>
              <a:rPr lang="en-US" dirty="0"/>
              <a:t>[CLICK] First, we defined the Node Package Manager as </a:t>
            </a:r>
            <a:r>
              <a:rPr lang="en-US" sz="1050" dirty="0"/>
              <a:t>The </a:t>
            </a:r>
            <a:r>
              <a:rPr lang="en-US" dirty="0"/>
              <a:t>default </a:t>
            </a:r>
            <a:r>
              <a:rPr lang="en-US" dirty="0">
                <a:solidFill>
                  <a:srgbClr val="13EAC1"/>
                </a:solidFill>
              </a:rPr>
              <a:t>packager </a:t>
            </a:r>
            <a:r>
              <a:rPr lang="en-US" dirty="0"/>
              <a:t>for Node.js, but its role goes more in-depth, as it provides a command line interface that will allow us to command the generator to generate components for us (such as the example you see on the screen). While using the generator is not mandatory to create components, </a:t>
            </a:r>
            <a:r>
              <a:rPr lang="en-US" sz="1200" b="0" i="0" kern="1200" dirty="0">
                <a:solidFill>
                  <a:schemeClr val="tx1"/>
                </a:solidFill>
                <a:effectLst/>
                <a:latin typeface="+mn-lt"/>
                <a:ea typeface="+mn-ea"/>
                <a:cs typeface="+mn-cs"/>
              </a:rPr>
              <a:t>the Angular ecosystem relies heavily on </a:t>
            </a:r>
            <a:r>
              <a:rPr lang="en-US" sz="1200" b="0" i="0" kern="1200" dirty="0" err="1">
                <a:solidFill>
                  <a:schemeClr val="tx1"/>
                </a:solidFill>
                <a:effectLst/>
                <a:latin typeface="+mn-lt"/>
                <a:ea typeface="+mn-ea"/>
                <a:cs typeface="+mn-cs"/>
              </a:rPr>
              <a:t>npm</a:t>
            </a:r>
            <a:r>
              <a:rPr lang="en-US" sz="1200" b="0" i="0" kern="1200" dirty="0">
                <a:solidFill>
                  <a:schemeClr val="tx1"/>
                </a:solidFill>
                <a:effectLst/>
                <a:latin typeface="+mn-lt"/>
                <a:ea typeface="+mn-ea"/>
                <a:cs typeface="+mn-cs"/>
              </a:rPr>
              <a:t>. You’ll recall that Angular is template and dependency based, so when the generator is used it’ll edit all of the necessary dependency files to add your component and ensure it’s recognized by the Angular ecosystem.</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[CLICK] Let’s move on to Node.js. We defined this as an </a:t>
            </a:r>
            <a:r>
              <a:rPr lang="en-US" dirty="0"/>
              <a:t>Open-source, cross-platform </a:t>
            </a:r>
            <a:r>
              <a:rPr lang="en-US" dirty="0">
                <a:solidFill>
                  <a:srgbClr val="13EAC1"/>
                </a:solidFill>
              </a:rPr>
              <a:t>JavaScript runtime environment</a:t>
            </a:r>
            <a:r>
              <a:rPr lang="en-US" dirty="0"/>
              <a:t> that allows you to </a:t>
            </a:r>
            <a:r>
              <a:rPr lang="en-US" dirty="0">
                <a:solidFill>
                  <a:srgbClr val="13EAC1"/>
                </a:solidFill>
              </a:rPr>
              <a:t>execute JavaScript code outside of a web browser. By</a:t>
            </a:r>
            <a:r>
              <a:rPr lang="en-US" sz="1200" b="0" i="0" kern="1200" dirty="0">
                <a:solidFill>
                  <a:schemeClr val="tx1"/>
                </a:solidFill>
                <a:effectLst/>
                <a:latin typeface="+mn-lt"/>
                <a:ea typeface="+mn-ea"/>
                <a:cs typeface="+mn-cs"/>
              </a:rPr>
              <a:t> leveraging JavaScript's asynchronous, event-driven nature it is able to build scalable network applications, including web servers, APIs, and command-line tools.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to break it all down… [CLICK – read last bullet]</a:t>
            </a:r>
            <a:endParaRPr lang="en-US" dirty="0"/>
          </a:p>
        </p:txBody>
      </p:sp>
      <p:sp>
        <p:nvSpPr>
          <p:cNvPr id="4" name="Slide Number Placeholder 3"/>
          <p:cNvSpPr>
            <a:spLocks noGrp="1"/>
          </p:cNvSpPr>
          <p:nvPr>
            <p:ph type="sldNum" sz="quarter" idx="5"/>
          </p:nvPr>
        </p:nvSpPr>
        <p:spPr/>
        <p:txBody>
          <a:bodyPr/>
          <a:lstStyle/>
          <a:p>
            <a:fld id="{C33A213D-7F76-41B0-A925-BC32A60B99E4}" type="slidenum">
              <a:rPr lang="en-US" smtClean="0"/>
              <a:t>15</a:t>
            </a:fld>
            <a:endParaRPr lang="en-US"/>
          </a:p>
        </p:txBody>
      </p:sp>
    </p:spTree>
    <p:extLst>
      <p:ext uri="{BB962C8B-B14F-4D97-AF65-F5344CB8AC3E}">
        <p14:creationId xmlns:p14="http://schemas.microsoft.com/office/powerpoint/2010/main" val="1997055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likes </a:t>
            </a:r>
            <a:r>
              <a:rPr lang="en-US" dirty="0" err="1"/>
              <a:t>legos</a:t>
            </a:r>
            <a:r>
              <a:rPr lang="en-US" dirty="0"/>
              <a:t>?</a:t>
            </a:r>
          </a:p>
        </p:txBody>
      </p:sp>
      <p:sp>
        <p:nvSpPr>
          <p:cNvPr id="4" name="Slide Number Placeholder 3"/>
          <p:cNvSpPr>
            <a:spLocks noGrp="1"/>
          </p:cNvSpPr>
          <p:nvPr>
            <p:ph type="sldNum" sz="quarter" idx="5"/>
          </p:nvPr>
        </p:nvSpPr>
        <p:spPr/>
        <p:txBody>
          <a:bodyPr/>
          <a:lstStyle/>
          <a:p>
            <a:fld id="{C33A213D-7F76-41B0-A925-BC32A60B99E4}" type="slidenum">
              <a:rPr lang="en-US" smtClean="0"/>
              <a:t>16</a:t>
            </a:fld>
            <a:endParaRPr lang="en-US"/>
          </a:p>
        </p:txBody>
      </p:sp>
    </p:spTree>
    <p:extLst>
      <p:ext uri="{BB962C8B-B14F-4D97-AF65-F5344CB8AC3E}">
        <p14:creationId xmlns:p14="http://schemas.microsoft.com/office/powerpoint/2010/main" val="25712740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is an Angular Component?</a:t>
            </a:r>
          </a:p>
          <a:p>
            <a:r>
              <a:rPr lang="en-US" dirty="0"/>
              <a:t>A </a:t>
            </a:r>
            <a:r>
              <a:rPr lang="en-US" b="1" dirty="0"/>
              <a:t>component</a:t>
            </a:r>
            <a:r>
              <a:rPr lang="en-US" dirty="0"/>
              <a:t> is the </a:t>
            </a:r>
            <a:r>
              <a:rPr lang="en-US" b="1" dirty="0"/>
              <a:t>building block of an Angular application</a:t>
            </a:r>
            <a:r>
              <a:rPr lang="en-US" dirty="0"/>
              <a:t> </a:t>
            </a:r>
          </a:p>
          <a:p>
            <a:r>
              <a:rPr lang="en-US" dirty="0"/>
              <a:t>It controls a specific part of the UI - like a section, page, or feature </a:t>
            </a:r>
          </a:p>
          <a:p>
            <a:r>
              <a:rPr lang="en-US" dirty="0"/>
              <a:t>Think of it as a </a:t>
            </a:r>
            <a:r>
              <a:rPr lang="en-US" b="1" dirty="0"/>
              <a:t>self-contained unit</a:t>
            </a:r>
            <a:r>
              <a:rPr lang="en-US" dirty="0"/>
              <a:t> that combines logic, layout, and behavior </a:t>
            </a:r>
          </a:p>
          <a:p>
            <a:br>
              <a:rPr lang="en-US" dirty="0"/>
            </a:br>
            <a:endParaRPr lang="en-US" dirty="0"/>
          </a:p>
          <a:p>
            <a:r>
              <a:rPr lang="en-US" b="1" dirty="0"/>
              <a:t>🔹 What Makes Up a Component?</a:t>
            </a:r>
          </a:p>
          <a:p>
            <a:r>
              <a:rPr lang="en-US" b="1" dirty="0"/>
              <a:t>Template (HTML)</a:t>
            </a:r>
            <a:r>
              <a:rPr lang="en-US" dirty="0"/>
              <a:t> </a:t>
            </a:r>
          </a:p>
          <a:p>
            <a:pPr lvl="1"/>
            <a:r>
              <a:rPr lang="en-US" dirty="0"/>
              <a:t>Defines what the user sees </a:t>
            </a:r>
          </a:p>
          <a:p>
            <a:pPr lvl="1"/>
            <a:r>
              <a:rPr lang="en-US" dirty="0"/>
              <a:t>Structure of the UI </a:t>
            </a:r>
          </a:p>
          <a:p>
            <a:r>
              <a:rPr lang="en-US" b="1" dirty="0"/>
              <a:t>Class (TypeScript)</a:t>
            </a:r>
            <a:r>
              <a:rPr lang="en-US" dirty="0"/>
              <a:t> </a:t>
            </a:r>
          </a:p>
          <a:p>
            <a:pPr lvl="1"/>
            <a:r>
              <a:rPr lang="en-US" dirty="0"/>
              <a:t>Handles the logic and data </a:t>
            </a:r>
          </a:p>
          <a:p>
            <a:pPr lvl="1"/>
            <a:r>
              <a:rPr lang="en-US" dirty="0"/>
              <a:t>Controls how the component behaves </a:t>
            </a:r>
          </a:p>
          <a:p>
            <a:r>
              <a:rPr lang="en-US" b="1" dirty="0"/>
              <a:t>Styles (CSS/SCSS)</a:t>
            </a:r>
            <a:r>
              <a:rPr lang="en-US" dirty="0"/>
              <a:t> </a:t>
            </a:r>
          </a:p>
          <a:p>
            <a:pPr lvl="1"/>
            <a:r>
              <a:rPr lang="en-US" dirty="0"/>
              <a:t>Defines how the component looks </a:t>
            </a:r>
          </a:p>
          <a:p>
            <a:pPr lvl="1"/>
            <a:r>
              <a:rPr lang="en-US" dirty="0"/>
              <a:t>Scoped to that component </a:t>
            </a:r>
          </a:p>
          <a:p>
            <a:r>
              <a:rPr lang="en-US" b="1" dirty="0"/>
              <a:t>Metadata (Decorator)</a:t>
            </a:r>
            <a:r>
              <a:rPr lang="en-US" dirty="0"/>
              <a:t> </a:t>
            </a:r>
          </a:p>
          <a:p>
            <a:pPr lvl="1"/>
            <a:r>
              <a:rPr lang="en-US" dirty="0"/>
              <a:t>Connects everything together (</a:t>
            </a:r>
            <a:r>
              <a:rPr lang="en-US" sz="1200" kern="1200" dirty="0">
                <a:solidFill>
                  <a:schemeClr val="tx1"/>
                </a:solidFill>
                <a:latin typeface="+mn-lt"/>
                <a:ea typeface="+mn-ea"/>
                <a:cs typeface="+mn-cs"/>
              </a:rPr>
              <a:t>@Component</a:t>
            </a:r>
            <a:r>
              <a:rPr lang="en-US" dirty="0"/>
              <a:t>) </a:t>
            </a:r>
          </a:p>
          <a:p>
            <a:pPr lvl="1"/>
            <a:r>
              <a:rPr lang="en-US" dirty="0"/>
              <a:t>Tells Angular how to use the component </a:t>
            </a:r>
          </a:p>
          <a:p>
            <a:br>
              <a:rPr lang="en-US" dirty="0"/>
            </a:br>
            <a:endParaRPr lang="en-US" dirty="0"/>
          </a:p>
          <a:p>
            <a:r>
              <a:rPr lang="en-US" b="1" dirty="0"/>
              <a:t>🔹 Simple Explanation</a:t>
            </a:r>
          </a:p>
          <a:p>
            <a:r>
              <a:rPr lang="en-US" dirty="0"/>
              <a:t>“A component is a reusable, self-contained piece of UI that combines structure, behavior, and styling into one unit.” </a:t>
            </a:r>
          </a:p>
          <a:p>
            <a:br>
              <a:rPr lang="en-US" dirty="0"/>
            </a:br>
            <a:endParaRPr lang="en-US" dirty="0"/>
          </a:p>
          <a:p>
            <a:r>
              <a:rPr lang="en-US" b="1" dirty="0"/>
              <a:t>🔹 Key Takeaway</a:t>
            </a:r>
          </a:p>
          <a:p>
            <a:r>
              <a:rPr lang="en-US" dirty="0"/>
              <a:t>“Angular applications are built by combining many small, focused components working together.” </a:t>
            </a:r>
          </a:p>
        </p:txBody>
      </p:sp>
      <p:sp>
        <p:nvSpPr>
          <p:cNvPr id="4" name="Slide Number Placeholder 3"/>
          <p:cNvSpPr>
            <a:spLocks noGrp="1"/>
          </p:cNvSpPr>
          <p:nvPr>
            <p:ph type="sldNum" sz="quarter" idx="5"/>
          </p:nvPr>
        </p:nvSpPr>
        <p:spPr/>
        <p:txBody>
          <a:bodyPr/>
          <a:lstStyle/>
          <a:p>
            <a:fld id="{C33A213D-7F76-41B0-A925-BC32A60B99E4}" type="slidenum">
              <a:rPr lang="en-US" smtClean="0"/>
              <a:t>18</a:t>
            </a:fld>
            <a:endParaRPr lang="en-US"/>
          </a:p>
        </p:txBody>
      </p:sp>
    </p:spTree>
    <p:extLst>
      <p:ext uri="{BB962C8B-B14F-4D97-AF65-F5344CB8AC3E}">
        <p14:creationId xmlns:p14="http://schemas.microsoft.com/office/powerpoint/2010/main" val="36138808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83D50-3B2E-B0FD-82DF-915100382D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73701E-2BFE-DDDB-19C6-2B4C60CFAC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55DD56-20F6-7303-5B5E-C43141A8F208}"/>
              </a:ext>
            </a:extLst>
          </p:cNvPr>
          <p:cNvSpPr>
            <a:spLocks noGrp="1"/>
          </p:cNvSpPr>
          <p:nvPr>
            <p:ph type="body" idx="1"/>
          </p:nvPr>
        </p:nvSpPr>
        <p:spPr/>
        <p:txBody>
          <a:bodyPr/>
          <a:lstStyle/>
          <a:p>
            <a:r>
              <a:rPr lang="en-US" b="1" dirty="0"/>
              <a:t>Components – Start Here (Anchor the audience)</a:t>
            </a:r>
          </a:p>
          <a:p>
            <a:r>
              <a:rPr lang="en-US" dirty="0"/>
              <a:t>“Let’s start with components—these are really the heart of any Angular application.”</a:t>
            </a:r>
          </a:p>
          <a:p>
            <a:r>
              <a:rPr lang="en-US" dirty="0"/>
              <a:t>“Components are your </a:t>
            </a:r>
            <a:r>
              <a:rPr lang="en-US" b="1" dirty="0"/>
              <a:t>building blocks</a:t>
            </a:r>
            <a:r>
              <a:rPr lang="en-US" dirty="0"/>
              <a:t>—everything the user sees on screen is driven by a component.” </a:t>
            </a:r>
          </a:p>
          <a:p>
            <a:r>
              <a:rPr lang="en-US" dirty="0"/>
              <a:t>“Each component is </a:t>
            </a:r>
            <a:r>
              <a:rPr lang="en-US" b="1" dirty="0"/>
              <a:t>self-contained</a:t>
            </a:r>
            <a:r>
              <a:rPr lang="en-US" dirty="0"/>
              <a:t>, meaning it owns its UI and behavior.” </a:t>
            </a:r>
          </a:p>
          <a:p>
            <a:r>
              <a:rPr lang="en-US" dirty="0"/>
              <a:t>“So if you think about something like a search bar, a chat window, or a dashboard card—each of those would typically be its own component.” </a:t>
            </a:r>
          </a:p>
          <a:p>
            <a:r>
              <a:rPr lang="en-US" dirty="0"/>
              <a:t>“They define two things:</a:t>
            </a:r>
            <a:br>
              <a:rPr lang="en-US" dirty="0"/>
            </a:br>
            <a:r>
              <a:rPr lang="en-US" dirty="0"/>
              <a:t>→ what the user sees</a:t>
            </a:r>
            <a:br>
              <a:rPr lang="en-US" dirty="0"/>
            </a:br>
            <a:r>
              <a:rPr lang="en-US" dirty="0"/>
              <a:t>→ and how it behaves when the user interacts with it” </a:t>
            </a:r>
          </a:p>
          <a:p>
            <a:r>
              <a:rPr lang="en-US" dirty="0"/>
              <a:t>👉 </a:t>
            </a:r>
            <a:r>
              <a:rPr lang="en-US" i="1" dirty="0"/>
              <a:t>Nice transition line:</a:t>
            </a:r>
            <a:endParaRPr lang="en-US" dirty="0"/>
          </a:p>
          <a:p>
            <a:r>
              <a:rPr lang="en-US" dirty="0"/>
              <a:t>“But components shouldn’t be doing everything themselves…”</a:t>
            </a:r>
          </a:p>
          <a:p>
            <a:br>
              <a:rPr lang="en-US" dirty="0"/>
            </a:br>
            <a:endParaRPr lang="en-US" dirty="0"/>
          </a:p>
          <a:p>
            <a:r>
              <a:rPr lang="en-US" b="1" dirty="0"/>
              <a:t>🔌 Dependencies in Components (Introduce the problem + solution)</a:t>
            </a:r>
          </a:p>
          <a:p>
            <a:r>
              <a:rPr lang="en-US" dirty="0"/>
              <a:t>“This is where dependencies come in.”</a:t>
            </a:r>
          </a:p>
          <a:p>
            <a:r>
              <a:rPr lang="en-US" dirty="0"/>
              <a:t>“Components often need functionality that lives </a:t>
            </a:r>
            <a:r>
              <a:rPr lang="en-US" i="1" dirty="0"/>
              <a:t>outside</a:t>
            </a:r>
            <a:r>
              <a:rPr lang="en-US" dirty="0"/>
              <a:t> of them—like calling an API or sharing data.” </a:t>
            </a:r>
          </a:p>
          <a:p>
            <a:r>
              <a:rPr lang="en-US" dirty="0"/>
              <a:t>“Instead of building that logic directly into the component, Angular uses something called </a:t>
            </a:r>
            <a:r>
              <a:rPr lang="en-US" b="1" dirty="0"/>
              <a:t>Dependency Injection</a:t>
            </a:r>
            <a:r>
              <a:rPr lang="en-US" dirty="0"/>
              <a:t>, or DI.” </a:t>
            </a:r>
          </a:p>
          <a:p>
            <a:r>
              <a:rPr lang="en-US" dirty="0"/>
              <a:t>“Dependency Injection basically means:</a:t>
            </a:r>
            <a:br>
              <a:rPr lang="en-US" dirty="0"/>
            </a:br>
            <a:r>
              <a:rPr lang="en-US" dirty="0"/>
              <a:t>→ Angular gives your component what it needs, instead of the component creating it itself.” </a:t>
            </a:r>
          </a:p>
          <a:p>
            <a:r>
              <a:rPr lang="en-US" dirty="0"/>
              <a:t>“You’ll typically see this in the constructor like this:” </a:t>
            </a:r>
          </a:p>
          <a:p>
            <a:pPr rtl="0"/>
            <a:r>
              <a:rPr lang="en-US" sz="1200" kern="1200" dirty="0">
                <a:solidFill>
                  <a:schemeClr val="tx1"/>
                </a:solidFill>
                <a:latin typeface="+mn-lt"/>
                <a:ea typeface="+mn-ea"/>
                <a:cs typeface="+mn-cs"/>
              </a:rPr>
              <a:t>constructor(private </a:t>
            </a:r>
            <a:r>
              <a:rPr lang="en-US" sz="1200" kern="1200" dirty="0" err="1">
                <a:solidFill>
                  <a:schemeClr val="tx1"/>
                </a:solidFill>
                <a:latin typeface="+mn-lt"/>
                <a:ea typeface="+mn-ea"/>
                <a:cs typeface="+mn-cs"/>
              </a:rPr>
              <a:t>dataService</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DataService</a:t>
            </a:r>
            <a:r>
              <a:rPr lang="en-US" sz="1200" kern="1200" dirty="0">
                <a:solidFill>
                  <a:schemeClr val="tx1"/>
                </a:solidFill>
                <a:latin typeface="+mn-lt"/>
                <a:ea typeface="+mn-ea"/>
                <a:cs typeface="+mn-cs"/>
              </a:rPr>
              <a:t>) {}</a:t>
            </a:r>
          </a:p>
          <a:p>
            <a:r>
              <a:rPr lang="en-US" dirty="0"/>
              <a:t>“So here, Angular is injecting a </a:t>
            </a:r>
            <a:r>
              <a:rPr lang="en-US" sz="1200" kern="1200" dirty="0" err="1">
                <a:solidFill>
                  <a:schemeClr val="tx1"/>
                </a:solidFill>
                <a:latin typeface="+mn-lt"/>
                <a:ea typeface="+mn-ea"/>
                <a:cs typeface="+mn-cs"/>
              </a:rPr>
              <a:t>DataService</a:t>
            </a:r>
            <a:r>
              <a:rPr lang="en-US" dirty="0"/>
              <a:t> into the component.” </a:t>
            </a:r>
          </a:p>
          <a:p>
            <a:r>
              <a:rPr lang="en-US" dirty="0"/>
              <a:t>“The component can now use it—but it doesn’t need to know how it’s created or managed.” </a:t>
            </a:r>
          </a:p>
          <a:p>
            <a:r>
              <a:rPr lang="en-US" dirty="0"/>
              <a:t>👉 </a:t>
            </a:r>
            <a:r>
              <a:rPr lang="en-US" i="1" dirty="0"/>
              <a:t>Key emphasis line:</a:t>
            </a:r>
            <a:endParaRPr lang="en-US" dirty="0"/>
          </a:p>
          <a:p>
            <a:r>
              <a:rPr lang="en-US" dirty="0"/>
              <a:t>“This keeps components clean and focused on UI instead of logic.”</a:t>
            </a:r>
          </a:p>
          <a:p>
            <a:br>
              <a:rPr lang="en-US" dirty="0"/>
            </a:br>
            <a:endParaRPr lang="en-US" dirty="0"/>
          </a:p>
          <a:p>
            <a:r>
              <a:rPr lang="en-US" b="1" dirty="0"/>
              <a:t>🔧 Services – Where the Real Work Happens</a:t>
            </a:r>
          </a:p>
          <a:p>
            <a:r>
              <a:rPr lang="en-US" dirty="0"/>
              <a:t>“So where does that logic actually live? That’s where services come in.”</a:t>
            </a:r>
          </a:p>
          <a:p>
            <a:r>
              <a:rPr lang="en-US" dirty="0"/>
              <a:t>“Services are just classes that handle </a:t>
            </a:r>
            <a:r>
              <a:rPr lang="en-US" b="1" dirty="0"/>
              <a:t>business logic, data access, and shared state</a:t>
            </a:r>
            <a:r>
              <a:rPr lang="en-US" dirty="0"/>
              <a:t>.” </a:t>
            </a:r>
          </a:p>
          <a:p>
            <a:r>
              <a:rPr lang="en-US" dirty="0"/>
              <a:t>“They’re designed to be reusable across multiple components.” </a:t>
            </a:r>
          </a:p>
          <a:p>
            <a:r>
              <a:rPr lang="en-US" b="1" dirty="0"/>
              <a:t>Give relatable examples:</a:t>
            </a:r>
          </a:p>
          <a:p>
            <a:r>
              <a:rPr lang="en-US" dirty="0"/>
              <a:t>“If you’re making an API call → that goes in a service” </a:t>
            </a:r>
          </a:p>
          <a:p>
            <a:r>
              <a:rPr lang="en-US" dirty="0"/>
              <a:t>“If multiple components need the same data → that’s handled by a service” </a:t>
            </a:r>
          </a:p>
          <a:p>
            <a:r>
              <a:rPr lang="en-US" dirty="0"/>
              <a:t>“If you have helper or utility functions → those belong in a service” </a:t>
            </a:r>
          </a:p>
          <a:p>
            <a:r>
              <a:rPr lang="en-US" dirty="0"/>
              <a:t>👉 </a:t>
            </a:r>
            <a:r>
              <a:rPr lang="en-US" i="1" dirty="0"/>
              <a:t>Bring it home:</a:t>
            </a:r>
            <a:endParaRPr lang="en-US" dirty="0"/>
          </a:p>
          <a:p>
            <a:r>
              <a:rPr lang="en-US" dirty="0"/>
              <a:t>“So instead of duplicating logic across components, you centralize it in services.”</a:t>
            </a:r>
          </a:p>
          <a:p>
            <a:br>
              <a:rPr lang="en-US" dirty="0"/>
            </a:br>
            <a:endParaRPr lang="en-US" dirty="0"/>
          </a:p>
          <a:p>
            <a:r>
              <a:rPr lang="en-US" b="1" dirty="0"/>
              <a:t>🔁 Wrap It Together (This is your strongest moment)</a:t>
            </a:r>
          </a:p>
          <a:p>
            <a:r>
              <a:rPr lang="en-US" dirty="0"/>
              <a:t>“So putting it all together:”</a:t>
            </a:r>
          </a:p>
          <a:p>
            <a:r>
              <a:rPr lang="en-US" dirty="0"/>
              <a:t>“Components handle the </a:t>
            </a:r>
            <a:r>
              <a:rPr lang="en-US" b="1" dirty="0"/>
              <a:t>UI and interaction</a:t>
            </a:r>
            <a:r>
              <a:rPr lang="en-US" dirty="0"/>
              <a:t>” </a:t>
            </a:r>
          </a:p>
          <a:p>
            <a:r>
              <a:rPr lang="en-US" dirty="0"/>
              <a:t>“Services handle the </a:t>
            </a:r>
            <a:r>
              <a:rPr lang="en-US" b="1" dirty="0"/>
              <a:t>logic and data</a:t>
            </a:r>
            <a:r>
              <a:rPr lang="en-US" dirty="0"/>
              <a:t>” </a:t>
            </a:r>
          </a:p>
          <a:p>
            <a:r>
              <a:rPr lang="en-US" dirty="0"/>
              <a:t>“And Dependency Injection is what connects the two” </a:t>
            </a:r>
          </a:p>
          <a:p>
            <a:r>
              <a:rPr lang="en-US" dirty="0"/>
              <a:t>👉 </a:t>
            </a:r>
            <a:r>
              <a:rPr lang="en-US" i="1" dirty="0"/>
              <a:t>Strong closing line:</a:t>
            </a:r>
            <a:endParaRPr lang="en-US" dirty="0"/>
          </a:p>
          <a:p>
            <a:r>
              <a:rPr lang="en-US" dirty="0"/>
              <a:t>“This separation is what makes Angular applications scalable, maintainable, and easy to extend.”</a:t>
            </a:r>
          </a:p>
        </p:txBody>
      </p:sp>
      <p:sp>
        <p:nvSpPr>
          <p:cNvPr id="4" name="Slide Number Placeholder 3">
            <a:extLst>
              <a:ext uri="{FF2B5EF4-FFF2-40B4-BE49-F238E27FC236}">
                <a16:creationId xmlns:a16="http://schemas.microsoft.com/office/drawing/2014/main" id="{77877738-BDF8-612A-BD70-D9688D6FE77D}"/>
              </a:ext>
            </a:extLst>
          </p:cNvPr>
          <p:cNvSpPr>
            <a:spLocks noGrp="1"/>
          </p:cNvSpPr>
          <p:nvPr>
            <p:ph type="sldNum" sz="quarter" idx="5"/>
          </p:nvPr>
        </p:nvSpPr>
        <p:spPr/>
        <p:txBody>
          <a:bodyPr/>
          <a:lstStyle/>
          <a:p>
            <a:fld id="{C33A213D-7F76-41B0-A925-BC32A60B99E4}" type="slidenum">
              <a:rPr lang="en-US" smtClean="0"/>
              <a:t>19</a:t>
            </a:fld>
            <a:endParaRPr lang="en-US"/>
          </a:p>
        </p:txBody>
      </p:sp>
    </p:spTree>
    <p:extLst>
      <p:ext uri="{BB962C8B-B14F-4D97-AF65-F5344CB8AC3E}">
        <p14:creationId xmlns:p14="http://schemas.microsoft.com/office/powerpoint/2010/main" val="20214338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just learning syntax.</a:t>
            </a:r>
          </a:p>
          <a:p>
            <a:r>
              <a:rPr lang="en-US" dirty="0"/>
              <a:t>We’re building the ability to:</a:t>
            </a:r>
          </a:p>
          <a:p>
            <a:r>
              <a:rPr lang="en-US" dirty="0"/>
              <a:t>Read enterprise Angular code</a:t>
            </a:r>
          </a:p>
          <a:p>
            <a:r>
              <a:rPr lang="en-US" dirty="0"/>
              <a:t>Extend existing applications</a:t>
            </a:r>
          </a:p>
          <a:p>
            <a:r>
              <a:rPr lang="en-US" dirty="0"/>
              <a:t>Think architecturally</a:t>
            </a:r>
          </a:p>
          <a:p>
            <a:r>
              <a:rPr lang="en-US" dirty="0"/>
              <a:t>That’s the difference between knowing Angular and using Angular professionally.</a:t>
            </a:r>
          </a:p>
        </p:txBody>
      </p:sp>
      <p:sp>
        <p:nvSpPr>
          <p:cNvPr id="4" name="Slide Number Placeholder 3"/>
          <p:cNvSpPr>
            <a:spLocks noGrp="1"/>
          </p:cNvSpPr>
          <p:nvPr>
            <p:ph type="sldNum" sz="quarter" idx="5"/>
          </p:nvPr>
        </p:nvSpPr>
        <p:spPr/>
        <p:txBody>
          <a:bodyPr/>
          <a:lstStyle/>
          <a:p>
            <a:fld id="{C33A213D-7F76-41B0-A925-BC32A60B99E4}" type="slidenum">
              <a:rPr lang="en-US" smtClean="0"/>
              <a:t>21</a:t>
            </a:fld>
            <a:endParaRPr lang="en-US"/>
          </a:p>
        </p:txBody>
      </p:sp>
    </p:spTree>
    <p:extLst>
      <p:ext uri="{BB962C8B-B14F-4D97-AF65-F5344CB8AC3E}">
        <p14:creationId xmlns:p14="http://schemas.microsoft.com/office/powerpoint/2010/main" val="26317193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73380-94A0-39BC-D184-2E1D06FA12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9B9544-11DF-5B96-AE3E-706D732FD5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4BE12-B8DD-321B-CBE6-B6B1C20FBCCF}"/>
              </a:ext>
            </a:extLst>
          </p:cNvPr>
          <p:cNvSpPr>
            <a:spLocks noGrp="1"/>
          </p:cNvSpPr>
          <p:nvPr>
            <p:ph type="body" idx="1"/>
          </p:nvPr>
        </p:nvSpPr>
        <p:spPr/>
        <p:txBody>
          <a:bodyPr/>
          <a:lstStyle/>
          <a:p>
            <a:pPr lvl="0"/>
            <a:r>
              <a:rPr lang="en-US" sz="1200" dirty="0"/>
              <a:t>We’re about to dive into the Hands-On portion of this session, so let’s break down the things we’re going to do..</a:t>
            </a:r>
          </a:p>
          <a:p>
            <a:pPr lvl="0"/>
            <a:endParaRPr lang="en-US" sz="1200" dirty="0"/>
          </a:p>
          <a:p>
            <a:pPr lvl="0"/>
            <a:r>
              <a:rPr lang="en-US" sz="1200" dirty="0"/>
              <a:t>[CLICK] read</a:t>
            </a:r>
          </a:p>
          <a:p>
            <a:pPr lvl="0"/>
            <a:r>
              <a:rPr lang="en-US" sz="1200" dirty="0"/>
              <a:t>[CLICK] read</a:t>
            </a:r>
          </a:p>
          <a:p>
            <a:pPr lvl="0"/>
            <a:r>
              <a:rPr lang="en-US" sz="1200" dirty="0"/>
              <a:t>[CLICK] read</a:t>
            </a:r>
            <a:endParaRPr lang="en-US" dirty="0"/>
          </a:p>
        </p:txBody>
      </p:sp>
      <p:sp>
        <p:nvSpPr>
          <p:cNvPr id="4" name="Slide Number Placeholder 3">
            <a:extLst>
              <a:ext uri="{FF2B5EF4-FFF2-40B4-BE49-F238E27FC236}">
                <a16:creationId xmlns:a16="http://schemas.microsoft.com/office/drawing/2014/main" id="{514D7439-CFE9-8278-512F-20327DB6D071}"/>
              </a:ext>
            </a:extLst>
          </p:cNvPr>
          <p:cNvSpPr>
            <a:spLocks noGrp="1"/>
          </p:cNvSpPr>
          <p:nvPr>
            <p:ph type="sldNum" sz="quarter" idx="5"/>
          </p:nvPr>
        </p:nvSpPr>
        <p:spPr/>
        <p:txBody>
          <a:bodyPr/>
          <a:lstStyle/>
          <a:p>
            <a:fld id="{C33A213D-7F76-41B0-A925-BC32A60B99E4}" type="slidenum">
              <a:rPr lang="en-US" smtClean="0"/>
              <a:t>22</a:t>
            </a:fld>
            <a:endParaRPr lang="en-US"/>
          </a:p>
        </p:txBody>
      </p:sp>
    </p:spTree>
    <p:extLst>
      <p:ext uri="{BB962C8B-B14F-4D97-AF65-F5344CB8AC3E}">
        <p14:creationId xmlns:p14="http://schemas.microsoft.com/office/powerpoint/2010/main" val="377481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thing I want us to do is to slip into the mindset of why we’re here. Why is it we’re learning how to create a Custom UI. </a:t>
            </a:r>
          </a:p>
          <a:p>
            <a:r>
              <a:rPr lang="en-US" dirty="0"/>
              <a:t>[read slide]</a:t>
            </a:r>
          </a:p>
          <a:p>
            <a:r>
              <a:rPr lang="en-US" dirty="0"/>
              <a:t>So, buried in this request are a few features of a Custom UI in a CIC application. </a:t>
            </a:r>
          </a:p>
          <a:p>
            <a:pPr marL="228600" indent="-228600">
              <a:buAutoNum type="arabicPeriod"/>
            </a:pPr>
            <a:r>
              <a:rPr lang="en-US" dirty="0"/>
              <a:t>To dedicate an environment for an internal audience that you can curate to their needs. We can remove access from areas we don’t want this team to access, or empower our claims team with an efficient UI that takes them directly where they need to go.</a:t>
            </a:r>
          </a:p>
          <a:p>
            <a:pPr marL="228600" indent="-228600">
              <a:buAutoNum type="arabicPeriod"/>
            </a:pPr>
            <a:r>
              <a:rPr lang="en-US" dirty="0"/>
              <a:t>The Custom UI allows us to enforce branding standards by changing the look, feel, and functionality of the UI.</a:t>
            </a:r>
          </a:p>
        </p:txBody>
      </p:sp>
      <p:sp>
        <p:nvSpPr>
          <p:cNvPr id="4" name="Slide Number Placeholder 3"/>
          <p:cNvSpPr>
            <a:spLocks noGrp="1"/>
          </p:cNvSpPr>
          <p:nvPr>
            <p:ph type="sldNum" sz="quarter" idx="5"/>
          </p:nvPr>
        </p:nvSpPr>
        <p:spPr/>
        <p:txBody>
          <a:bodyPr/>
          <a:lstStyle/>
          <a:p>
            <a:fld id="{C33A213D-7F76-41B0-A925-BC32A60B99E4}" type="slidenum">
              <a:rPr lang="en-US" smtClean="0"/>
              <a:t>23</a:t>
            </a:fld>
            <a:endParaRPr lang="en-US"/>
          </a:p>
        </p:txBody>
      </p:sp>
    </p:spTree>
    <p:extLst>
      <p:ext uri="{BB962C8B-B14F-4D97-AF65-F5344CB8AC3E}">
        <p14:creationId xmlns:p14="http://schemas.microsoft.com/office/powerpoint/2010/main" val="36210315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803D0-7DE6-87E1-0E6A-953F3F281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04803-B855-FB84-579F-79D810A986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9E633B-6FB6-3CE3-C792-39F86D55F34B}"/>
              </a:ext>
            </a:extLst>
          </p:cNvPr>
          <p:cNvSpPr>
            <a:spLocks noGrp="1"/>
          </p:cNvSpPr>
          <p:nvPr>
            <p:ph type="body" idx="1"/>
          </p:nvPr>
        </p:nvSpPr>
        <p:spPr/>
        <p:txBody>
          <a:bodyPr/>
          <a:lstStyle/>
          <a:p>
            <a:r>
              <a:rPr lang="en-US" dirty="0"/>
              <a:t>[DEMO] Now, I’ll demo creating and editing a Custom UI in CIC.</a:t>
            </a:r>
          </a:p>
          <a:p>
            <a:endParaRPr lang="en-US" dirty="0"/>
          </a:p>
          <a:p>
            <a:r>
              <a:rPr lang="en-US" dirty="0"/>
              <a:t>[HANDS-ON] Now, it’s time for us to Create our own Custom UI in Automate.</a:t>
            </a:r>
          </a:p>
          <a:p>
            <a:endParaRPr lang="en-US" dirty="0"/>
          </a:p>
          <a:p>
            <a:r>
              <a:rPr lang="en-US" dirty="0"/>
              <a:t>STOP HERE</a:t>
            </a:r>
          </a:p>
        </p:txBody>
      </p:sp>
      <p:sp>
        <p:nvSpPr>
          <p:cNvPr id="4" name="Slide Number Placeholder 3">
            <a:extLst>
              <a:ext uri="{FF2B5EF4-FFF2-40B4-BE49-F238E27FC236}">
                <a16:creationId xmlns:a16="http://schemas.microsoft.com/office/drawing/2014/main" id="{37C2C435-C4ED-B9BE-F598-C6BDF2B6B968}"/>
              </a:ext>
            </a:extLst>
          </p:cNvPr>
          <p:cNvSpPr>
            <a:spLocks noGrp="1"/>
          </p:cNvSpPr>
          <p:nvPr>
            <p:ph type="sldNum" sz="quarter" idx="5"/>
          </p:nvPr>
        </p:nvSpPr>
        <p:spPr/>
        <p:txBody>
          <a:bodyPr/>
          <a:lstStyle/>
          <a:p>
            <a:fld id="{C33A213D-7F76-41B0-A925-BC32A60B99E4}" type="slidenum">
              <a:rPr lang="en-US" smtClean="0"/>
              <a:t>24</a:t>
            </a:fld>
            <a:endParaRPr lang="en-US"/>
          </a:p>
        </p:txBody>
      </p:sp>
    </p:spTree>
    <p:extLst>
      <p:ext uri="{BB962C8B-B14F-4D97-AF65-F5344CB8AC3E}">
        <p14:creationId xmlns:p14="http://schemas.microsoft.com/office/powerpoint/2010/main" val="22930082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to </a:t>
            </a:r>
            <a:r>
              <a:rPr lang="en-US" dirty="0" err="1"/>
              <a:t>url</a:t>
            </a:r>
            <a:r>
              <a:rPr lang="en-US" dirty="0"/>
              <a:t> in green, use user/pass in purple (if signed into other </a:t>
            </a:r>
            <a:r>
              <a:rPr lang="en-US" dirty="0" err="1"/>
              <a:t>accnt</a:t>
            </a:r>
            <a:r>
              <a:rPr lang="en-US" dirty="0"/>
              <a:t>, sign out..)</a:t>
            </a:r>
          </a:p>
          <a:p>
            <a:r>
              <a:rPr lang="en-US" dirty="0"/>
              <a:t>You’ll see </a:t>
            </a:r>
          </a:p>
        </p:txBody>
      </p:sp>
      <p:sp>
        <p:nvSpPr>
          <p:cNvPr id="4" name="Slide Number Placeholder 3"/>
          <p:cNvSpPr>
            <a:spLocks noGrp="1"/>
          </p:cNvSpPr>
          <p:nvPr>
            <p:ph type="sldNum" sz="quarter" idx="5"/>
          </p:nvPr>
        </p:nvSpPr>
        <p:spPr/>
        <p:txBody>
          <a:bodyPr/>
          <a:lstStyle/>
          <a:p>
            <a:fld id="{C33A213D-7F76-41B0-A925-BC32A60B99E4}" type="slidenum">
              <a:rPr lang="en-US" smtClean="0"/>
              <a:t>25</a:t>
            </a:fld>
            <a:endParaRPr lang="en-US"/>
          </a:p>
        </p:txBody>
      </p:sp>
    </p:spTree>
    <p:extLst>
      <p:ext uri="{BB962C8B-B14F-4D97-AF65-F5344CB8AC3E}">
        <p14:creationId xmlns:p14="http://schemas.microsoft.com/office/powerpoint/2010/main" val="15094490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D4BDE-6D66-F258-9446-A9616845EB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66108A-ABA4-3069-F269-078C23902E6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53E553F-CAF3-34AF-9C29-3EF3B6E5D322}"/>
              </a:ext>
            </a:extLst>
          </p:cNvPr>
          <p:cNvSpPr>
            <a:spLocks noGrp="1"/>
          </p:cNvSpPr>
          <p:nvPr>
            <p:ph type="body" idx="1"/>
          </p:nvPr>
        </p:nvSpPr>
        <p:spPr/>
        <p:txBody>
          <a:bodyPr/>
          <a:lstStyle/>
          <a:p>
            <a:r>
              <a:rPr lang="en-US" b="0"/>
              <a:t>STOP HERE</a:t>
            </a:r>
          </a:p>
        </p:txBody>
      </p:sp>
    </p:spTree>
    <p:extLst>
      <p:ext uri="{BB962C8B-B14F-4D97-AF65-F5344CB8AC3E}">
        <p14:creationId xmlns:p14="http://schemas.microsoft.com/office/powerpoint/2010/main" val="5354220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D064B-08FB-0D8D-2154-939A0F2697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997AF8-4A5C-C24C-7DC0-6F81802FFE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03A03F-C5F0-741D-5A00-CAAFC4FD36DE}"/>
              </a:ext>
            </a:extLst>
          </p:cNvPr>
          <p:cNvSpPr>
            <a:spLocks noGrp="1"/>
          </p:cNvSpPr>
          <p:nvPr>
            <p:ph type="body" idx="1"/>
          </p:nvPr>
        </p:nvSpPr>
        <p:spPr/>
        <p:txBody>
          <a:bodyPr/>
          <a:lstStyle/>
          <a:p>
            <a:r>
              <a:rPr lang="en-US" dirty="0"/>
              <a:t>That brings us to the end of this training. In this course, we…</a:t>
            </a:r>
          </a:p>
          <a:p>
            <a:endParaRPr lang="en-US" dirty="0"/>
          </a:p>
          <a:p>
            <a:r>
              <a:rPr lang="en-US" dirty="0"/>
              <a:t>Creates a Custom UI Local Dev Environment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Configures &amp; applied Code elements to a Custom UI in CIC create plugins and pages that delivered a unique user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we Implement our developed Custom UIs into our CIC Applications so it may be accessed by our intended audience.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hope you found this training relevant and useful.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8CD1A06C-F967-0B38-F204-B2884920F671}"/>
              </a:ext>
            </a:extLst>
          </p:cNvPr>
          <p:cNvSpPr>
            <a:spLocks noGrp="1"/>
          </p:cNvSpPr>
          <p:nvPr>
            <p:ph type="sldNum" sz="quarter" idx="5"/>
          </p:nvPr>
        </p:nvSpPr>
        <p:spPr/>
        <p:txBody>
          <a:bodyPr/>
          <a:lstStyle/>
          <a:p>
            <a:fld id="{C33A213D-7F76-41B0-A925-BC32A60B99E4}" type="slidenum">
              <a:rPr lang="en-US" smtClean="0"/>
              <a:t>27</a:t>
            </a:fld>
            <a:endParaRPr lang="en-US"/>
          </a:p>
        </p:txBody>
      </p:sp>
    </p:spTree>
    <p:extLst>
      <p:ext uri="{BB962C8B-B14F-4D97-AF65-F5344CB8AC3E}">
        <p14:creationId xmlns:p14="http://schemas.microsoft.com/office/powerpoint/2010/main" val="1083513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use cases you may have experienced with customers / partners?</a:t>
            </a:r>
          </a:p>
        </p:txBody>
      </p:sp>
      <p:sp>
        <p:nvSpPr>
          <p:cNvPr id="4" name="Slide Number Placeholder 3"/>
          <p:cNvSpPr>
            <a:spLocks noGrp="1"/>
          </p:cNvSpPr>
          <p:nvPr>
            <p:ph type="sldNum" sz="quarter" idx="5"/>
          </p:nvPr>
        </p:nvSpPr>
        <p:spPr/>
        <p:txBody>
          <a:bodyPr/>
          <a:lstStyle/>
          <a:p>
            <a:fld id="{C33A213D-7F76-41B0-A925-BC32A60B99E4}" type="slidenum">
              <a:rPr lang="en-US" smtClean="0"/>
              <a:t>28</a:t>
            </a:fld>
            <a:endParaRPr lang="en-US"/>
          </a:p>
        </p:txBody>
      </p:sp>
    </p:spTree>
    <p:extLst>
      <p:ext uri="{BB962C8B-B14F-4D97-AF65-F5344CB8AC3E}">
        <p14:creationId xmlns:p14="http://schemas.microsoft.com/office/powerpoint/2010/main" val="20275686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B2E2D-9E90-F672-D93C-660F233336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BB153-B55E-1E96-36EE-EC246A6902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72BDB7-8CF8-30D6-8DFF-32A961412AAA}"/>
              </a:ext>
            </a:extLst>
          </p:cNvPr>
          <p:cNvSpPr>
            <a:spLocks noGrp="1"/>
          </p:cNvSpPr>
          <p:nvPr>
            <p:ph type="body" idx="1"/>
          </p:nvPr>
        </p:nvSpPr>
        <p:spPr/>
        <p:txBody>
          <a:bodyPr/>
          <a:lstStyle/>
          <a:p>
            <a:r>
              <a:rPr lang="en-US" dirty="0"/>
              <a:t>Business solutions, use cases, customer / partners?</a:t>
            </a:r>
          </a:p>
        </p:txBody>
      </p:sp>
      <p:sp>
        <p:nvSpPr>
          <p:cNvPr id="4" name="Slide Number Placeholder 3">
            <a:extLst>
              <a:ext uri="{FF2B5EF4-FFF2-40B4-BE49-F238E27FC236}">
                <a16:creationId xmlns:a16="http://schemas.microsoft.com/office/drawing/2014/main" id="{21C201C2-1E6D-A981-A21C-32354A78FD2B}"/>
              </a:ext>
            </a:extLst>
          </p:cNvPr>
          <p:cNvSpPr>
            <a:spLocks noGrp="1"/>
          </p:cNvSpPr>
          <p:nvPr>
            <p:ph type="sldNum" sz="quarter" idx="5"/>
          </p:nvPr>
        </p:nvSpPr>
        <p:spPr/>
        <p:txBody>
          <a:bodyPr/>
          <a:lstStyle/>
          <a:p>
            <a:fld id="{C33A213D-7F76-41B0-A925-BC32A60B99E4}" type="slidenum">
              <a:rPr lang="en-US" smtClean="0"/>
              <a:t>29</a:t>
            </a:fld>
            <a:endParaRPr lang="en-US"/>
          </a:p>
        </p:txBody>
      </p:sp>
    </p:spTree>
    <p:extLst>
      <p:ext uri="{BB962C8B-B14F-4D97-AF65-F5344CB8AC3E}">
        <p14:creationId xmlns:p14="http://schemas.microsoft.com/office/powerpoint/2010/main" val="10310957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A213D-7F76-41B0-A925-BC32A60B99E4}" type="slidenum">
              <a:rPr lang="en-US" smtClean="0"/>
              <a:t>31</a:t>
            </a:fld>
            <a:endParaRPr lang="en-US"/>
          </a:p>
        </p:txBody>
      </p:sp>
    </p:spTree>
    <p:extLst>
      <p:ext uri="{BB962C8B-B14F-4D97-AF65-F5344CB8AC3E}">
        <p14:creationId xmlns:p14="http://schemas.microsoft.com/office/powerpoint/2010/main" val="19846871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talk about what a Custom UI is within the realm of Automate.</a:t>
            </a:r>
          </a:p>
          <a:p>
            <a:r>
              <a:rPr lang="en-US" dirty="0"/>
              <a:t>I’ve oversimplified a diagram here depicting Automate within the ecosystem of the Content Innovation Cloud.</a:t>
            </a:r>
          </a:p>
          <a:p>
            <a:r>
              <a:rPr lang="en-US" dirty="0"/>
              <a:t>[CLICK] The native UI used for Automate is essentially an ADF application we call Workspace. That is the Application Development Framework.</a:t>
            </a:r>
          </a:p>
          <a:p>
            <a:r>
              <a:rPr lang="en-US" dirty="0"/>
              <a:t>[CLICK] ADF is based on Angular, a templating structure that utilizes customizable components &amp; services designed to build web applications.</a:t>
            </a:r>
          </a:p>
          <a:p>
            <a:r>
              <a:rPr lang="en-US" dirty="0"/>
              <a:t>[CLICK] The Workspace UI (or ADF app) sits as a layer on top of Automate, and some other services within the CIC and is built to communicate and display the automate service.</a:t>
            </a:r>
          </a:p>
          <a:p>
            <a:r>
              <a:rPr lang="en-US" dirty="0"/>
              <a:t>[CLICK] One feature of ADP applications is they can operate from a separate environment, similar to how we’ll engage with it in this course, where we’re going to download the workspace UI and host it locally, where we can easily make and view changes, effectively carving out a development space. </a:t>
            </a:r>
          </a:p>
        </p:txBody>
      </p:sp>
      <p:sp>
        <p:nvSpPr>
          <p:cNvPr id="4" name="Slide Number Placeholder 3"/>
          <p:cNvSpPr>
            <a:spLocks noGrp="1"/>
          </p:cNvSpPr>
          <p:nvPr>
            <p:ph type="sldNum" sz="quarter" idx="5"/>
          </p:nvPr>
        </p:nvSpPr>
        <p:spPr/>
        <p:txBody>
          <a:bodyPr/>
          <a:lstStyle/>
          <a:p>
            <a:fld id="{C33A213D-7F76-41B0-A925-BC32A60B99E4}" type="slidenum">
              <a:rPr lang="en-US" smtClean="0"/>
              <a:t>32</a:t>
            </a:fld>
            <a:endParaRPr lang="en-US"/>
          </a:p>
        </p:txBody>
      </p:sp>
    </p:spTree>
    <p:extLst>
      <p:ext uri="{BB962C8B-B14F-4D97-AF65-F5344CB8AC3E}">
        <p14:creationId xmlns:p14="http://schemas.microsoft.com/office/powerpoint/2010/main" val="42108284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dirty="0"/>
              <a:t>Now that we understand that our Workspace UI is in essence an Angular UI, let’s address Angular.</a:t>
            </a:r>
          </a:p>
          <a:p>
            <a:pPr lvl="0"/>
            <a:r>
              <a:rPr lang="en-US" sz="1200" dirty="0"/>
              <a:t>When addressing Angular, there’s a plethora of information to share, but we’re going to dig just deep enough to uncover what we need to know to accomplish today’s task. </a:t>
            </a:r>
          </a:p>
          <a:p>
            <a:pPr lvl="0"/>
            <a:endParaRPr lang="en-US" sz="1200" dirty="0"/>
          </a:p>
          <a:p>
            <a:pPr lvl="0"/>
            <a:r>
              <a:rPr lang="en-US" sz="1200" dirty="0"/>
              <a:t>[CLICK] So, again, </a:t>
            </a:r>
            <a:r>
              <a:rPr lang="en-US" sz="1200" dirty="0" err="1"/>
              <a:t>Autmate</a:t>
            </a:r>
            <a:r>
              <a:rPr lang="en-US" sz="1200" dirty="0"/>
              <a:t> UIs use Angular. </a:t>
            </a:r>
          </a:p>
          <a:p>
            <a:pPr lvl="0"/>
            <a:r>
              <a:rPr lang="en-US" sz="1200" dirty="0"/>
              <a:t>Angular uses a </a:t>
            </a:r>
            <a:r>
              <a:rPr lang="en-US" sz="1200" dirty="0">
                <a:solidFill>
                  <a:srgbClr val="13EAC1"/>
                </a:solidFill>
              </a:rPr>
              <a:t>templating</a:t>
            </a:r>
            <a:r>
              <a:rPr lang="en-US" sz="1200" dirty="0"/>
              <a:t> structure to manage </a:t>
            </a:r>
            <a:r>
              <a:rPr lang="en-US" sz="1200" dirty="0">
                <a:solidFill>
                  <a:srgbClr val="13EAC1"/>
                </a:solidFill>
              </a:rPr>
              <a:t>components</a:t>
            </a:r>
            <a:r>
              <a:rPr lang="en-US" sz="1200" dirty="0"/>
              <a:t>, powered by </a:t>
            </a:r>
            <a:r>
              <a:rPr lang="en-US" sz="1200" dirty="0">
                <a:solidFill>
                  <a:srgbClr val="13EAC1"/>
                </a:solidFill>
              </a:rPr>
              <a:t>directives</a:t>
            </a:r>
            <a:r>
              <a:rPr lang="en-US" sz="1200" dirty="0"/>
              <a:t>, and relies on </a:t>
            </a:r>
            <a:r>
              <a:rPr lang="en-US" sz="1200" dirty="0">
                <a:solidFill>
                  <a:srgbClr val="13EAC1"/>
                </a:solidFill>
              </a:rPr>
              <a:t>dependencies</a:t>
            </a:r>
          </a:p>
          <a:p>
            <a:pPr lvl="0"/>
            <a:r>
              <a:rPr lang="en-US" sz="1200" b="0" i="0" dirty="0"/>
              <a:t>The purpose of this environment is to make a clear Distinction between data (</a:t>
            </a:r>
            <a:r>
              <a:rPr lang="en-US" sz="1200" b="0" i="0" dirty="0">
                <a:solidFill>
                  <a:srgbClr val="13EAC1"/>
                </a:solidFill>
              </a:rPr>
              <a:t>Model</a:t>
            </a:r>
            <a:r>
              <a:rPr lang="en-US" sz="1200" b="0" i="0" dirty="0"/>
              <a:t>), user interface (</a:t>
            </a:r>
            <a:r>
              <a:rPr lang="en-US" sz="1200" b="0" i="0" dirty="0">
                <a:solidFill>
                  <a:srgbClr val="13EAC1"/>
                </a:solidFill>
              </a:rPr>
              <a:t>View</a:t>
            </a:r>
            <a:r>
              <a:rPr lang="en-US" sz="1200" b="0" i="0" dirty="0"/>
              <a:t>), and logic (</a:t>
            </a:r>
            <a:r>
              <a:rPr lang="en-US" sz="1200" b="0" i="0" dirty="0">
                <a:solidFill>
                  <a:srgbClr val="13EAC1"/>
                </a:solidFill>
              </a:rPr>
              <a:t>Controller/</a:t>
            </a:r>
            <a:r>
              <a:rPr lang="en-US" sz="1200" b="0" i="0" dirty="0" err="1">
                <a:solidFill>
                  <a:srgbClr val="13EAC1"/>
                </a:solidFill>
              </a:rPr>
              <a:t>ViewModel</a:t>
            </a:r>
            <a:r>
              <a:rPr lang="en-US" sz="1200" b="0" i="0" dirty="0"/>
              <a:t>)</a:t>
            </a:r>
          </a:p>
          <a:p>
            <a:pPr lvl="0"/>
            <a:endParaRPr lang="en-US" sz="1200" b="0" i="0" dirty="0">
              <a:solidFill>
                <a:srgbClr val="13EAC1"/>
              </a:solidFill>
            </a:endParaRPr>
          </a:p>
          <a:p>
            <a:pPr lvl="0"/>
            <a:r>
              <a:rPr lang="en-US" sz="1200" dirty="0">
                <a:solidFill>
                  <a:srgbClr val="13EAC1"/>
                </a:solidFill>
              </a:rPr>
              <a:t>[CLICK] The area we’ll focus most of our development into is Components, referred to as the building blocks of Angular. These can consist of. [ read slide ]</a:t>
            </a:r>
          </a:p>
          <a:p>
            <a:pPr lvl="0"/>
            <a:endParaRPr lang="en-US" sz="1200" dirty="0">
              <a:solidFill>
                <a:srgbClr val="13EAC1"/>
              </a:solidFill>
            </a:endParaRPr>
          </a:p>
          <a:p>
            <a:pPr lvl="0"/>
            <a:r>
              <a:rPr lang="en-US" sz="1200" dirty="0">
                <a:solidFill>
                  <a:srgbClr val="13EAC1"/>
                </a:solidFill>
              </a:rPr>
              <a:t>[CLICK] And finally, Components consist of 4 elements. </a:t>
            </a:r>
          </a:p>
          <a:p>
            <a:pPr lvl="0">
              <a:lnSpc>
                <a:spcPct val="100000"/>
              </a:lnSpc>
            </a:pPr>
            <a:r>
              <a:rPr lang="en-US" sz="1200" dirty="0">
                <a:solidFill>
                  <a:srgbClr val="13EAC1"/>
                </a:solidFill>
              </a:rPr>
              <a:t>HTML Template:</a:t>
            </a:r>
            <a:r>
              <a:rPr lang="en-US" sz="1200" dirty="0"/>
              <a:t> declares what renders on the page</a:t>
            </a:r>
          </a:p>
          <a:p>
            <a:pPr lvl="0">
              <a:lnSpc>
                <a:spcPct val="100000"/>
              </a:lnSpc>
            </a:pPr>
            <a:r>
              <a:rPr lang="en-US" sz="1200" dirty="0">
                <a:solidFill>
                  <a:srgbClr val="13EAC1"/>
                </a:solidFill>
              </a:rPr>
              <a:t>TypeScript Class:</a:t>
            </a:r>
            <a:r>
              <a:rPr lang="en-US" sz="1200" dirty="0"/>
              <a:t> defines component behavior</a:t>
            </a:r>
          </a:p>
          <a:p>
            <a:pPr lvl="0">
              <a:lnSpc>
                <a:spcPct val="100000"/>
              </a:lnSpc>
            </a:pPr>
            <a:r>
              <a:rPr lang="en-US" sz="1200" dirty="0">
                <a:solidFill>
                  <a:srgbClr val="13EAC1"/>
                </a:solidFill>
              </a:rPr>
              <a:t>CSS Selector: </a:t>
            </a:r>
            <a:r>
              <a:rPr lang="en-US" sz="1200" dirty="0"/>
              <a:t>defines how component is used in template</a:t>
            </a:r>
          </a:p>
          <a:p>
            <a:pPr lvl="0">
              <a:lnSpc>
                <a:spcPct val="100000"/>
              </a:lnSpc>
            </a:pPr>
            <a:r>
              <a:rPr lang="en-US" sz="1200" dirty="0">
                <a:solidFill>
                  <a:srgbClr val="13EAC1"/>
                </a:solidFill>
              </a:rPr>
              <a:t>CSS Style:</a:t>
            </a:r>
            <a:r>
              <a:rPr lang="en-US" sz="1200" dirty="0"/>
              <a:t> (optional) visual styles applied to the template</a:t>
            </a:r>
          </a:p>
          <a:p>
            <a:pPr lvl="0"/>
            <a:endParaRPr lang="en-US" sz="1200" dirty="0">
              <a:solidFill>
                <a:srgbClr val="13EAC1"/>
              </a:solidFill>
            </a:endParaRPr>
          </a:p>
          <a:p>
            <a:pPr lvl="0"/>
            <a:endParaRPr lang="en-US" sz="1200" dirty="0"/>
          </a:p>
          <a:p>
            <a:endParaRPr lang="en-US" dirty="0"/>
          </a:p>
        </p:txBody>
      </p:sp>
      <p:sp>
        <p:nvSpPr>
          <p:cNvPr id="4" name="Slide Number Placeholder 3"/>
          <p:cNvSpPr>
            <a:spLocks noGrp="1"/>
          </p:cNvSpPr>
          <p:nvPr>
            <p:ph type="sldNum" sz="quarter" idx="5"/>
          </p:nvPr>
        </p:nvSpPr>
        <p:spPr/>
        <p:txBody>
          <a:bodyPr/>
          <a:lstStyle/>
          <a:p>
            <a:fld id="{C33A213D-7F76-41B0-A925-BC32A60B99E4}" type="slidenum">
              <a:rPr lang="en-US" smtClean="0"/>
              <a:t>33</a:t>
            </a:fld>
            <a:endParaRPr lang="en-US"/>
          </a:p>
        </p:txBody>
      </p:sp>
    </p:spTree>
    <p:extLst>
      <p:ext uri="{BB962C8B-B14F-4D97-AF65-F5344CB8AC3E}">
        <p14:creationId xmlns:p14="http://schemas.microsoft.com/office/powerpoint/2010/main" val="27903752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a simplified diagram of the some of the features we’ll engage with in this class. </a:t>
            </a:r>
          </a:p>
          <a:p>
            <a:endParaRPr lang="en-US" dirty="0"/>
          </a:p>
          <a:p>
            <a:r>
              <a:rPr lang="en-US" dirty="0"/>
              <a:t>[CLICK] We’ll start with out core module. Every Angular application must have at least one Core module, usually called the </a:t>
            </a:r>
            <a:r>
              <a:rPr lang="en-US" dirty="0" err="1"/>
              <a:t>AppModule</a:t>
            </a:r>
            <a:r>
              <a:rPr lang="en-US" dirty="0"/>
              <a:t>.</a:t>
            </a:r>
          </a:p>
          <a:p>
            <a:r>
              <a:rPr lang="en-US" dirty="0"/>
              <a:t>[CLICK] Within the core module is a Router, which controls the navigation from one view to another. </a:t>
            </a:r>
          </a:p>
          <a:p>
            <a:r>
              <a:rPr lang="en-US" dirty="0"/>
              <a:t>[CLICK] Then there’s components, which we now know are the building blocks of our Angular UI.</a:t>
            </a:r>
          </a:p>
          <a:p>
            <a:r>
              <a:rPr lang="en-US" dirty="0"/>
              <a:t>[CLICK] And finally, services, which deploy specific data or logic that components can employ.</a:t>
            </a:r>
          </a:p>
          <a:p>
            <a:endParaRPr lang="en-US" dirty="0"/>
          </a:p>
          <a:p>
            <a:r>
              <a:rPr lang="en-US" dirty="0"/>
              <a:t>So, I can have a custom component that handles its own functionality within its TypeScript class, or engage a service that is used across multiple components. [ talk about dynamics and efficiency ] </a:t>
            </a:r>
          </a:p>
        </p:txBody>
      </p:sp>
      <p:sp>
        <p:nvSpPr>
          <p:cNvPr id="4" name="Slide Number Placeholder 3"/>
          <p:cNvSpPr>
            <a:spLocks noGrp="1"/>
          </p:cNvSpPr>
          <p:nvPr>
            <p:ph type="sldNum" sz="quarter" idx="5"/>
          </p:nvPr>
        </p:nvSpPr>
        <p:spPr/>
        <p:txBody>
          <a:bodyPr/>
          <a:lstStyle/>
          <a:p>
            <a:fld id="{C33A213D-7F76-41B0-A925-BC32A60B99E4}" type="slidenum">
              <a:rPr lang="en-US" smtClean="0"/>
              <a:t>34</a:t>
            </a:fld>
            <a:endParaRPr lang="en-US"/>
          </a:p>
        </p:txBody>
      </p:sp>
    </p:spTree>
    <p:extLst>
      <p:ext uri="{BB962C8B-B14F-4D97-AF65-F5344CB8AC3E}">
        <p14:creationId xmlns:p14="http://schemas.microsoft.com/office/powerpoint/2010/main" val="23307618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30.sv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Master" Target="../slideMasters/slideMaster1.xml"/><Relationship Id="rId4" Type="http://schemas.openxmlformats.org/officeDocument/2006/relationships/image" Target="../media/image34.svg"/></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gradFill>
          <a:gsLst>
            <a:gs pos="0">
              <a:srgbClr val="002378"/>
            </a:gs>
            <a:gs pos="12000">
              <a:srgbClr val="00196E"/>
            </a:gs>
            <a:gs pos="77000">
              <a:srgbClr val="000F4A"/>
            </a:gs>
            <a:gs pos="40000">
              <a:srgbClr val="000532"/>
            </a:gs>
            <a:gs pos="89000">
              <a:srgbClr val="001E6E"/>
            </a:gs>
            <a:gs pos="100000">
              <a:srgbClr val="194BAF"/>
            </a:gs>
          </a:gsLst>
          <a:path path="circle">
            <a:fillToRect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C550A-ADEB-9F76-6514-97A18BF58AFA}"/>
              </a:ext>
            </a:extLst>
          </p:cNvPr>
          <p:cNvSpPr>
            <a:spLocks noGrp="1"/>
          </p:cNvSpPr>
          <p:nvPr>
            <p:ph type="ctrTitle" hasCustomPrompt="1"/>
          </p:nvPr>
        </p:nvSpPr>
        <p:spPr>
          <a:xfrm>
            <a:off x="476654" y="1516063"/>
            <a:ext cx="8904413" cy="2479865"/>
          </a:xfrm>
        </p:spPr>
        <p:txBody>
          <a:bodyPr anchor="b"/>
          <a:lstStyle>
            <a:lvl1pPr algn="l">
              <a:defRPr sz="4800"/>
            </a:lvl1pPr>
          </a:lstStyle>
          <a:p>
            <a:r>
              <a:rPr lang="en-US" dirty="0"/>
              <a:t>[Click to add presentation title]</a:t>
            </a:r>
          </a:p>
        </p:txBody>
      </p:sp>
      <p:sp>
        <p:nvSpPr>
          <p:cNvPr id="3" name="Subtitle 2">
            <a:extLst>
              <a:ext uri="{FF2B5EF4-FFF2-40B4-BE49-F238E27FC236}">
                <a16:creationId xmlns:a16="http://schemas.microsoft.com/office/drawing/2014/main" id="{DA72AA45-CE69-1543-EB6E-34FEAF46C05D}"/>
              </a:ext>
            </a:extLst>
          </p:cNvPr>
          <p:cNvSpPr>
            <a:spLocks noGrp="1"/>
          </p:cNvSpPr>
          <p:nvPr>
            <p:ph type="subTitle" idx="1" hasCustomPrompt="1"/>
          </p:nvPr>
        </p:nvSpPr>
        <p:spPr>
          <a:xfrm>
            <a:off x="476656" y="4194938"/>
            <a:ext cx="7490185" cy="8382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presenter(s) / additional information</a:t>
            </a:r>
          </a:p>
        </p:txBody>
      </p:sp>
      <p:sp>
        <p:nvSpPr>
          <p:cNvPr id="7" name="Flowchart: Data 1">
            <a:extLst>
              <a:ext uri="{FF2B5EF4-FFF2-40B4-BE49-F238E27FC236}">
                <a16:creationId xmlns:a16="http://schemas.microsoft.com/office/drawing/2014/main" id="{CDFEBD10-5876-1CC1-BCDC-2A5A79DDB18A}"/>
              </a:ext>
            </a:extLst>
          </p:cNvPr>
          <p:cNvSpPr/>
          <p:nvPr userDrawn="1"/>
        </p:nvSpPr>
        <p:spPr>
          <a:xfrm>
            <a:off x="0" y="6171117"/>
            <a:ext cx="7966841" cy="692078"/>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0000"/>
              <a:gd name="connsiteY0" fmla="*/ 10000 h 10000"/>
              <a:gd name="connsiteX1" fmla="*/ 2000 w 10000"/>
              <a:gd name="connsiteY1" fmla="*/ 0 h 10000"/>
              <a:gd name="connsiteX2" fmla="*/ 10000 w 10000"/>
              <a:gd name="connsiteY2" fmla="*/ 0 h 10000"/>
              <a:gd name="connsiteX3" fmla="*/ 9505 w 10000"/>
              <a:gd name="connsiteY3" fmla="*/ 10000 h 10000"/>
              <a:gd name="connsiteX4" fmla="*/ 0 w 10000"/>
              <a:gd name="connsiteY4" fmla="*/ 10000 h 10000"/>
              <a:gd name="connsiteX0" fmla="*/ 0 w 10000"/>
              <a:gd name="connsiteY0" fmla="*/ 10000 h 10000"/>
              <a:gd name="connsiteX1" fmla="*/ 2000 w 10000"/>
              <a:gd name="connsiteY1" fmla="*/ 0 h 10000"/>
              <a:gd name="connsiteX2" fmla="*/ 10000 w 10000"/>
              <a:gd name="connsiteY2" fmla="*/ 0 h 10000"/>
              <a:gd name="connsiteX3" fmla="*/ 9480 w 10000"/>
              <a:gd name="connsiteY3" fmla="*/ 10000 h 10000"/>
              <a:gd name="connsiteX4" fmla="*/ 0 w 10000"/>
              <a:gd name="connsiteY4" fmla="*/ 10000 h 10000"/>
              <a:gd name="connsiteX0" fmla="*/ 0 w 10000"/>
              <a:gd name="connsiteY0" fmla="*/ 10061 h 10061"/>
              <a:gd name="connsiteX1" fmla="*/ 7 w 10000"/>
              <a:gd name="connsiteY1" fmla="*/ 0 h 10061"/>
              <a:gd name="connsiteX2" fmla="*/ 10000 w 10000"/>
              <a:gd name="connsiteY2" fmla="*/ 61 h 10061"/>
              <a:gd name="connsiteX3" fmla="*/ 9480 w 10000"/>
              <a:gd name="connsiteY3" fmla="*/ 10061 h 10061"/>
              <a:gd name="connsiteX4" fmla="*/ 0 w 10000"/>
              <a:gd name="connsiteY4" fmla="*/ 10061 h 10061"/>
              <a:gd name="connsiteX0" fmla="*/ 0 w 10000"/>
              <a:gd name="connsiteY0" fmla="*/ 10061 h 10061"/>
              <a:gd name="connsiteX1" fmla="*/ 0 w 10000"/>
              <a:gd name="connsiteY1" fmla="*/ 0 h 10061"/>
              <a:gd name="connsiteX2" fmla="*/ 10000 w 10000"/>
              <a:gd name="connsiteY2" fmla="*/ 61 h 10061"/>
              <a:gd name="connsiteX3" fmla="*/ 9480 w 10000"/>
              <a:gd name="connsiteY3" fmla="*/ 10061 h 10061"/>
              <a:gd name="connsiteX4" fmla="*/ 0 w 10000"/>
              <a:gd name="connsiteY4" fmla="*/ 10061 h 10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61">
                <a:moveTo>
                  <a:pt x="0" y="10061"/>
                </a:moveTo>
                <a:cubicBezTo>
                  <a:pt x="2" y="6707"/>
                  <a:pt x="-2" y="3354"/>
                  <a:pt x="0" y="0"/>
                </a:cubicBezTo>
                <a:lnTo>
                  <a:pt x="10000" y="61"/>
                </a:lnTo>
                <a:cubicBezTo>
                  <a:pt x="9827" y="3394"/>
                  <a:pt x="9653" y="6728"/>
                  <a:pt x="9480" y="10061"/>
                </a:cubicBezTo>
                <a:lnTo>
                  <a:pt x="0" y="10061"/>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026B80FF-FFC9-B88C-2407-E49DE248C900}"/>
              </a:ext>
            </a:extLst>
          </p:cNvPr>
          <p:cNvSpPr>
            <a:spLocks noGrp="1"/>
          </p:cNvSpPr>
          <p:nvPr>
            <p:ph type="body" sz="quarter" idx="13" hasCustomPrompt="1"/>
          </p:nvPr>
        </p:nvSpPr>
        <p:spPr>
          <a:xfrm>
            <a:off x="476656" y="6291533"/>
            <a:ext cx="7048332" cy="468313"/>
          </a:xfrm>
          <a:prstGeom prst="rect">
            <a:avLst/>
          </a:prstGeom>
        </p:spPr>
        <p:txBody>
          <a:bodyPr anchor="ctr">
            <a:noAutofit/>
          </a:bodyPr>
          <a:lstStyle>
            <a:lvl1pPr marL="0" indent="0">
              <a:lnSpc>
                <a:spcPct val="100000"/>
              </a:lnSpc>
              <a:buFontTx/>
              <a:buNone/>
              <a:defRPr sz="1200">
                <a:solidFill>
                  <a:schemeClr val="bg2"/>
                </a:solidFill>
              </a:defRPr>
            </a:lvl1pPr>
            <a:lvl2pPr marL="322119" indent="0">
              <a:lnSpc>
                <a:spcPct val="100000"/>
              </a:lnSpc>
              <a:buNone/>
              <a:defRPr sz="1200">
                <a:solidFill>
                  <a:schemeClr val="bg1"/>
                </a:solidFill>
              </a:defRPr>
            </a:lvl2pPr>
            <a:lvl3pPr>
              <a:lnSpc>
                <a:spcPct val="100000"/>
              </a:lnSpc>
              <a:defRPr sz="1200">
                <a:solidFill>
                  <a:schemeClr val="bg1"/>
                </a:solidFill>
              </a:defRPr>
            </a:lvl3pPr>
            <a:lvl4pPr>
              <a:lnSpc>
                <a:spcPct val="100000"/>
              </a:lnSpc>
              <a:defRPr sz="1200">
                <a:solidFill>
                  <a:schemeClr val="bg1"/>
                </a:solidFill>
              </a:defRPr>
            </a:lvl4pPr>
            <a:lvl5pPr>
              <a:lnSpc>
                <a:spcPct val="100000"/>
              </a:lnSpc>
              <a:defRPr sz="1200">
                <a:solidFill>
                  <a:schemeClr val="bg1"/>
                </a:solidFill>
              </a:defRPr>
            </a:lvl5pPr>
          </a:lstStyle>
          <a:p>
            <a:pPr lvl="0"/>
            <a:r>
              <a:rPr lang="en-US" dirty="0"/>
              <a:t>[Click to add date]</a:t>
            </a:r>
          </a:p>
        </p:txBody>
      </p:sp>
      <p:pic>
        <p:nvPicPr>
          <p:cNvPr id="9" name="Picture 2">
            <a:extLst>
              <a:ext uri="{FF2B5EF4-FFF2-40B4-BE49-F238E27FC236}">
                <a16:creationId xmlns:a16="http://schemas.microsoft.com/office/drawing/2014/main" id="{85AFA447-1F66-B09B-24F5-FE5099D1E9F6}"/>
              </a:ext>
            </a:extLst>
          </p:cNvPr>
          <p:cNvPicPr>
            <a:picLocks noChangeAspect="1"/>
          </p:cNvPicPr>
          <p:nvPr userDrawn="1"/>
        </p:nvPicPr>
        <p:blipFill>
          <a:blip r:embed="rId2">
            <a:extLst>
              <a:ext uri="{28A0092B-C50C-407E-A947-70E740481C1C}">
                <a14:useLocalDpi xmlns:a14="http://schemas.microsoft.com/office/drawing/2010/main" val="0"/>
              </a:ext>
            </a:extLst>
          </a:blip>
          <a:srcRect t="75" b="75"/>
          <a:stretch/>
        </p:blipFill>
        <p:spPr>
          <a:xfrm>
            <a:off x="489339" y="769607"/>
            <a:ext cx="2555236" cy="528140"/>
          </a:xfrm>
          <a:prstGeom prst="rect">
            <a:avLst/>
          </a:prstGeom>
        </p:spPr>
      </p:pic>
      <p:pic>
        <p:nvPicPr>
          <p:cNvPr id="10" name="Picture 9" descr="A blue and green square with a black background&#10;&#10;AI-generated content may be incorrect.">
            <a:extLst>
              <a:ext uri="{FF2B5EF4-FFF2-40B4-BE49-F238E27FC236}">
                <a16:creationId xmlns:a16="http://schemas.microsoft.com/office/drawing/2014/main" id="{20BAD416-7EDB-1D4E-BF7E-F724FDC37C8E}"/>
              </a:ext>
            </a:extLst>
          </p:cNvPr>
          <p:cNvPicPr>
            <a:picLocks noChangeAspect="1"/>
          </p:cNvPicPr>
          <p:nvPr userDrawn="1"/>
        </p:nvPicPr>
        <p:blipFill>
          <a:blip r:embed="rId3" cstate="email">
            <a:alphaModFix amt="17000"/>
            <a:extLst>
              <a:ext uri="{28A0092B-C50C-407E-A947-70E740481C1C}">
                <a14:useLocalDpi xmlns:a14="http://schemas.microsoft.com/office/drawing/2010/main"/>
              </a:ext>
            </a:extLst>
          </a:blip>
          <a:srcRect/>
          <a:stretch/>
        </p:blipFill>
        <p:spPr>
          <a:xfrm rot="10800000">
            <a:off x="7655166" y="-5"/>
            <a:ext cx="4536831" cy="6171121"/>
          </a:xfrm>
          <a:prstGeom prst="rect">
            <a:avLst/>
          </a:prstGeom>
        </p:spPr>
      </p:pic>
      <p:sp>
        <p:nvSpPr>
          <p:cNvPr id="4" name="Rectangle 3">
            <a:extLst>
              <a:ext uri="{FF2B5EF4-FFF2-40B4-BE49-F238E27FC236}">
                <a16:creationId xmlns:a16="http://schemas.microsoft.com/office/drawing/2014/main" id="{1ECE61AB-3E5E-FE38-DECF-98D2D1B5078F}"/>
              </a:ext>
            </a:extLst>
          </p:cNvPr>
          <p:cNvSpPr/>
          <p:nvPr userDrawn="1"/>
        </p:nvSpPr>
        <p:spPr>
          <a:xfrm>
            <a:off x="9948334" y="-172308"/>
            <a:ext cx="2258191" cy="1342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2"/>
                </a:solidFill>
              </a:rPr>
              <a:t>To add slide numbers, go to Insert  &gt; Slide Number  </a:t>
            </a:r>
          </a:p>
        </p:txBody>
      </p:sp>
    </p:spTree>
    <p:extLst>
      <p:ext uri="{BB962C8B-B14F-4D97-AF65-F5344CB8AC3E}">
        <p14:creationId xmlns:p14="http://schemas.microsoft.com/office/powerpoint/2010/main" val="5006345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extLst>
    <p:ext uri="{DCECCB84-F9BA-43D5-87BE-67443E8EF086}">
      <p15:sldGuideLst xmlns:p15="http://schemas.microsoft.com/office/powerpoint/2012/main">
        <p15:guide id="3" orient="horz" pos="2160" userDrawn="1">
          <p15:clr>
            <a:srgbClr val="FBAE40"/>
          </p15:clr>
        </p15:guide>
        <p15:guide id="4"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EBE17-4DD2-21E2-ABA7-F6D42817CFCB}"/>
              </a:ext>
            </a:extLst>
          </p:cNvPr>
          <p:cNvSpPr>
            <a:spLocks noGrp="1"/>
          </p:cNvSpPr>
          <p:nvPr>
            <p:ph type="title" hasCustomPrompt="1"/>
          </p:nvPr>
        </p:nvSpPr>
        <p:spPr/>
        <p:txBody>
          <a:bodyPr/>
          <a:lstStyle>
            <a:lvl1pPr>
              <a:defRPr/>
            </a:lvl1pPr>
          </a:lstStyle>
          <a:p>
            <a:r>
              <a:rPr lang="en-US" dirty="0"/>
              <a:t>[Add headline]</a:t>
            </a:r>
          </a:p>
        </p:txBody>
      </p:sp>
      <p:sp>
        <p:nvSpPr>
          <p:cNvPr id="3" name="Content Placeholder 2">
            <a:extLst>
              <a:ext uri="{FF2B5EF4-FFF2-40B4-BE49-F238E27FC236}">
                <a16:creationId xmlns:a16="http://schemas.microsoft.com/office/drawing/2014/main" id="{7C706C06-FE3D-7FF2-EB7C-5634980811AE}"/>
              </a:ext>
            </a:extLst>
          </p:cNvPr>
          <p:cNvSpPr>
            <a:spLocks noGrp="1"/>
          </p:cNvSpPr>
          <p:nvPr>
            <p:ph idx="1" hasCustomPrompt="1"/>
          </p:nvPr>
        </p:nvSpPr>
        <p:spPr/>
        <p:txBody>
          <a:bodyPr/>
          <a:lstStyle>
            <a:lvl1pPr>
              <a:defRPr/>
            </a:lvl1p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5EFB826-F1E9-CC76-5882-399D0C4D7EB7}"/>
              </a:ext>
            </a:extLst>
          </p:cNvPr>
          <p:cNvSpPr>
            <a:spLocks noGrp="1"/>
          </p:cNvSpPr>
          <p:nvPr>
            <p:ph type="dt" sz="half" idx="10"/>
          </p:nvPr>
        </p:nvSpPr>
        <p:spPr/>
        <p:txBody>
          <a:bodyPr/>
          <a:lstStyle/>
          <a:p>
            <a:fld id="{2EDC3A01-719B-4C77-9AB3-44DC87CD8750}" type="datetime1">
              <a:rPr lang="en-US" smtClean="0"/>
              <a:t>3/26/26</a:t>
            </a:fld>
            <a:endParaRPr lang="en-US"/>
          </a:p>
        </p:txBody>
      </p:sp>
      <p:sp>
        <p:nvSpPr>
          <p:cNvPr id="5" name="Footer Placeholder 4">
            <a:extLst>
              <a:ext uri="{FF2B5EF4-FFF2-40B4-BE49-F238E27FC236}">
                <a16:creationId xmlns:a16="http://schemas.microsoft.com/office/drawing/2014/main" id="{DC46FC7B-AA7F-C4DA-68AF-77C141A160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32789C-6C5B-D210-1D9B-F5B607AE2697}"/>
              </a:ext>
            </a:extLst>
          </p:cNvPr>
          <p:cNvSpPr>
            <a:spLocks noGrp="1"/>
          </p:cNvSpPr>
          <p:nvPr>
            <p:ph type="sldNum" sz="quarter" idx="12"/>
          </p:nvPr>
        </p:nvSpPr>
        <p:spPr/>
        <p:txBody>
          <a:bodyPr/>
          <a:lstStyle/>
          <a:p>
            <a:fld id="{16C30856-2FD0-40BB-988B-8BB8612257E2}" type="slidenum">
              <a:rPr lang="en-US" smtClean="0"/>
              <a:t>‹#›</a:t>
            </a:fld>
            <a:endParaRPr lang="en-US"/>
          </a:p>
        </p:txBody>
      </p:sp>
    </p:spTree>
    <p:extLst>
      <p:ext uri="{BB962C8B-B14F-4D97-AF65-F5344CB8AC3E}">
        <p14:creationId xmlns:p14="http://schemas.microsoft.com/office/powerpoint/2010/main" val="182881150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Gradient">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41A67A7-1315-DDFC-BD48-0B6A9585B657}"/>
              </a:ext>
            </a:extLst>
          </p:cNvPr>
          <p:cNvSpPr>
            <a:spLocks noGrp="1"/>
          </p:cNvSpPr>
          <p:nvPr>
            <p:ph type="title" hasCustomPrompt="1"/>
          </p:nvPr>
        </p:nvSpPr>
        <p:spPr/>
        <p:txBody>
          <a:bodyPr/>
          <a:lstStyle/>
          <a:p>
            <a:r>
              <a:rPr lang="en-US" dirty="0"/>
              <a:t>[Add headline]</a:t>
            </a:r>
          </a:p>
        </p:txBody>
      </p:sp>
      <p:sp>
        <p:nvSpPr>
          <p:cNvPr id="7" name="Content Placeholder 6">
            <a:extLst>
              <a:ext uri="{FF2B5EF4-FFF2-40B4-BE49-F238E27FC236}">
                <a16:creationId xmlns:a16="http://schemas.microsoft.com/office/drawing/2014/main" id="{3487B219-73F4-5E7E-8701-E6715A25DCF3}"/>
              </a:ext>
            </a:extLst>
          </p:cNvPr>
          <p:cNvSpPr>
            <a:spLocks noGrp="1"/>
          </p:cNvSpPr>
          <p:nvPr>
            <p:ph sz="quarter" idx="10" hasCustomPrompt="1"/>
          </p:nvPr>
        </p:nvSpPr>
        <p:spPr>
          <a:xfrm>
            <a:off x="476655" y="1524001"/>
            <a:ext cx="11235446" cy="4652963"/>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2E3F1B3-A386-7F0E-0890-E1D961E77AC5}"/>
              </a:ext>
            </a:extLst>
          </p:cNvPr>
          <p:cNvSpPr>
            <a:spLocks noGrp="1"/>
          </p:cNvSpPr>
          <p:nvPr>
            <p:ph type="dt" sz="half" idx="11"/>
          </p:nvPr>
        </p:nvSpPr>
        <p:spPr/>
        <p:txBody>
          <a:bodyPr/>
          <a:lstStyle/>
          <a:p>
            <a:fld id="{5A6F18ED-1E40-4E77-AE3B-CE1E57CCF8F2}" type="datetime1">
              <a:rPr lang="en-US" smtClean="0"/>
              <a:t>3/26/26</a:t>
            </a:fld>
            <a:endParaRPr lang="en-US"/>
          </a:p>
        </p:txBody>
      </p:sp>
      <p:sp>
        <p:nvSpPr>
          <p:cNvPr id="3" name="Footer Placeholder 2">
            <a:extLst>
              <a:ext uri="{FF2B5EF4-FFF2-40B4-BE49-F238E27FC236}">
                <a16:creationId xmlns:a16="http://schemas.microsoft.com/office/drawing/2014/main" id="{37417164-773A-DB86-A55B-D37CF940B9D7}"/>
              </a:ext>
            </a:extLst>
          </p:cNvPr>
          <p:cNvSpPr>
            <a:spLocks noGrp="1"/>
          </p:cNvSpPr>
          <p:nvPr>
            <p:ph type="ftr" sz="quarter" idx="12"/>
          </p:nvPr>
        </p:nvSpPr>
        <p:spPr/>
        <p:txBody>
          <a:bodyPr/>
          <a:lstStyle/>
          <a:p>
            <a:endParaRPr lang="en-US" dirty="0"/>
          </a:p>
        </p:txBody>
      </p:sp>
      <p:sp>
        <p:nvSpPr>
          <p:cNvPr id="4" name="Slide Number Placeholder 3">
            <a:extLst>
              <a:ext uri="{FF2B5EF4-FFF2-40B4-BE49-F238E27FC236}">
                <a16:creationId xmlns:a16="http://schemas.microsoft.com/office/drawing/2014/main" id="{822D12BC-2C1C-6CB6-88D2-FFB242609C34}"/>
              </a:ext>
            </a:extLst>
          </p:cNvPr>
          <p:cNvSpPr>
            <a:spLocks noGrp="1"/>
          </p:cNvSpPr>
          <p:nvPr>
            <p:ph type="sldNum" sz="quarter" idx="13"/>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2748176955"/>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2 Column">
    <p:spTree>
      <p:nvGrpSpPr>
        <p:cNvPr id="1" name=""/>
        <p:cNvGrpSpPr/>
        <p:nvPr/>
      </p:nvGrpSpPr>
      <p:grpSpPr>
        <a:xfrm>
          <a:off x="0" y="0"/>
          <a:ext cx="0" cy="0"/>
          <a:chOff x="0" y="0"/>
          <a:chExt cx="0" cy="0"/>
        </a:xfrm>
      </p:grpSpPr>
      <p:sp>
        <p:nvSpPr>
          <p:cNvPr id="21" name="Text Placeholder 20">
            <a:extLst>
              <a:ext uri="{FF2B5EF4-FFF2-40B4-BE49-F238E27FC236}">
                <a16:creationId xmlns:a16="http://schemas.microsoft.com/office/drawing/2014/main" id="{1E03FABD-CD21-60B1-9757-85F6486A25B4}"/>
              </a:ext>
            </a:extLst>
          </p:cNvPr>
          <p:cNvSpPr>
            <a:spLocks noGrp="1"/>
          </p:cNvSpPr>
          <p:nvPr>
            <p:ph type="body" sz="quarter" idx="11" hasCustomPrompt="1"/>
          </p:nvPr>
        </p:nvSpPr>
        <p:spPr>
          <a:xfrm>
            <a:off x="476655" y="1668780"/>
            <a:ext cx="5523692" cy="468630"/>
          </a:xfrm>
          <a:custGeom>
            <a:avLst/>
            <a:gdLst>
              <a:gd name="connsiteX0" fmla="*/ 5523692 w 5523692"/>
              <a:gd name="connsiteY0" fmla="*/ 0 h 468630"/>
              <a:gd name="connsiteX1" fmla="*/ 5373325 w 5523692"/>
              <a:gd name="connsiteY1" fmla="*/ 468630 h 468630"/>
              <a:gd name="connsiteX2" fmla="*/ 0 w 5523692"/>
              <a:gd name="connsiteY2" fmla="*/ 468630 h 468630"/>
              <a:gd name="connsiteX3" fmla="*/ 154970 w 5523692"/>
              <a:gd name="connsiteY3" fmla="*/ 4434 h 468630"/>
            </a:gdLst>
            <a:ahLst/>
            <a:cxnLst>
              <a:cxn ang="0">
                <a:pos x="connsiteX0" y="connsiteY0"/>
              </a:cxn>
              <a:cxn ang="0">
                <a:pos x="connsiteX1" y="connsiteY1"/>
              </a:cxn>
              <a:cxn ang="0">
                <a:pos x="connsiteX2" y="connsiteY2"/>
              </a:cxn>
              <a:cxn ang="0">
                <a:pos x="connsiteX3" y="connsiteY3"/>
              </a:cxn>
            </a:cxnLst>
            <a:rect l="l" t="t" r="r" b="b"/>
            <a:pathLst>
              <a:path w="5523692" h="468630">
                <a:moveTo>
                  <a:pt x="5523692" y="0"/>
                </a:moveTo>
                <a:lnTo>
                  <a:pt x="5373325" y="468630"/>
                </a:lnTo>
                <a:lnTo>
                  <a:pt x="0" y="468630"/>
                </a:lnTo>
                <a:lnTo>
                  <a:pt x="154970" y="4434"/>
                </a:lnTo>
                <a:close/>
              </a:path>
            </a:pathLst>
          </a:custGeom>
          <a:solidFill>
            <a:schemeClr val="accent1"/>
          </a:solidFill>
        </p:spPr>
        <p:txBody>
          <a:bodyPr wrap="square" anchor="ctr">
            <a:noAutofit/>
          </a:bodyPr>
          <a:lstStyle>
            <a:lvl1pPr marL="0" indent="0" algn="ctr">
              <a:lnSpc>
                <a:spcPct val="100000"/>
              </a:lnSpc>
              <a:buFontTx/>
              <a:buNone/>
              <a:defRPr sz="2000" b="1">
                <a:solidFill>
                  <a:schemeClr val="bg2"/>
                </a:solidFill>
                <a:latin typeface="+mj-lt"/>
              </a:defRPr>
            </a:lvl1pPr>
          </a:lstStyle>
          <a:p>
            <a:pPr lvl="0"/>
            <a:r>
              <a:rPr lang="en-US" dirty="0"/>
              <a:t>[Add sub-title]</a:t>
            </a:r>
          </a:p>
        </p:txBody>
      </p:sp>
      <p:sp>
        <p:nvSpPr>
          <p:cNvPr id="22" name="Text Placeholder 21">
            <a:extLst>
              <a:ext uri="{FF2B5EF4-FFF2-40B4-BE49-F238E27FC236}">
                <a16:creationId xmlns:a16="http://schemas.microsoft.com/office/drawing/2014/main" id="{78EBDD1E-0E08-AD11-A5D6-7F16510CB427}"/>
              </a:ext>
            </a:extLst>
          </p:cNvPr>
          <p:cNvSpPr>
            <a:spLocks noGrp="1"/>
          </p:cNvSpPr>
          <p:nvPr>
            <p:ph type="body" sz="quarter" idx="12" hasCustomPrompt="1"/>
          </p:nvPr>
        </p:nvSpPr>
        <p:spPr>
          <a:xfrm>
            <a:off x="6191652" y="1668782"/>
            <a:ext cx="5566056" cy="468629"/>
          </a:xfrm>
          <a:custGeom>
            <a:avLst/>
            <a:gdLst>
              <a:gd name="connsiteX0" fmla="*/ 5566056 w 5566056"/>
              <a:gd name="connsiteY0" fmla="*/ 0 h 468629"/>
              <a:gd name="connsiteX1" fmla="*/ 5566056 w 5566056"/>
              <a:gd name="connsiteY1" fmla="*/ 1957 h 468629"/>
              <a:gd name="connsiteX2" fmla="*/ 5415151 w 5566056"/>
              <a:gd name="connsiteY2" fmla="*/ 468629 h 468629"/>
              <a:gd name="connsiteX3" fmla="*/ 0 w 5566056"/>
              <a:gd name="connsiteY3" fmla="*/ 468629 h 468629"/>
              <a:gd name="connsiteX4" fmla="*/ 156177 w 5566056"/>
              <a:gd name="connsiteY4" fmla="*/ 4433 h 468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6056" h="468629">
                <a:moveTo>
                  <a:pt x="5566056" y="0"/>
                </a:moveTo>
                <a:lnTo>
                  <a:pt x="5566056" y="1957"/>
                </a:lnTo>
                <a:lnTo>
                  <a:pt x="5415151" y="468629"/>
                </a:lnTo>
                <a:lnTo>
                  <a:pt x="0" y="468629"/>
                </a:lnTo>
                <a:lnTo>
                  <a:pt x="156177" y="4433"/>
                </a:lnTo>
                <a:close/>
              </a:path>
            </a:pathLst>
          </a:custGeom>
          <a:solidFill>
            <a:schemeClr val="accent4"/>
          </a:solidFill>
        </p:spPr>
        <p:txBody>
          <a:bodyPr wrap="square" anchor="ctr">
            <a:noAutofit/>
          </a:bodyPr>
          <a:lstStyle>
            <a:lvl1pPr marL="0" indent="0" algn="ctr">
              <a:lnSpc>
                <a:spcPct val="100000"/>
              </a:lnSpc>
              <a:buFontTx/>
              <a:buNone/>
              <a:defRPr sz="2000" b="1">
                <a:solidFill>
                  <a:schemeClr val="bg2"/>
                </a:solidFill>
                <a:latin typeface="+mj-lt"/>
              </a:defRPr>
            </a:lvl1pPr>
          </a:lstStyle>
          <a:p>
            <a:pPr lvl="0"/>
            <a:r>
              <a:rPr lang="en-US" dirty="0"/>
              <a:t>[Add sub-title]</a:t>
            </a:r>
          </a:p>
        </p:txBody>
      </p:sp>
      <p:sp>
        <p:nvSpPr>
          <p:cNvPr id="9" name="Title 8">
            <a:extLst>
              <a:ext uri="{FF2B5EF4-FFF2-40B4-BE49-F238E27FC236}">
                <a16:creationId xmlns:a16="http://schemas.microsoft.com/office/drawing/2014/main" id="{FED1F947-391B-EFDA-064E-BBCB0C4B3EFB}"/>
              </a:ext>
            </a:extLst>
          </p:cNvPr>
          <p:cNvSpPr>
            <a:spLocks noGrp="1"/>
          </p:cNvSpPr>
          <p:nvPr>
            <p:ph type="title" hasCustomPrompt="1"/>
          </p:nvPr>
        </p:nvSpPr>
        <p:spPr/>
        <p:txBody>
          <a:bodyPr/>
          <a:lstStyle/>
          <a:p>
            <a:r>
              <a:rPr lang="en-US" dirty="0"/>
              <a:t>[Add headline]</a:t>
            </a:r>
          </a:p>
        </p:txBody>
      </p:sp>
      <p:sp>
        <p:nvSpPr>
          <p:cNvPr id="15" name="Content Placeholder 11">
            <a:extLst>
              <a:ext uri="{FF2B5EF4-FFF2-40B4-BE49-F238E27FC236}">
                <a16:creationId xmlns:a16="http://schemas.microsoft.com/office/drawing/2014/main" id="{5B2065A5-0501-71A5-6865-16313585C46A}"/>
              </a:ext>
            </a:extLst>
          </p:cNvPr>
          <p:cNvSpPr>
            <a:spLocks noGrp="1"/>
          </p:cNvSpPr>
          <p:nvPr>
            <p:ph sz="quarter" idx="13" hasCustomPrompt="1"/>
          </p:nvPr>
        </p:nvSpPr>
        <p:spPr>
          <a:xfrm>
            <a:off x="476250" y="2423160"/>
            <a:ext cx="5487988" cy="3755390"/>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3">
            <a:extLst>
              <a:ext uri="{FF2B5EF4-FFF2-40B4-BE49-F238E27FC236}">
                <a16:creationId xmlns:a16="http://schemas.microsoft.com/office/drawing/2014/main" id="{6D1D1753-B697-6872-6AAC-C3F5065F212C}"/>
              </a:ext>
            </a:extLst>
          </p:cNvPr>
          <p:cNvSpPr>
            <a:spLocks noGrp="1"/>
          </p:cNvSpPr>
          <p:nvPr>
            <p:ph sz="quarter" idx="14" hasCustomPrompt="1"/>
          </p:nvPr>
        </p:nvSpPr>
        <p:spPr>
          <a:xfrm>
            <a:off x="6223000" y="2423160"/>
            <a:ext cx="5491163" cy="3755390"/>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E3456E6-C9F8-EB08-FC0E-688C654B7EAB}"/>
              </a:ext>
            </a:extLst>
          </p:cNvPr>
          <p:cNvSpPr>
            <a:spLocks noGrp="1"/>
          </p:cNvSpPr>
          <p:nvPr>
            <p:ph type="dt" sz="half" idx="15"/>
          </p:nvPr>
        </p:nvSpPr>
        <p:spPr/>
        <p:txBody>
          <a:bodyPr/>
          <a:lstStyle/>
          <a:p>
            <a:fld id="{017B6EA2-C518-4BA2-90F9-CC96ACB48612}" type="datetime1">
              <a:rPr lang="en-US" smtClean="0"/>
              <a:t>3/26/26</a:t>
            </a:fld>
            <a:endParaRPr lang="en-US"/>
          </a:p>
        </p:txBody>
      </p:sp>
      <p:sp>
        <p:nvSpPr>
          <p:cNvPr id="3" name="Footer Placeholder 2">
            <a:extLst>
              <a:ext uri="{FF2B5EF4-FFF2-40B4-BE49-F238E27FC236}">
                <a16:creationId xmlns:a16="http://schemas.microsoft.com/office/drawing/2014/main" id="{6B3DD683-D36E-BBE3-032D-479DF1F5BE81}"/>
              </a:ext>
            </a:extLst>
          </p:cNvPr>
          <p:cNvSpPr>
            <a:spLocks noGrp="1"/>
          </p:cNvSpPr>
          <p:nvPr>
            <p:ph type="ftr" sz="quarter" idx="16"/>
          </p:nvPr>
        </p:nvSpPr>
        <p:spPr/>
        <p:txBody>
          <a:bodyPr/>
          <a:lstStyle/>
          <a:p>
            <a:endParaRPr lang="en-US" dirty="0"/>
          </a:p>
        </p:txBody>
      </p:sp>
      <p:sp>
        <p:nvSpPr>
          <p:cNvPr id="4" name="Slide Number Placeholder 3">
            <a:extLst>
              <a:ext uri="{FF2B5EF4-FFF2-40B4-BE49-F238E27FC236}">
                <a16:creationId xmlns:a16="http://schemas.microsoft.com/office/drawing/2014/main" id="{5498AA8F-5BBE-3043-38DC-D77CC77F61A3}"/>
              </a:ext>
            </a:extLst>
          </p:cNvPr>
          <p:cNvSpPr>
            <a:spLocks noGrp="1"/>
          </p:cNvSpPr>
          <p:nvPr>
            <p:ph type="sldNum" sz="quarter" idx="17"/>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2903636811"/>
      </p:ext>
    </p:extLst>
  </p:cSld>
  <p:clrMapOvr>
    <a:masterClrMapping/>
  </p:clrMapOvr>
  <p:transition>
    <p:fade/>
  </p:transition>
  <p:extLst>
    <p:ext uri="{DCECCB84-F9BA-43D5-87BE-67443E8EF086}">
      <p15:sldGuideLst xmlns:p15="http://schemas.microsoft.com/office/powerpoint/2012/main">
        <p15:guide id="1" orient="horz" pos="10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3 Column">
    <p:spTree>
      <p:nvGrpSpPr>
        <p:cNvPr id="1" name=""/>
        <p:cNvGrpSpPr/>
        <p:nvPr/>
      </p:nvGrpSpPr>
      <p:grpSpPr>
        <a:xfrm>
          <a:off x="0" y="0"/>
          <a:ext cx="0" cy="0"/>
          <a:chOff x="0" y="0"/>
          <a:chExt cx="0" cy="0"/>
        </a:xfrm>
      </p:grpSpPr>
      <p:sp>
        <p:nvSpPr>
          <p:cNvPr id="14" name="Text Placeholder 8">
            <a:extLst>
              <a:ext uri="{FF2B5EF4-FFF2-40B4-BE49-F238E27FC236}">
                <a16:creationId xmlns:a16="http://schemas.microsoft.com/office/drawing/2014/main" id="{FE31F058-58D4-9FB8-17AA-631FAC0CCD58}"/>
              </a:ext>
            </a:extLst>
          </p:cNvPr>
          <p:cNvSpPr>
            <a:spLocks noGrp="1"/>
          </p:cNvSpPr>
          <p:nvPr>
            <p:ph type="body" sz="quarter" idx="11" hasCustomPrompt="1"/>
          </p:nvPr>
        </p:nvSpPr>
        <p:spPr>
          <a:xfrm>
            <a:off x="476656" y="1668780"/>
            <a:ext cx="3461548" cy="594360"/>
          </a:xfrm>
          <a:prstGeom prst="rect">
            <a:avLst/>
          </a:prstGeom>
        </p:spPr>
        <p:txBody>
          <a:bodyPr anchor="t">
            <a:noAutofit/>
          </a:bodyPr>
          <a:lstStyle>
            <a:lvl1pPr marL="0" indent="0" algn="l">
              <a:lnSpc>
                <a:spcPct val="100000"/>
              </a:lnSpc>
              <a:buFontTx/>
              <a:buNone/>
              <a:defRPr sz="2000" b="1">
                <a:solidFill>
                  <a:schemeClr val="accent1"/>
                </a:solidFill>
                <a:latin typeface="+mj-lt"/>
              </a:defRPr>
            </a:lvl1pPr>
          </a:lstStyle>
          <a:p>
            <a:pPr lvl="0"/>
            <a:r>
              <a:rPr lang="en-US" dirty="0"/>
              <a:t>[Add sub-title]</a:t>
            </a:r>
          </a:p>
        </p:txBody>
      </p:sp>
      <p:sp>
        <p:nvSpPr>
          <p:cNvPr id="164" name="Text Placeholder 8">
            <a:extLst>
              <a:ext uri="{FF2B5EF4-FFF2-40B4-BE49-F238E27FC236}">
                <a16:creationId xmlns:a16="http://schemas.microsoft.com/office/drawing/2014/main" id="{492887F5-EF1F-272E-FB34-BA69B9046206}"/>
              </a:ext>
            </a:extLst>
          </p:cNvPr>
          <p:cNvSpPr>
            <a:spLocks noGrp="1"/>
          </p:cNvSpPr>
          <p:nvPr>
            <p:ph type="body" sz="quarter" idx="15" hasCustomPrompt="1"/>
          </p:nvPr>
        </p:nvSpPr>
        <p:spPr>
          <a:xfrm>
            <a:off x="4363604" y="1668780"/>
            <a:ext cx="3461548" cy="594360"/>
          </a:xfrm>
          <a:prstGeom prst="rect">
            <a:avLst/>
          </a:prstGeom>
        </p:spPr>
        <p:txBody>
          <a:bodyPr anchor="t">
            <a:noAutofit/>
          </a:bodyPr>
          <a:lstStyle>
            <a:lvl1pPr marL="0" indent="0" algn="l">
              <a:lnSpc>
                <a:spcPct val="100000"/>
              </a:lnSpc>
              <a:buFontTx/>
              <a:buNone/>
              <a:defRPr sz="2000" b="1">
                <a:solidFill>
                  <a:schemeClr val="accent1"/>
                </a:solidFill>
                <a:latin typeface="+mj-lt"/>
              </a:defRPr>
            </a:lvl1pPr>
          </a:lstStyle>
          <a:p>
            <a:pPr lvl="0"/>
            <a:r>
              <a:rPr lang="en-US" dirty="0"/>
              <a:t>[Add sub-title]</a:t>
            </a:r>
          </a:p>
        </p:txBody>
      </p:sp>
      <p:sp>
        <p:nvSpPr>
          <p:cNvPr id="165" name="Text Placeholder 8">
            <a:extLst>
              <a:ext uri="{FF2B5EF4-FFF2-40B4-BE49-F238E27FC236}">
                <a16:creationId xmlns:a16="http://schemas.microsoft.com/office/drawing/2014/main" id="{564EC78A-D51E-5C6F-ACCA-134C6A5150D0}"/>
              </a:ext>
            </a:extLst>
          </p:cNvPr>
          <p:cNvSpPr>
            <a:spLocks noGrp="1"/>
          </p:cNvSpPr>
          <p:nvPr>
            <p:ph type="body" sz="quarter" idx="16" hasCustomPrompt="1"/>
          </p:nvPr>
        </p:nvSpPr>
        <p:spPr>
          <a:xfrm>
            <a:off x="8250552" y="1668780"/>
            <a:ext cx="3461548" cy="594360"/>
          </a:xfrm>
          <a:prstGeom prst="rect">
            <a:avLst/>
          </a:prstGeom>
        </p:spPr>
        <p:txBody>
          <a:bodyPr anchor="t">
            <a:noAutofit/>
          </a:bodyPr>
          <a:lstStyle>
            <a:lvl1pPr marL="0" indent="0" algn="l">
              <a:lnSpc>
                <a:spcPct val="100000"/>
              </a:lnSpc>
              <a:buFontTx/>
              <a:buNone/>
              <a:defRPr sz="2000" b="1">
                <a:solidFill>
                  <a:schemeClr val="accent1"/>
                </a:solidFill>
                <a:latin typeface="+mj-lt"/>
              </a:defRPr>
            </a:lvl1pPr>
          </a:lstStyle>
          <a:p>
            <a:pPr lvl="0"/>
            <a:r>
              <a:rPr lang="en-US" dirty="0"/>
              <a:t>[Add sub-title]</a:t>
            </a:r>
          </a:p>
        </p:txBody>
      </p:sp>
      <p:sp>
        <p:nvSpPr>
          <p:cNvPr id="4" name="Title 3">
            <a:extLst>
              <a:ext uri="{FF2B5EF4-FFF2-40B4-BE49-F238E27FC236}">
                <a16:creationId xmlns:a16="http://schemas.microsoft.com/office/drawing/2014/main" id="{241B4C94-6EA7-DE45-1C16-2CCEA06C8BE0}"/>
              </a:ext>
            </a:extLst>
          </p:cNvPr>
          <p:cNvSpPr>
            <a:spLocks noGrp="1"/>
          </p:cNvSpPr>
          <p:nvPr>
            <p:ph type="title" hasCustomPrompt="1"/>
          </p:nvPr>
        </p:nvSpPr>
        <p:spPr>
          <a:xfrm>
            <a:off x="476655" y="365125"/>
            <a:ext cx="11235446" cy="957837"/>
          </a:xfrm>
        </p:spPr>
        <p:txBody>
          <a:bodyPr/>
          <a:lstStyle/>
          <a:p>
            <a:r>
              <a:rPr lang="en-US" dirty="0"/>
              <a:t>[Add headline]</a:t>
            </a:r>
          </a:p>
        </p:txBody>
      </p:sp>
      <p:sp>
        <p:nvSpPr>
          <p:cNvPr id="7" name="Content Placeholder 6">
            <a:extLst>
              <a:ext uri="{FF2B5EF4-FFF2-40B4-BE49-F238E27FC236}">
                <a16:creationId xmlns:a16="http://schemas.microsoft.com/office/drawing/2014/main" id="{0F819557-D63E-D522-FE8D-9A882FD58D17}"/>
              </a:ext>
            </a:extLst>
          </p:cNvPr>
          <p:cNvSpPr>
            <a:spLocks noGrp="1"/>
          </p:cNvSpPr>
          <p:nvPr>
            <p:ph sz="quarter" idx="17" hasCustomPrompt="1"/>
          </p:nvPr>
        </p:nvSpPr>
        <p:spPr>
          <a:xfrm>
            <a:off x="476250" y="2418177"/>
            <a:ext cx="3465576" cy="3760374"/>
          </a:xfrm>
        </p:spPr>
        <p:txBody>
          <a:bodyPr/>
          <a:lstStyle>
            <a:lvl1pPr>
              <a:defRPr sz="1800"/>
            </a:lvl1pPr>
            <a:lvl2pPr>
              <a:defRPr sz="1600"/>
            </a:lvl2pPr>
            <a:lvl3pPr>
              <a:defRPr sz="1400"/>
            </a:lvl3pPr>
            <a:lvl4pPr>
              <a:defRPr sz="1400"/>
            </a:lvl4pPr>
            <a:lvl5pPr>
              <a:defRPr sz="1400"/>
            </a:lvl5p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5515BE0D-3FE0-81D8-E804-DD817A274BDE}"/>
              </a:ext>
            </a:extLst>
          </p:cNvPr>
          <p:cNvSpPr>
            <a:spLocks noGrp="1"/>
          </p:cNvSpPr>
          <p:nvPr>
            <p:ph sz="quarter" idx="18" hasCustomPrompt="1"/>
          </p:nvPr>
        </p:nvSpPr>
        <p:spPr>
          <a:xfrm>
            <a:off x="4363603" y="2418177"/>
            <a:ext cx="3465576" cy="3760374"/>
          </a:xfrm>
        </p:spPr>
        <p:txBody>
          <a:bodyPr/>
          <a:lstStyle>
            <a:lvl1pPr>
              <a:defRPr sz="1800"/>
            </a:lvl1pPr>
            <a:lvl2pPr>
              <a:defRPr sz="1600"/>
            </a:lvl2pPr>
            <a:lvl3pPr>
              <a:defRPr sz="1400"/>
            </a:lvl3pPr>
            <a:lvl4pPr>
              <a:defRPr sz="1400"/>
            </a:lvl4pPr>
            <a:lvl5pPr>
              <a:defRPr sz="1400"/>
            </a:lvl5p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2">
            <a:extLst>
              <a:ext uri="{FF2B5EF4-FFF2-40B4-BE49-F238E27FC236}">
                <a16:creationId xmlns:a16="http://schemas.microsoft.com/office/drawing/2014/main" id="{093FA459-11BC-1515-3D4A-4228DB1724EE}"/>
              </a:ext>
            </a:extLst>
          </p:cNvPr>
          <p:cNvSpPr>
            <a:spLocks noGrp="1"/>
          </p:cNvSpPr>
          <p:nvPr>
            <p:ph sz="quarter" idx="19" hasCustomPrompt="1"/>
          </p:nvPr>
        </p:nvSpPr>
        <p:spPr>
          <a:xfrm>
            <a:off x="8250552" y="2420041"/>
            <a:ext cx="3465576" cy="3749040"/>
          </a:xfrm>
        </p:spPr>
        <p:txBody>
          <a:bodyPr/>
          <a:lstStyle>
            <a:lvl1pPr>
              <a:defRPr sz="1800"/>
            </a:lvl1pPr>
            <a:lvl2pPr>
              <a:defRPr sz="1600"/>
            </a:lvl2pPr>
            <a:lvl3pPr>
              <a:defRPr sz="1400"/>
            </a:lvl3pPr>
            <a:lvl4pPr>
              <a:defRPr sz="1400"/>
            </a:lvl4pPr>
            <a:lvl5pPr>
              <a:defRPr sz="1400"/>
            </a:lvl5pPr>
          </a:lstStyle>
          <a:p>
            <a:pPr lvl="0"/>
            <a:r>
              <a:rPr lang="en-US" dirty="0"/>
              <a:t>[Add text, if adding a paragraph, remove bullet]</a:t>
            </a:r>
          </a:p>
          <a:p>
            <a:pPr lvl="1"/>
            <a:r>
              <a:rPr lang="en-US" dirty="0"/>
              <a:t>Secon</a:t>
            </a:r>
          </a:p>
          <a:p>
            <a:pPr lvl="1"/>
            <a:r>
              <a:rPr lang="en-US" dirty="0"/>
              <a:t>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B9842593-B66A-4A19-6EB5-C3F2B221ECE4}"/>
              </a:ext>
            </a:extLst>
          </p:cNvPr>
          <p:cNvSpPr>
            <a:spLocks noGrp="1"/>
          </p:cNvSpPr>
          <p:nvPr>
            <p:ph type="dt" sz="half" idx="20"/>
          </p:nvPr>
        </p:nvSpPr>
        <p:spPr/>
        <p:txBody>
          <a:bodyPr/>
          <a:lstStyle/>
          <a:p>
            <a:fld id="{65378917-B1FF-4A52-ACCF-13C7FBC5D5A7}" type="datetime1">
              <a:rPr lang="en-US" smtClean="0"/>
              <a:t>3/26/26</a:t>
            </a:fld>
            <a:endParaRPr lang="en-US"/>
          </a:p>
        </p:txBody>
      </p:sp>
      <p:sp>
        <p:nvSpPr>
          <p:cNvPr id="3" name="Footer Placeholder 2">
            <a:extLst>
              <a:ext uri="{FF2B5EF4-FFF2-40B4-BE49-F238E27FC236}">
                <a16:creationId xmlns:a16="http://schemas.microsoft.com/office/drawing/2014/main" id="{081BC2C2-2075-4509-CFB8-D95D387DC147}"/>
              </a:ext>
            </a:extLst>
          </p:cNvPr>
          <p:cNvSpPr>
            <a:spLocks noGrp="1"/>
          </p:cNvSpPr>
          <p:nvPr>
            <p:ph type="ftr" sz="quarter" idx="21"/>
          </p:nvPr>
        </p:nvSpPr>
        <p:spPr/>
        <p:txBody>
          <a:bodyPr/>
          <a:lstStyle/>
          <a:p>
            <a:endParaRPr lang="en-US" dirty="0"/>
          </a:p>
        </p:txBody>
      </p:sp>
      <p:sp>
        <p:nvSpPr>
          <p:cNvPr id="5" name="Slide Number Placeholder 4">
            <a:extLst>
              <a:ext uri="{FF2B5EF4-FFF2-40B4-BE49-F238E27FC236}">
                <a16:creationId xmlns:a16="http://schemas.microsoft.com/office/drawing/2014/main" id="{A8C7017B-A31B-B1C8-AE07-128E68E7DCC8}"/>
              </a:ext>
            </a:extLst>
          </p:cNvPr>
          <p:cNvSpPr>
            <a:spLocks noGrp="1"/>
          </p:cNvSpPr>
          <p:nvPr>
            <p:ph type="sldNum" sz="quarter" idx="22"/>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2018047426"/>
      </p:ext>
    </p:extLst>
  </p:cSld>
  <p:clrMapOvr>
    <a:masterClrMapping/>
  </p:clrMapOvr>
  <p:transition>
    <p:fade/>
  </p:transition>
  <p:extLst>
    <p:ext uri="{DCECCB84-F9BA-43D5-87BE-67443E8EF086}">
      <p15:sldGuideLst xmlns:p15="http://schemas.microsoft.com/office/powerpoint/2012/main">
        <p15:guide id="1" orient="horz" pos="104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 4 Column">
    <p:spTree>
      <p:nvGrpSpPr>
        <p:cNvPr id="1" name=""/>
        <p:cNvGrpSpPr/>
        <p:nvPr/>
      </p:nvGrpSpPr>
      <p:grpSpPr>
        <a:xfrm>
          <a:off x="0" y="0"/>
          <a:ext cx="0" cy="0"/>
          <a:chOff x="0" y="0"/>
          <a:chExt cx="0" cy="0"/>
        </a:xfrm>
      </p:grpSpPr>
      <p:sp>
        <p:nvSpPr>
          <p:cNvPr id="8" name="Text Placeholder 8">
            <a:extLst>
              <a:ext uri="{FF2B5EF4-FFF2-40B4-BE49-F238E27FC236}">
                <a16:creationId xmlns:a16="http://schemas.microsoft.com/office/drawing/2014/main" id="{4AF4454A-1163-CE8E-4E2D-40F6881C0628}"/>
              </a:ext>
            </a:extLst>
          </p:cNvPr>
          <p:cNvSpPr>
            <a:spLocks noGrp="1"/>
          </p:cNvSpPr>
          <p:nvPr>
            <p:ph type="body" sz="quarter" idx="11" hasCustomPrompt="1"/>
          </p:nvPr>
        </p:nvSpPr>
        <p:spPr>
          <a:xfrm>
            <a:off x="476656" y="1668780"/>
            <a:ext cx="2723744" cy="594360"/>
          </a:xfrm>
          <a:prstGeom prst="rect">
            <a:avLst/>
          </a:prstGeom>
        </p:spPr>
        <p:txBody>
          <a:bodyPr anchor="t">
            <a:noAutofit/>
          </a:bodyPr>
          <a:lstStyle>
            <a:lvl1pPr marL="0" indent="0" algn="l">
              <a:lnSpc>
                <a:spcPct val="100000"/>
              </a:lnSpc>
              <a:buFontTx/>
              <a:buNone/>
              <a:defRPr sz="2000" b="1">
                <a:solidFill>
                  <a:schemeClr val="accent1"/>
                </a:solidFill>
                <a:latin typeface="+mj-lt"/>
              </a:defRPr>
            </a:lvl1pPr>
          </a:lstStyle>
          <a:p>
            <a:pPr lvl="0"/>
            <a:r>
              <a:rPr lang="en-US" dirty="0"/>
              <a:t>[Add sub-title]</a:t>
            </a:r>
          </a:p>
        </p:txBody>
      </p:sp>
      <p:sp>
        <p:nvSpPr>
          <p:cNvPr id="11" name="Text Placeholder 8">
            <a:extLst>
              <a:ext uri="{FF2B5EF4-FFF2-40B4-BE49-F238E27FC236}">
                <a16:creationId xmlns:a16="http://schemas.microsoft.com/office/drawing/2014/main" id="{D1AF78D1-7BAB-FEED-2642-42C2144FFDC3}"/>
              </a:ext>
            </a:extLst>
          </p:cNvPr>
          <p:cNvSpPr>
            <a:spLocks noGrp="1"/>
          </p:cNvSpPr>
          <p:nvPr>
            <p:ph type="body" sz="quarter" idx="13" hasCustomPrompt="1"/>
          </p:nvPr>
        </p:nvSpPr>
        <p:spPr>
          <a:xfrm>
            <a:off x="3313890" y="1668780"/>
            <a:ext cx="2723744" cy="594360"/>
          </a:xfrm>
          <a:prstGeom prst="rect">
            <a:avLst/>
          </a:prstGeom>
        </p:spPr>
        <p:txBody>
          <a:bodyPr anchor="t">
            <a:noAutofit/>
          </a:bodyPr>
          <a:lstStyle>
            <a:lvl1pPr marL="0" indent="0" algn="l">
              <a:lnSpc>
                <a:spcPct val="100000"/>
              </a:lnSpc>
              <a:buFontTx/>
              <a:buNone/>
              <a:defRPr sz="2000" b="1">
                <a:solidFill>
                  <a:schemeClr val="accent1"/>
                </a:solidFill>
                <a:latin typeface="+mj-lt"/>
              </a:defRPr>
            </a:lvl1pPr>
          </a:lstStyle>
          <a:p>
            <a:pPr lvl="0"/>
            <a:r>
              <a:rPr lang="en-US" dirty="0"/>
              <a:t>[Add sub-title]</a:t>
            </a:r>
          </a:p>
        </p:txBody>
      </p:sp>
      <p:sp>
        <p:nvSpPr>
          <p:cNvPr id="13" name="Text Placeholder 8">
            <a:extLst>
              <a:ext uri="{FF2B5EF4-FFF2-40B4-BE49-F238E27FC236}">
                <a16:creationId xmlns:a16="http://schemas.microsoft.com/office/drawing/2014/main" id="{50AC1CC4-892B-E235-81BC-15D3794CBCE0}"/>
              </a:ext>
            </a:extLst>
          </p:cNvPr>
          <p:cNvSpPr>
            <a:spLocks noGrp="1"/>
          </p:cNvSpPr>
          <p:nvPr>
            <p:ph type="body" sz="quarter" idx="15" hasCustomPrompt="1"/>
          </p:nvPr>
        </p:nvSpPr>
        <p:spPr>
          <a:xfrm>
            <a:off x="6151124" y="1668780"/>
            <a:ext cx="2723744" cy="594360"/>
          </a:xfrm>
          <a:prstGeom prst="rect">
            <a:avLst/>
          </a:prstGeom>
        </p:spPr>
        <p:txBody>
          <a:bodyPr anchor="t">
            <a:noAutofit/>
          </a:bodyPr>
          <a:lstStyle>
            <a:lvl1pPr marL="0" indent="0" algn="l">
              <a:lnSpc>
                <a:spcPct val="100000"/>
              </a:lnSpc>
              <a:buFontTx/>
              <a:buNone/>
              <a:defRPr sz="2000" b="1">
                <a:solidFill>
                  <a:schemeClr val="accent1"/>
                </a:solidFill>
                <a:latin typeface="+mj-lt"/>
              </a:defRPr>
            </a:lvl1pPr>
          </a:lstStyle>
          <a:p>
            <a:pPr lvl="0"/>
            <a:r>
              <a:rPr lang="en-US" dirty="0"/>
              <a:t>[Add sub-title]</a:t>
            </a:r>
          </a:p>
        </p:txBody>
      </p:sp>
      <p:sp>
        <p:nvSpPr>
          <p:cNvPr id="15" name="Text Placeholder 8">
            <a:extLst>
              <a:ext uri="{FF2B5EF4-FFF2-40B4-BE49-F238E27FC236}">
                <a16:creationId xmlns:a16="http://schemas.microsoft.com/office/drawing/2014/main" id="{F3CE6D06-3DFB-168E-C0A9-346CE30CE1BF}"/>
              </a:ext>
            </a:extLst>
          </p:cNvPr>
          <p:cNvSpPr>
            <a:spLocks noGrp="1"/>
          </p:cNvSpPr>
          <p:nvPr>
            <p:ph type="body" sz="quarter" idx="17" hasCustomPrompt="1"/>
          </p:nvPr>
        </p:nvSpPr>
        <p:spPr>
          <a:xfrm>
            <a:off x="8988358" y="1668780"/>
            <a:ext cx="2723744" cy="594360"/>
          </a:xfrm>
          <a:prstGeom prst="rect">
            <a:avLst/>
          </a:prstGeom>
        </p:spPr>
        <p:txBody>
          <a:bodyPr anchor="t">
            <a:noAutofit/>
          </a:bodyPr>
          <a:lstStyle>
            <a:lvl1pPr marL="0" indent="0" algn="l">
              <a:lnSpc>
                <a:spcPct val="100000"/>
              </a:lnSpc>
              <a:buFontTx/>
              <a:buNone/>
              <a:defRPr sz="2000" b="1">
                <a:solidFill>
                  <a:schemeClr val="accent1"/>
                </a:solidFill>
                <a:latin typeface="+mj-lt"/>
              </a:defRPr>
            </a:lvl1pPr>
          </a:lstStyle>
          <a:p>
            <a:pPr lvl="0"/>
            <a:r>
              <a:rPr lang="en-US" dirty="0"/>
              <a:t>[Add sub-title]</a:t>
            </a:r>
          </a:p>
        </p:txBody>
      </p:sp>
      <p:sp>
        <p:nvSpPr>
          <p:cNvPr id="4" name="Title 3">
            <a:extLst>
              <a:ext uri="{FF2B5EF4-FFF2-40B4-BE49-F238E27FC236}">
                <a16:creationId xmlns:a16="http://schemas.microsoft.com/office/drawing/2014/main" id="{A6825A77-EF19-12B0-4EAC-BAF6B75518F3}"/>
              </a:ext>
            </a:extLst>
          </p:cNvPr>
          <p:cNvSpPr>
            <a:spLocks noGrp="1"/>
          </p:cNvSpPr>
          <p:nvPr>
            <p:ph type="title" hasCustomPrompt="1"/>
          </p:nvPr>
        </p:nvSpPr>
        <p:spPr/>
        <p:txBody>
          <a:bodyPr/>
          <a:lstStyle/>
          <a:p>
            <a:r>
              <a:rPr lang="en-US" dirty="0"/>
              <a:t>[Add headline]</a:t>
            </a:r>
          </a:p>
        </p:txBody>
      </p:sp>
      <p:sp>
        <p:nvSpPr>
          <p:cNvPr id="6" name="Content Placeholder 6">
            <a:extLst>
              <a:ext uri="{FF2B5EF4-FFF2-40B4-BE49-F238E27FC236}">
                <a16:creationId xmlns:a16="http://schemas.microsoft.com/office/drawing/2014/main" id="{290E520C-6300-A004-5B71-126677B05DF8}"/>
              </a:ext>
            </a:extLst>
          </p:cNvPr>
          <p:cNvSpPr>
            <a:spLocks noGrp="1"/>
          </p:cNvSpPr>
          <p:nvPr>
            <p:ph sz="quarter" idx="18" hasCustomPrompt="1"/>
          </p:nvPr>
        </p:nvSpPr>
        <p:spPr>
          <a:xfrm>
            <a:off x="476250" y="2423160"/>
            <a:ext cx="2724912" cy="3755390"/>
          </a:xfrm>
        </p:spPr>
        <p:txBody>
          <a:bodyPr/>
          <a:lstStyle>
            <a:lvl1pPr>
              <a:defRPr sz="1800"/>
            </a:lvl1pPr>
            <a:lvl2pPr>
              <a:defRPr sz="1600"/>
            </a:lvl2pPr>
            <a:lvl3pPr>
              <a:defRPr sz="1400"/>
            </a:lvl3pPr>
            <a:lvl4pPr>
              <a:defRPr sz="1400"/>
            </a:lvl4pPr>
            <a:lvl5pPr>
              <a:defRPr sz="1400"/>
            </a:lvl5p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9">
            <a:extLst>
              <a:ext uri="{FF2B5EF4-FFF2-40B4-BE49-F238E27FC236}">
                <a16:creationId xmlns:a16="http://schemas.microsoft.com/office/drawing/2014/main" id="{4CF236D1-0DF4-3035-C73A-F9A9040A8694}"/>
              </a:ext>
            </a:extLst>
          </p:cNvPr>
          <p:cNvSpPr>
            <a:spLocks noGrp="1"/>
          </p:cNvSpPr>
          <p:nvPr>
            <p:ph sz="quarter" idx="19" hasCustomPrompt="1"/>
          </p:nvPr>
        </p:nvSpPr>
        <p:spPr>
          <a:xfrm>
            <a:off x="3313890" y="2423160"/>
            <a:ext cx="2724912" cy="3755390"/>
          </a:xfrm>
        </p:spPr>
        <p:txBody>
          <a:bodyPr/>
          <a:lstStyle>
            <a:lvl1pPr>
              <a:defRPr sz="1800"/>
            </a:lvl1pPr>
            <a:lvl2pPr>
              <a:defRPr sz="1600"/>
            </a:lvl2pPr>
            <a:lvl3pPr>
              <a:defRPr sz="1400"/>
            </a:lvl3pPr>
            <a:lvl4pPr>
              <a:defRPr sz="1400"/>
            </a:lvl4pPr>
            <a:lvl5pPr>
              <a:defRPr sz="1400"/>
            </a:lvl5p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2">
            <a:extLst>
              <a:ext uri="{FF2B5EF4-FFF2-40B4-BE49-F238E27FC236}">
                <a16:creationId xmlns:a16="http://schemas.microsoft.com/office/drawing/2014/main" id="{4259B2F7-833F-913F-3D86-0A2CD0FE0944}"/>
              </a:ext>
            </a:extLst>
          </p:cNvPr>
          <p:cNvSpPr>
            <a:spLocks noGrp="1"/>
          </p:cNvSpPr>
          <p:nvPr>
            <p:ph sz="quarter" idx="20" hasCustomPrompt="1"/>
          </p:nvPr>
        </p:nvSpPr>
        <p:spPr>
          <a:xfrm>
            <a:off x="6151124" y="2423160"/>
            <a:ext cx="2724912" cy="3710723"/>
          </a:xfrm>
        </p:spPr>
        <p:txBody>
          <a:bodyPr/>
          <a:lstStyle>
            <a:lvl1pPr>
              <a:defRPr sz="1800"/>
            </a:lvl1pPr>
            <a:lvl2pPr>
              <a:defRPr sz="1600"/>
            </a:lvl2pPr>
            <a:lvl3pPr>
              <a:defRPr sz="1400"/>
            </a:lvl3pPr>
            <a:lvl4pPr>
              <a:defRPr sz="1400"/>
            </a:lvl4pPr>
            <a:lvl5pPr>
              <a:defRPr sz="1400"/>
            </a:lvl5p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16">
            <a:extLst>
              <a:ext uri="{FF2B5EF4-FFF2-40B4-BE49-F238E27FC236}">
                <a16:creationId xmlns:a16="http://schemas.microsoft.com/office/drawing/2014/main" id="{17AB11C0-522F-735B-4F7B-548C5EDF138F}"/>
              </a:ext>
            </a:extLst>
          </p:cNvPr>
          <p:cNvSpPr>
            <a:spLocks noGrp="1"/>
          </p:cNvSpPr>
          <p:nvPr>
            <p:ph sz="quarter" idx="21" hasCustomPrompt="1"/>
          </p:nvPr>
        </p:nvSpPr>
        <p:spPr>
          <a:xfrm>
            <a:off x="8988425" y="2423160"/>
            <a:ext cx="2724150" cy="3755390"/>
          </a:xfrm>
        </p:spPr>
        <p:txBody>
          <a:bodyPr/>
          <a:lstStyle>
            <a:lvl1pPr>
              <a:defRPr sz="1800"/>
            </a:lvl1pPr>
            <a:lvl2pPr>
              <a:defRPr sz="1600"/>
            </a:lvl2pPr>
            <a:lvl3pPr>
              <a:defRPr sz="1400"/>
            </a:lvl3pPr>
            <a:lvl4pPr>
              <a:defRPr sz="1400"/>
            </a:lvl4pPr>
            <a:lvl5pPr>
              <a:defRPr sz="1400"/>
            </a:lvl5p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88B39EF4-C5BA-104F-0DB1-5E2FE18CF63D}"/>
              </a:ext>
            </a:extLst>
          </p:cNvPr>
          <p:cNvSpPr>
            <a:spLocks noGrp="1"/>
          </p:cNvSpPr>
          <p:nvPr>
            <p:ph type="dt" sz="half" idx="22"/>
          </p:nvPr>
        </p:nvSpPr>
        <p:spPr/>
        <p:txBody>
          <a:bodyPr/>
          <a:lstStyle/>
          <a:p>
            <a:fld id="{8AE328AB-B028-465F-AC96-3659E34BD48A}" type="datetime1">
              <a:rPr lang="en-US" smtClean="0"/>
              <a:t>3/26/26</a:t>
            </a:fld>
            <a:endParaRPr lang="en-US"/>
          </a:p>
        </p:txBody>
      </p:sp>
      <p:sp>
        <p:nvSpPr>
          <p:cNvPr id="3" name="Footer Placeholder 2">
            <a:extLst>
              <a:ext uri="{FF2B5EF4-FFF2-40B4-BE49-F238E27FC236}">
                <a16:creationId xmlns:a16="http://schemas.microsoft.com/office/drawing/2014/main" id="{CA93D47C-142E-1783-338B-CCCE4F0C9B0C}"/>
              </a:ext>
            </a:extLst>
          </p:cNvPr>
          <p:cNvSpPr>
            <a:spLocks noGrp="1"/>
          </p:cNvSpPr>
          <p:nvPr>
            <p:ph type="ftr" sz="quarter" idx="23"/>
          </p:nvPr>
        </p:nvSpPr>
        <p:spPr/>
        <p:txBody>
          <a:bodyPr/>
          <a:lstStyle/>
          <a:p>
            <a:endParaRPr lang="en-US" dirty="0"/>
          </a:p>
        </p:txBody>
      </p:sp>
      <p:sp>
        <p:nvSpPr>
          <p:cNvPr id="5" name="Slide Number Placeholder 4">
            <a:extLst>
              <a:ext uri="{FF2B5EF4-FFF2-40B4-BE49-F238E27FC236}">
                <a16:creationId xmlns:a16="http://schemas.microsoft.com/office/drawing/2014/main" id="{AD394851-5D1E-CEC5-CC15-B0037137CDB6}"/>
              </a:ext>
            </a:extLst>
          </p:cNvPr>
          <p:cNvSpPr>
            <a:spLocks noGrp="1"/>
          </p:cNvSpPr>
          <p:nvPr>
            <p:ph type="sldNum" sz="quarter" idx="24"/>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2786120612"/>
      </p:ext>
    </p:extLst>
  </p:cSld>
  <p:clrMapOvr>
    <a:masterClrMapping/>
  </p:clrMapOvr>
  <p:transition>
    <p:fade/>
  </p:transition>
  <p:extLst>
    <p:ext uri="{DCECCB84-F9BA-43D5-87BE-67443E8EF086}">
      <p15:sldGuideLst xmlns:p15="http://schemas.microsoft.com/office/powerpoint/2012/main">
        <p15:guide id="1" orient="horz" pos="104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198FF9-0F40-03E3-AB81-670EE4DC8DEC}"/>
              </a:ext>
            </a:extLst>
          </p:cNvPr>
          <p:cNvSpPr>
            <a:spLocks noGrp="1"/>
          </p:cNvSpPr>
          <p:nvPr>
            <p:ph idx="1" hasCustomPrompt="1"/>
          </p:nvPr>
        </p:nvSpPr>
        <p:spPr>
          <a:xfrm>
            <a:off x="476249" y="1610971"/>
            <a:ext cx="11235445" cy="4567579"/>
          </a:xfrm>
        </p:spPr>
        <p:txBody>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D3BA5674-AC82-48D2-CB56-30149CAAA518}"/>
              </a:ext>
            </a:extLst>
          </p:cNvPr>
          <p:cNvSpPr>
            <a:spLocks noGrp="1"/>
          </p:cNvSpPr>
          <p:nvPr>
            <p:ph type="body" sz="half" idx="2" hasCustomPrompt="1"/>
          </p:nvPr>
        </p:nvSpPr>
        <p:spPr>
          <a:xfrm>
            <a:off x="476250" y="1074746"/>
            <a:ext cx="11237913" cy="441318"/>
          </a:xfrm>
        </p:spPr>
        <p:txBody>
          <a:bodyPr/>
          <a:lstStyle>
            <a:lvl1pPr marL="0" indent="0">
              <a:buNone/>
              <a:defRPr sz="1800" b="1">
                <a:solidFill>
                  <a:schemeClr val="accent1"/>
                </a:solidFill>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insert sub-title]</a:t>
            </a:r>
          </a:p>
        </p:txBody>
      </p:sp>
      <p:sp>
        <p:nvSpPr>
          <p:cNvPr id="5" name="Date Placeholder 4">
            <a:extLst>
              <a:ext uri="{FF2B5EF4-FFF2-40B4-BE49-F238E27FC236}">
                <a16:creationId xmlns:a16="http://schemas.microsoft.com/office/drawing/2014/main" id="{2B66AEB8-859C-3468-157B-0DA4DCF1DDF1}"/>
              </a:ext>
            </a:extLst>
          </p:cNvPr>
          <p:cNvSpPr>
            <a:spLocks noGrp="1"/>
          </p:cNvSpPr>
          <p:nvPr>
            <p:ph type="dt" sz="half" idx="10"/>
          </p:nvPr>
        </p:nvSpPr>
        <p:spPr/>
        <p:txBody>
          <a:bodyPr/>
          <a:lstStyle/>
          <a:p>
            <a:fld id="{638F2489-D6F9-464E-9691-CACD1332E96E}" type="datetime1">
              <a:rPr lang="en-US" smtClean="0"/>
              <a:t>3/26/26</a:t>
            </a:fld>
            <a:endParaRPr lang="en-US"/>
          </a:p>
        </p:txBody>
      </p:sp>
      <p:sp>
        <p:nvSpPr>
          <p:cNvPr id="6" name="Footer Placeholder 5">
            <a:extLst>
              <a:ext uri="{FF2B5EF4-FFF2-40B4-BE49-F238E27FC236}">
                <a16:creationId xmlns:a16="http://schemas.microsoft.com/office/drawing/2014/main" id="{3DC5BE91-A7B7-5BB3-1DE7-D51060E92F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A225DB-0EB7-DBFF-C8D2-4E13592C1DF2}"/>
              </a:ext>
            </a:extLst>
          </p:cNvPr>
          <p:cNvSpPr>
            <a:spLocks noGrp="1"/>
          </p:cNvSpPr>
          <p:nvPr>
            <p:ph type="sldNum" sz="quarter" idx="12"/>
          </p:nvPr>
        </p:nvSpPr>
        <p:spPr/>
        <p:txBody>
          <a:bodyPr/>
          <a:lstStyle/>
          <a:p>
            <a:fld id="{16C30856-2FD0-40BB-988B-8BB8612257E2}" type="slidenum">
              <a:rPr lang="en-US" smtClean="0"/>
              <a:t>‹#›</a:t>
            </a:fld>
            <a:endParaRPr lang="en-US"/>
          </a:p>
        </p:txBody>
      </p:sp>
      <p:sp>
        <p:nvSpPr>
          <p:cNvPr id="8" name="Title 7">
            <a:extLst>
              <a:ext uri="{FF2B5EF4-FFF2-40B4-BE49-F238E27FC236}">
                <a16:creationId xmlns:a16="http://schemas.microsoft.com/office/drawing/2014/main" id="{03FAAD8E-C9DA-9608-2773-4008E9AD81A0}"/>
              </a:ext>
            </a:extLst>
          </p:cNvPr>
          <p:cNvSpPr>
            <a:spLocks noGrp="1"/>
          </p:cNvSpPr>
          <p:nvPr>
            <p:ph type="title" hasCustomPrompt="1"/>
          </p:nvPr>
        </p:nvSpPr>
        <p:spPr>
          <a:xfrm>
            <a:off x="476655" y="365125"/>
            <a:ext cx="11235446" cy="709621"/>
          </a:xfrm>
        </p:spPr>
        <p:txBody>
          <a:bodyPr/>
          <a:lstStyle/>
          <a:p>
            <a:r>
              <a:rPr lang="en-US" dirty="0"/>
              <a:t>[Add headline]</a:t>
            </a:r>
          </a:p>
        </p:txBody>
      </p:sp>
    </p:spTree>
    <p:extLst>
      <p:ext uri="{BB962C8B-B14F-4D97-AF65-F5344CB8AC3E}">
        <p14:creationId xmlns:p14="http://schemas.microsoft.com/office/powerpoint/2010/main" val="3508518863"/>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 Centered">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3C959D-9680-FE78-4473-B5F8D0FA55F3}"/>
              </a:ext>
            </a:extLst>
          </p:cNvPr>
          <p:cNvSpPr>
            <a:spLocks noGrp="1"/>
          </p:cNvSpPr>
          <p:nvPr>
            <p:ph type="title" hasCustomPrompt="1"/>
          </p:nvPr>
        </p:nvSpPr>
        <p:spPr/>
        <p:txBody>
          <a:bodyPr/>
          <a:lstStyle>
            <a:lvl1pPr algn="ctr">
              <a:defRPr/>
            </a:lvl1pPr>
          </a:lstStyle>
          <a:p>
            <a:r>
              <a:rPr lang="en-US" dirty="0"/>
              <a:t>[Add headline]</a:t>
            </a:r>
          </a:p>
        </p:txBody>
      </p:sp>
      <p:sp>
        <p:nvSpPr>
          <p:cNvPr id="2" name="Date Placeholder 1">
            <a:extLst>
              <a:ext uri="{FF2B5EF4-FFF2-40B4-BE49-F238E27FC236}">
                <a16:creationId xmlns:a16="http://schemas.microsoft.com/office/drawing/2014/main" id="{6DD4341A-43FC-3C91-6B52-92D3D468420A}"/>
              </a:ext>
            </a:extLst>
          </p:cNvPr>
          <p:cNvSpPr>
            <a:spLocks noGrp="1"/>
          </p:cNvSpPr>
          <p:nvPr>
            <p:ph type="dt" sz="half" idx="10"/>
          </p:nvPr>
        </p:nvSpPr>
        <p:spPr/>
        <p:txBody>
          <a:bodyPr/>
          <a:lstStyle/>
          <a:p>
            <a:fld id="{A0E1C6C8-CCCA-4CB3-BE26-D2B6E010B6E2}" type="datetime1">
              <a:rPr lang="en-US" smtClean="0"/>
              <a:t>3/26/26</a:t>
            </a:fld>
            <a:endParaRPr lang="en-US"/>
          </a:p>
        </p:txBody>
      </p:sp>
      <p:sp>
        <p:nvSpPr>
          <p:cNvPr id="4" name="Footer Placeholder 3">
            <a:extLst>
              <a:ext uri="{FF2B5EF4-FFF2-40B4-BE49-F238E27FC236}">
                <a16:creationId xmlns:a16="http://schemas.microsoft.com/office/drawing/2014/main" id="{D694CDCB-ED3C-A358-FAF5-DC2C5A25E16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725916B-0D54-1F63-4477-62ADD91F12D3}"/>
              </a:ext>
            </a:extLst>
          </p:cNvPr>
          <p:cNvSpPr>
            <a:spLocks noGrp="1"/>
          </p:cNvSpPr>
          <p:nvPr>
            <p:ph type="sldNum" sz="quarter" idx="12"/>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2266572513"/>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   ~  ">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067EE46-232A-3E52-B735-BB1BF31C5BCE}"/>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pic>
        <p:nvPicPr>
          <p:cNvPr id="2" name="Picture 1">
            <a:extLst>
              <a:ext uri="{FF2B5EF4-FFF2-40B4-BE49-F238E27FC236}">
                <a16:creationId xmlns:a16="http://schemas.microsoft.com/office/drawing/2014/main" id="{CB40B89E-CAC6-8690-FBAA-7E5EA367415F}"/>
              </a:ext>
            </a:extLst>
          </p:cNvPr>
          <p:cNvPicPr>
            <a:picLocks noChangeAspect="1"/>
          </p:cNvPicPr>
          <p:nvPr userDrawn="1"/>
        </p:nvPicPr>
        <p:blipFill>
          <a:blip r:embed="rId2"/>
          <a:srcRect b="1143"/>
          <a:stretch/>
        </p:blipFill>
        <p:spPr>
          <a:xfrm>
            <a:off x="0" y="-1"/>
            <a:ext cx="12192000" cy="6858001"/>
          </a:xfrm>
          <a:prstGeom prst="rect">
            <a:avLst/>
          </a:prstGeom>
        </p:spPr>
      </p:pic>
    </p:spTree>
    <p:extLst>
      <p:ext uri="{BB962C8B-B14F-4D97-AF65-F5344CB8AC3E}">
        <p14:creationId xmlns:p14="http://schemas.microsoft.com/office/powerpoint/2010/main" val="44877326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 Agenda">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796E2-7169-ABF7-F483-D151455C95FD}"/>
              </a:ext>
            </a:extLst>
          </p:cNvPr>
          <p:cNvSpPr>
            <a:spLocks noGrp="1"/>
          </p:cNvSpPr>
          <p:nvPr>
            <p:ph type="title" hasCustomPrompt="1"/>
          </p:nvPr>
        </p:nvSpPr>
        <p:spPr>
          <a:xfrm>
            <a:off x="483292" y="1516063"/>
            <a:ext cx="3088849" cy="2085989"/>
          </a:xfrm>
        </p:spPr>
        <p:txBody>
          <a:bodyPr/>
          <a:lstStyle>
            <a:lvl1pPr>
              <a:defRPr/>
            </a:lvl1pPr>
          </a:lstStyle>
          <a:p>
            <a:r>
              <a:rPr lang="en-US" dirty="0"/>
              <a:t>[Add “Topic” or “Agenda”</a:t>
            </a:r>
          </a:p>
        </p:txBody>
      </p:sp>
      <p:sp>
        <p:nvSpPr>
          <p:cNvPr id="3" name="Date Placeholder 2">
            <a:extLst>
              <a:ext uri="{FF2B5EF4-FFF2-40B4-BE49-F238E27FC236}">
                <a16:creationId xmlns:a16="http://schemas.microsoft.com/office/drawing/2014/main" id="{7C158160-6325-1B29-F816-40A0279BE546}"/>
              </a:ext>
            </a:extLst>
          </p:cNvPr>
          <p:cNvSpPr>
            <a:spLocks noGrp="1"/>
          </p:cNvSpPr>
          <p:nvPr>
            <p:ph type="dt" sz="half" idx="10"/>
          </p:nvPr>
        </p:nvSpPr>
        <p:spPr/>
        <p:txBody>
          <a:bodyPr/>
          <a:lstStyle/>
          <a:p>
            <a:fld id="{9E3336EB-F901-427F-9B57-A9CF410E8151}" type="datetime1">
              <a:rPr lang="en-US" smtClean="0"/>
              <a:t>3/26/26</a:t>
            </a:fld>
            <a:endParaRPr lang="en-US"/>
          </a:p>
        </p:txBody>
      </p:sp>
      <p:sp>
        <p:nvSpPr>
          <p:cNvPr id="4" name="Footer Placeholder 3">
            <a:extLst>
              <a:ext uri="{FF2B5EF4-FFF2-40B4-BE49-F238E27FC236}">
                <a16:creationId xmlns:a16="http://schemas.microsoft.com/office/drawing/2014/main" id="{563384C5-875E-04B9-FBD8-E2BF420D0B1F}"/>
              </a:ext>
            </a:extLst>
          </p:cNvPr>
          <p:cNvSpPr>
            <a:spLocks noGrp="1"/>
          </p:cNvSpPr>
          <p:nvPr>
            <p:ph type="ftr" sz="quarter" idx="11"/>
          </p:nvPr>
        </p:nvSpPr>
        <p:spPr/>
        <p:txBody>
          <a:bodyPr/>
          <a:lstStyle/>
          <a:p>
            <a:endParaRPr lang="en-US" dirty="0"/>
          </a:p>
        </p:txBody>
      </p:sp>
      <p:sp>
        <p:nvSpPr>
          <p:cNvPr id="8" name="Text Placeholder 7">
            <a:extLst>
              <a:ext uri="{FF2B5EF4-FFF2-40B4-BE49-F238E27FC236}">
                <a16:creationId xmlns:a16="http://schemas.microsoft.com/office/drawing/2014/main" id="{85EFD6F9-3401-A04B-30FD-21C8EA036661}"/>
              </a:ext>
            </a:extLst>
          </p:cNvPr>
          <p:cNvSpPr>
            <a:spLocks noGrp="1"/>
          </p:cNvSpPr>
          <p:nvPr>
            <p:ph type="body" sz="quarter" idx="12" hasCustomPrompt="1"/>
          </p:nvPr>
        </p:nvSpPr>
        <p:spPr>
          <a:xfrm>
            <a:off x="3922713" y="1516063"/>
            <a:ext cx="7786687" cy="4662487"/>
          </a:xfrm>
        </p:spPr>
        <p:txBody>
          <a:bodyPr/>
          <a:lstStyle>
            <a:lvl1pPr marL="0" indent="0">
              <a:buFont typeface="Arial" panose="020B0604020202020204" pitchFamily="34" charset="0"/>
              <a:buChar char="​"/>
              <a:defRPr/>
            </a:lvl1pPr>
            <a:lvl2pPr marL="227013" indent="0">
              <a:buFont typeface="Arial" panose="020B0604020202020204" pitchFamily="34" charset="0"/>
              <a:buChar char="​"/>
              <a:defRPr>
                <a:solidFill>
                  <a:schemeClr val="accent1"/>
                </a:solidFill>
              </a:defRPr>
            </a:lvl2pPr>
            <a:lvl3pPr marL="227013" indent="0">
              <a:buFont typeface="Arial" panose="020B0604020202020204" pitchFamily="34" charset="0"/>
              <a:buChar char="​"/>
              <a:defRPr/>
            </a:lvl3pPr>
            <a:lvl4pPr marL="227013" indent="0">
              <a:buFont typeface="Arial" panose="020B0604020202020204" pitchFamily="34" charset="0"/>
              <a:buChar char="​"/>
              <a:defRPr/>
            </a:lvl4pPr>
            <a:lvl5pPr marL="227013" indent="0">
              <a:buFont typeface="Arial" panose="020B0604020202020204" pitchFamily="34" charset="0"/>
              <a:buChar char="​"/>
              <a:defRPr/>
            </a:lvl5pPr>
          </a:lstStyle>
          <a:p>
            <a:pPr lvl="0"/>
            <a:r>
              <a:rPr lang="en-US" dirty="0"/>
              <a:t>[Insert Section Title] use “Enter” + “Tab” to add [Section text] and Shift + Tab to add additional [Section Titles]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83595832"/>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ic - Agenda Rule of 3">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796E2-7169-ABF7-F483-D151455C95FD}"/>
              </a:ext>
            </a:extLst>
          </p:cNvPr>
          <p:cNvSpPr>
            <a:spLocks noGrp="1"/>
          </p:cNvSpPr>
          <p:nvPr>
            <p:ph type="title" hasCustomPrompt="1"/>
          </p:nvPr>
        </p:nvSpPr>
        <p:spPr>
          <a:xfrm>
            <a:off x="483292" y="1516063"/>
            <a:ext cx="3088849" cy="2085989"/>
          </a:xfrm>
        </p:spPr>
        <p:txBody>
          <a:bodyPr/>
          <a:lstStyle>
            <a:lvl1pPr>
              <a:defRPr/>
            </a:lvl1pPr>
          </a:lstStyle>
          <a:p>
            <a:r>
              <a:rPr lang="en-US" dirty="0"/>
              <a:t>[Add “Topic” or “Agenda”</a:t>
            </a:r>
          </a:p>
        </p:txBody>
      </p:sp>
      <p:sp>
        <p:nvSpPr>
          <p:cNvPr id="3" name="Date Placeholder 2">
            <a:extLst>
              <a:ext uri="{FF2B5EF4-FFF2-40B4-BE49-F238E27FC236}">
                <a16:creationId xmlns:a16="http://schemas.microsoft.com/office/drawing/2014/main" id="{7C158160-6325-1B29-F816-40A0279BE546}"/>
              </a:ext>
            </a:extLst>
          </p:cNvPr>
          <p:cNvSpPr>
            <a:spLocks noGrp="1"/>
          </p:cNvSpPr>
          <p:nvPr>
            <p:ph type="dt" sz="half" idx="10"/>
          </p:nvPr>
        </p:nvSpPr>
        <p:spPr/>
        <p:txBody>
          <a:bodyPr/>
          <a:lstStyle/>
          <a:p>
            <a:fld id="{5BA16879-8F44-4F1D-B8EC-BA7990485DE1}" type="datetime1">
              <a:rPr lang="en-US" smtClean="0"/>
              <a:t>3/26/26</a:t>
            </a:fld>
            <a:endParaRPr lang="en-US"/>
          </a:p>
        </p:txBody>
      </p:sp>
      <p:sp>
        <p:nvSpPr>
          <p:cNvPr id="4" name="Footer Placeholder 3">
            <a:extLst>
              <a:ext uri="{FF2B5EF4-FFF2-40B4-BE49-F238E27FC236}">
                <a16:creationId xmlns:a16="http://schemas.microsoft.com/office/drawing/2014/main" id="{563384C5-875E-04B9-FBD8-E2BF420D0B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4C4366B-A351-D8CE-6E84-D05D4ACBF01E}"/>
              </a:ext>
            </a:extLst>
          </p:cNvPr>
          <p:cNvSpPr>
            <a:spLocks noGrp="1"/>
          </p:cNvSpPr>
          <p:nvPr>
            <p:ph type="sldNum" sz="quarter" idx="12"/>
          </p:nvPr>
        </p:nvSpPr>
        <p:spPr/>
        <p:txBody>
          <a:bodyPr/>
          <a:lstStyle/>
          <a:p>
            <a:fld id="{16C30856-2FD0-40BB-988B-8BB8612257E2}" type="slidenum">
              <a:rPr lang="en-US" smtClean="0"/>
              <a:pPr/>
              <a:t>‹#›</a:t>
            </a:fld>
            <a:endParaRPr lang="en-US"/>
          </a:p>
        </p:txBody>
      </p:sp>
      <p:sp>
        <p:nvSpPr>
          <p:cNvPr id="21" name="Text Placeholder 20">
            <a:extLst>
              <a:ext uri="{FF2B5EF4-FFF2-40B4-BE49-F238E27FC236}">
                <a16:creationId xmlns:a16="http://schemas.microsoft.com/office/drawing/2014/main" id="{3AA23D2E-F131-6200-6FB2-C55A5D6778F7}"/>
              </a:ext>
            </a:extLst>
          </p:cNvPr>
          <p:cNvSpPr>
            <a:spLocks noGrp="1"/>
          </p:cNvSpPr>
          <p:nvPr>
            <p:ph type="body" sz="quarter" idx="13" hasCustomPrompt="1"/>
          </p:nvPr>
        </p:nvSpPr>
        <p:spPr>
          <a:xfrm>
            <a:off x="5155662" y="1516063"/>
            <a:ext cx="7036338" cy="1026357"/>
          </a:xfrm>
          <a:custGeom>
            <a:avLst/>
            <a:gdLst>
              <a:gd name="connsiteX0" fmla="*/ 573671 w 7036338"/>
              <a:gd name="connsiteY0" fmla="*/ 0 h 1026357"/>
              <a:gd name="connsiteX1" fmla="*/ 7036338 w 7036338"/>
              <a:gd name="connsiteY1" fmla="*/ 0 h 1026357"/>
              <a:gd name="connsiteX2" fmla="*/ 7036338 w 7036338"/>
              <a:gd name="connsiteY2" fmla="*/ 1026357 h 1026357"/>
              <a:gd name="connsiteX3" fmla="*/ 0 w 7036338"/>
              <a:gd name="connsiteY3" fmla="*/ 1026357 h 1026357"/>
              <a:gd name="connsiteX4" fmla="*/ 0 w 7036338"/>
              <a:gd name="connsiteY4" fmla="*/ 1026355 h 1026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36338" h="1026357">
                <a:moveTo>
                  <a:pt x="573671" y="0"/>
                </a:moveTo>
                <a:lnTo>
                  <a:pt x="7036338" y="0"/>
                </a:lnTo>
                <a:lnTo>
                  <a:pt x="7036338" y="1026357"/>
                </a:lnTo>
                <a:lnTo>
                  <a:pt x="0" y="1026357"/>
                </a:lnTo>
                <a:lnTo>
                  <a:pt x="0" y="1026355"/>
                </a:lnTo>
                <a:close/>
              </a:path>
            </a:pathLst>
          </a:custGeom>
          <a:gradFill>
            <a:gsLst>
              <a:gs pos="78000">
                <a:schemeClr val="accent1">
                  <a:alpha val="2000"/>
                  <a:lumMod val="100000"/>
                </a:schemeClr>
              </a:gs>
              <a:gs pos="25000">
                <a:schemeClr val="accent1">
                  <a:alpha val="2000"/>
                </a:schemeClr>
              </a:gs>
              <a:gs pos="52000">
                <a:schemeClr val="accent1">
                  <a:lumMod val="50000"/>
                  <a:alpha val="0"/>
                </a:schemeClr>
              </a:gs>
              <a:gs pos="52000">
                <a:schemeClr val="accent1">
                  <a:lumMod val="50000"/>
                  <a:alpha val="0"/>
                </a:schemeClr>
              </a:gs>
              <a:gs pos="98000">
                <a:schemeClr val="accent1">
                  <a:lumMod val="40000"/>
                  <a:lumOff val="60000"/>
                  <a:alpha val="15000"/>
                </a:schemeClr>
              </a:gs>
              <a:gs pos="0">
                <a:schemeClr val="accent1">
                  <a:lumMod val="40000"/>
                  <a:lumOff val="60000"/>
                  <a:alpha val="15000"/>
                </a:schemeClr>
              </a:gs>
            </a:gsLst>
            <a:lin ang="7200000" scaled="0"/>
          </a:gradFill>
          <a:ln>
            <a:solidFill>
              <a:schemeClr val="accent1"/>
            </a:solidFill>
          </a:ln>
        </p:spPr>
        <p:txBody>
          <a:bodyPr wrap="square" lIns="914400" anchor="ctr">
            <a:noAutofit/>
          </a:bodyPr>
          <a:lstStyle>
            <a:lvl1pPr marL="0" indent="0">
              <a:lnSpc>
                <a:spcPct val="90000"/>
              </a:lnSpc>
              <a:spcAft>
                <a:spcPts val="600"/>
              </a:spcAft>
              <a:buFontTx/>
              <a:buNone/>
              <a:defRPr sz="2400" b="0" spc="100" baseline="0">
                <a:solidFill>
                  <a:schemeClr val="tx1"/>
                </a:solidFill>
                <a:latin typeface="+mn-lt"/>
              </a:defRPr>
            </a:lvl1pPr>
            <a:lvl2pPr marL="457200" indent="0">
              <a:lnSpc>
                <a:spcPct val="100000"/>
              </a:lnSpc>
              <a:spcAft>
                <a:spcPts val="600"/>
              </a:spcAft>
              <a:buFontTx/>
              <a:buNone/>
              <a:defRPr sz="2000" spc="100" baseline="0">
                <a:solidFill>
                  <a:schemeClr val="bg1"/>
                </a:solidFill>
                <a:latin typeface="+mn-lt"/>
              </a:defRPr>
            </a:lvl2pPr>
            <a:lvl3pPr>
              <a:defRPr>
                <a:latin typeface="+mn-lt"/>
              </a:defRPr>
            </a:lvl3pPr>
            <a:lvl4pPr>
              <a:defRPr>
                <a:latin typeface="+mn-lt"/>
              </a:defRPr>
            </a:lvl4pPr>
            <a:lvl5pPr>
              <a:defRPr>
                <a:latin typeface="+mn-lt"/>
              </a:defRPr>
            </a:lvl5pPr>
          </a:lstStyle>
          <a:p>
            <a:pPr lvl="0"/>
            <a:r>
              <a:rPr lang="en-US" dirty="0"/>
              <a:t>Point 1</a:t>
            </a:r>
          </a:p>
        </p:txBody>
      </p:sp>
      <p:sp>
        <p:nvSpPr>
          <p:cNvPr id="22" name="Text Placeholder 21">
            <a:extLst>
              <a:ext uri="{FF2B5EF4-FFF2-40B4-BE49-F238E27FC236}">
                <a16:creationId xmlns:a16="http://schemas.microsoft.com/office/drawing/2014/main" id="{B7FFF128-6218-4F59-C6BD-28511E9870E3}"/>
              </a:ext>
            </a:extLst>
          </p:cNvPr>
          <p:cNvSpPr>
            <a:spLocks noGrp="1"/>
          </p:cNvSpPr>
          <p:nvPr>
            <p:ph type="body" sz="quarter" idx="14" hasCustomPrompt="1"/>
          </p:nvPr>
        </p:nvSpPr>
        <p:spPr>
          <a:xfrm>
            <a:off x="4327778" y="2953926"/>
            <a:ext cx="7864222" cy="1026356"/>
          </a:xfrm>
          <a:custGeom>
            <a:avLst/>
            <a:gdLst>
              <a:gd name="connsiteX0" fmla="*/ 573672 w 7864222"/>
              <a:gd name="connsiteY0" fmla="*/ 0 h 1026356"/>
              <a:gd name="connsiteX1" fmla="*/ 7864222 w 7864222"/>
              <a:gd name="connsiteY1" fmla="*/ 0 h 1026356"/>
              <a:gd name="connsiteX2" fmla="*/ 7864222 w 7864222"/>
              <a:gd name="connsiteY2" fmla="*/ 1026356 h 1026356"/>
              <a:gd name="connsiteX3" fmla="*/ 0 w 7864222"/>
              <a:gd name="connsiteY3" fmla="*/ 1026356 h 1026356"/>
            </a:gdLst>
            <a:ahLst/>
            <a:cxnLst>
              <a:cxn ang="0">
                <a:pos x="connsiteX0" y="connsiteY0"/>
              </a:cxn>
              <a:cxn ang="0">
                <a:pos x="connsiteX1" y="connsiteY1"/>
              </a:cxn>
              <a:cxn ang="0">
                <a:pos x="connsiteX2" y="connsiteY2"/>
              </a:cxn>
              <a:cxn ang="0">
                <a:pos x="connsiteX3" y="connsiteY3"/>
              </a:cxn>
            </a:cxnLst>
            <a:rect l="l" t="t" r="r" b="b"/>
            <a:pathLst>
              <a:path w="7864222" h="1026356">
                <a:moveTo>
                  <a:pt x="573672" y="0"/>
                </a:moveTo>
                <a:lnTo>
                  <a:pt x="7864222" y="0"/>
                </a:lnTo>
                <a:lnTo>
                  <a:pt x="7864222" y="1026356"/>
                </a:lnTo>
                <a:lnTo>
                  <a:pt x="0" y="1026356"/>
                </a:lnTo>
                <a:close/>
              </a:path>
            </a:pathLst>
          </a:custGeom>
          <a:gradFill>
            <a:gsLst>
              <a:gs pos="78000">
                <a:schemeClr val="accent3">
                  <a:alpha val="2000"/>
                </a:schemeClr>
              </a:gs>
              <a:gs pos="25000">
                <a:schemeClr val="accent3">
                  <a:alpha val="2000"/>
                </a:schemeClr>
              </a:gs>
              <a:gs pos="52000">
                <a:schemeClr val="accent1">
                  <a:lumMod val="50000"/>
                  <a:alpha val="0"/>
                </a:schemeClr>
              </a:gs>
              <a:gs pos="52000">
                <a:schemeClr val="accent3">
                  <a:lumMod val="50000"/>
                  <a:alpha val="0"/>
                </a:schemeClr>
              </a:gs>
              <a:gs pos="98000">
                <a:schemeClr val="accent3">
                  <a:lumMod val="40000"/>
                  <a:lumOff val="60000"/>
                  <a:alpha val="15000"/>
                </a:schemeClr>
              </a:gs>
              <a:gs pos="0">
                <a:schemeClr val="accent3">
                  <a:lumMod val="40000"/>
                  <a:lumOff val="60000"/>
                  <a:alpha val="15000"/>
                </a:schemeClr>
              </a:gs>
            </a:gsLst>
            <a:lin ang="7200000" scaled="0"/>
          </a:gradFill>
          <a:ln>
            <a:solidFill>
              <a:schemeClr val="accent3"/>
            </a:solidFill>
          </a:ln>
        </p:spPr>
        <p:txBody>
          <a:bodyPr wrap="square" lIns="914400" anchor="ctr">
            <a:noAutofit/>
          </a:bodyPr>
          <a:lstStyle>
            <a:lvl1pPr marL="0" indent="0">
              <a:lnSpc>
                <a:spcPct val="90000"/>
              </a:lnSpc>
              <a:spcAft>
                <a:spcPts val="600"/>
              </a:spcAft>
              <a:buFontTx/>
              <a:buNone/>
              <a:defRPr sz="2400" b="0" spc="100" baseline="0">
                <a:solidFill>
                  <a:schemeClr val="tx1"/>
                </a:solidFill>
                <a:latin typeface="+mn-lt"/>
              </a:defRPr>
            </a:lvl1pPr>
            <a:lvl2pPr marL="457200" indent="0">
              <a:lnSpc>
                <a:spcPct val="100000"/>
              </a:lnSpc>
              <a:spcAft>
                <a:spcPts val="600"/>
              </a:spcAft>
              <a:buFontTx/>
              <a:buNone/>
              <a:defRPr sz="2000" spc="100" baseline="0">
                <a:solidFill>
                  <a:schemeClr val="bg1"/>
                </a:solidFill>
                <a:latin typeface="+mn-lt"/>
              </a:defRPr>
            </a:lvl2pPr>
          </a:lstStyle>
          <a:p>
            <a:pPr lvl="0"/>
            <a:r>
              <a:rPr lang="en-US" dirty="0"/>
              <a:t>Point 2</a:t>
            </a:r>
          </a:p>
        </p:txBody>
      </p:sp>
      <p:sp>
        <p:nvSpPr>
          <p:cNvPr id="23" name="Text Placeholder 22">
            <a:extLst>
              <a:ext uri="{FF2B5EF4-FFF2-40B4-BE49-F238E27FC236}">
                <a16:creationId xmlns:a16="http://schemas.microsoft.com/office/drawing/2014/main" id="{681BE19B-73A3-90C9-901F-3D46C9F1AF25}"/>
              </a:ext>
            </a:extLst>
          </p:cNvPr>
          <p:cNvSpPr>
            <a:spLocks noGrp="1"/>
          </p:cNvSpPr>
          <p:nvPr>
            <p:ph type="body" sz="quarter" idx="15" hasCustomPrompt="1"/>
          </p:nvPr>
        </p:nvSpPr>
        <p:spPr>
          <a:xfrm>
            <a:off x="3521593" y="4391788"/>
            <a:ext cx="8670409" cy="1026357"/>
          </a:xfrm>
          <a:custGeom>
            <a:avLst/>
            <a:gdLst>
              <a:gd name="connsiteX0" fmla="*/ 573672 w 8670409"/>
              <a:gd name="connsiteY0" fmla="*/ 0 h 1026357"/>
              <a:gd name="connsiteX1" fmla="*/ 8670409 w 8670409"/>
              <a:gd name="connsiteY1" fmla="*/ 0 h 1026357"/>
              <a:gd name="connsiteX2" fmla="*/ 8670409 w 8670409"/>
              <a:gd name="connsiteY2" fmla="*/ 1026357 h 1026357"/>
              <a:gd name="connsiteX3" fmla="*/ 0 w 8670409"/>
              <a:gd name="connsiteY3" fmla="*/ 1026357 h 1026357"/>
            </a:gdLst>
            <a:ahLst/>
            <a:cxnLst>
              <a:cxn ang="0">
                <a:pos x="connsiteX0" y="connsiteY0"/>
              </a:cxn>
              <a:cxn ang="0">
                <a:pos x="connsiteX1" y="connsiteY1"/>
              </a:cxn>
              <a:cxn ang="0">
                <a:pos x="connsiteX2" y="connsiteY2"/>
              </a:cxn>
              <a:cxn ang="0">
                <a:pos x="connsiteX3" y="connsiteY3"/>
              </a:cxn>
            </a:cxnLst>
            <a:rect l="l" t="t" r="r" b="b"/>
            <a:pathLst>
              <a:path w="8670409" h="1026357">
                <a:moveTo>
                  <a:pt x="573672" y="0"/>
                </a:moveTo>
                <a:lnTo>
                  <a:pt x="8670409" y="0"/>
                </a:lnTo>
                <a:lnTo>
                  <a:pt x="8670409" y="1026357"/>
                </a:lnTo>
                <a:lnTo>
                  <a:pt x="0" y="1026357"/>
                </a:lnTo>
                <a:close/>
              </a:path>
            </a:pathLst>
          </a:custGeom>
          <a:gradFill>
            <a:gsLst>
              <a:gs pos="78000">
                <a:schemeClr val="accent2">
                  <a:alpha val="2000"/>
                </a:schemeClr>
              </a:gs>
              <a:gs pos="25000">
                <a:schemeClr val="accent2">
                  <a:alpha val="2000"/>
                </a:schemeClr>
              </a:gs>
              <a:gs pos="52000">
                <a:schemeClr val="accent1">
                  <a:lumMod val="50000"/>
                  <a:alpha val="0"/>
                </a:schemeClr>
              </a:gs>
              <a:gs pos="52000">
                <a:schemeClr val="accent2">
                  <a:lumMod val="50000"/>
                  <a:alpha val="0"/>
                </a:schemeClr>
              </a:gs>
              <a:gs pos="98000">
                <a:schemeClr val="accent2">
                  <a:lumMod val="40000"/>
                  <a:lumOff val="60000"/>
                  <a:alpha val="15000"/>
                </a:schemeClr>
              </a:gs>
              <a:gs pos="0">
                <a:schemeClr val="accent2">
                  <a:alpha val="15000"/>
                  <a:lumMod val="40000"/>
                  <a:lumOff val="60000"/>
                </a:schemeClr>
              </a:gs>
            </a:gsLst>
            <a:lin ang="7200000" scaled="0"/>
          </a:gradFill>
          <a:ln>
            <a:solidFill>
              <a:schemeClr val="accent2"/>
            </a:solidFill>
          </a:ln>
        </p:spPr>
        <p:txBody>
          <a:bodyPr wrap="square" lIns="914400" anchor="ctr">
            <a:noAutofit/>
          </a:bodyPr>
          <a:lstStyle>
            <a:lvl1pPr marL="0" indent="0">
              <a:lnSpc>
                <a:spcPct val="90000"/>
              </a:lnSpc>
              <a:spcAft>
                <a:spcPts val="600"/>
              </a:spcAft>
              <a:buFontTx/>
              <a:buNone/>
              <a:defRPr sz="2400" b="0" spc="100" baseline="0">
                <a:solidFill>
                  <a:schemeClr val="tx1"/>
                </a:solidFill>
                <a:latin typeface="+mn-lt"/>
              </a:defRPr>
            </a:lvl1pPr>
            <a:lvl2pPr marL="457200" indent="0">
              <a:lnSpc>
                <a:spcPct val="100000"/>
              </a:lnSpc>
              <a:spcAft>
                <a:spcPts val="600"/>
              </a:spcAft>
              <a:buFontTx/>
              <a:buNone/>
              <a:defRPr sz="2000" spc="100" baseline="0">
                <a:solidFill>
                  <a:schemeClr val="bg1"/>
                </a:solidFill>
                <a:latin typeface="+mn-lt"/>
              </a:defRPr>
            </a:lvl2pPr>
          </a:lstStyle>
          <a:p>
            <a:pPr lvl="0"/>
            <a:r>
              <a:rPr lang="en-US" dirty="0"/>
              <a:t>Point 3</a:t>
            </a:r>
          </a:p>
        </p:txBody>
      </p:sp>
    </p:spTree>
    <p:extLst>
      <p:ext uri="{BB962C8B-B14F-4D97-AF65-F5344CB8AC3E}">
        <p14:creationId xmlns:p14="http://schemas.microsoft.com/office/powerpoint/2010/main" val="4693936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1+#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additive="base">
                                        <p:cTn id="12" dur="500" fill="hold"/>
                                        <p:tgtEl>
                                          <p:spTgt spid="22"/>
                                        </p:tgtEl>
                                        <p:attrNameLst>
                                          <p:attrName>ppt_x</p:attrName>
                                        </p:attrNameLst>
                                      </p:cBhvr>
                                      <p:tavLst>
                                        <p:tav tm="0">
                                          <p:val>
                                            <p:strVal val="1+#ppt_w/2"/>
                                          </p:val>
                                        </p:tav>
                                        <p:tav tm="100000">
                                          <p:val>
                                            <p:strVal val="#ppt_x"/>
                                          </p:val>
                                        </p:tav>
                                      </p:tavLst>
                                    </p:anim>
                                    <p:anim calcmode="lin" valueType="num">
                                      <p:cBhvr additive="base">
                                        <p:cTn id="13" dur="500" fill="hold"/>
                                        <p:tgtEl>
                                          <p:spTgt spid="2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grpId="0" nodeType="after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1+#ppt_w/2"/>
                                          </p:val>
                                        </p:tav>
                                        <p:tav tm="100000">
                                          <p:val>
                                            <p:strVal val="#ppt_x"/>
                                          </p:val>
                                        </p:tav>
                                      </p:tavLst>
                                    </p:anim>
                                    <p:anim calcmode="lin" valueType="num">
                                      <p:cBhvr additive="base">
                                        <p:cTn id="1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tmplLst>
          <p:tmpl>
            <p:tnLst>
              <p:par>
                <p:cTn presetID="2" presetClass="entr" presetSubtype="2" fill="hold" nodeType="after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animBg="1">
        <p:tmplLst>
          <p:tmpl>
            <p:tnLst>
              <p:par>
                <p:cTn presetID="2" presetClass="entr" presetSubtype="2"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animBg="1">
        <p:tmplLst>
          <p:tmpl>
            <p:tnLst>
              <p:par>
                <p:cTn presetID="2" presetClass="entr" presetSubtype="2"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  ~">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10B838-9AD3-ACBC-770B-D178859923C7}"/>
              </a:ext>
            </a:extLst>
          </p:cNvPr>
          <p:cNvPicPr>
            <a:picLocks noChangeAspect="1"/>
          </p:cNvPicPr>
          <p:nvPr userDrawn="1"/>
        </p:nvPicPr>
        <p:blipFill>
          <a:blip r:embed="rId2"/>
          <a:srcRect b="1660"/>
          <a:stretch/>
        </p:blipFill>
        <p:spPr>
          <a:xfrm>
            <a:off x="0" y="-1"/>
            <a:ext cx="12192000" cy="6858001"/>
          </a:xfrm>
          <a:prstGeom prst="rect">
            <a:avLst/>
          </a:prstGeom>
        </p:spPr>
      </p:pic>
      <p:sp>
        <p:nvSpPr>
          <p:cNvPr id="2" name="TextBox 1">
            <a:extLst>
              <a:ext uri="{FF2B5EF4-FFF2-40B4-BE49-F238E27FC236}">
                <a16:creationId xmlns:a16="http://schemas.microsoft.com/office/drawing/2014/main" id="{6A1CFA1C-2FEE-7AAB-EC6C-B7FE79E6F785}"/>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843884784"/>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Colum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4C855A-1C78-B957-14AF-0BB531C55E6F}"/>
              </a:ext>
            </a:extLst>
          </p:cNvPr>
          <p:cNvSpPr/>
          <p:nvPr userDrawn="1"/>
        </p:nvSpPr>
        <p:spPr>
          <a:xfrm>
            <a:off x="-1" y="0"/>
            <a:ext cx="5230762" cy="6858000"/>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5" name="object 2">
            <a:extLst>
              <a:ext uri="{FF2B5EF4-FFF2-40B4-BE49-F238E27FC236}">
                <a16:creationId xmlns:a16="http://schemas.microsoft.com/office/drawing/2014/main" id="{EAAA146C-07E7-5361-D611-1DEC56D0DDC3}"/>
              </a:ext>
            </a:extLst>
          </p:cNvPr>
          <p:cNvPicPr/>
          <p:nvPr userDrawn="1"/>
        </p:nvPicPr>
        <p:blipFill>
          <a:blip r:embed="rId2" cstate="email">
            <a:alphaModFix amt="40000"/>
            <a:extLst>
              <a:ext uri="{28A0092B-C50C-407E-A947-70E740481C1C}">
                <a14:useLocalDpi xmlns:a14="http://schemas.microsoft.com/office/drawing/2010/main"/>
              </a:ext>
            </a:extLst>
          </a:blip>
          <a:srcRect/>
          <a:stretch/>
        </p:blipFill>
        <p:spPr>
          <a:xfrm rot="5400000" flipV="1">
            <a:off x="5193782" y="-140216"/>
            <a:ext cx="6858001" cy="7138435"/>
          </a:xfrm>
          <a:prstGeom prst="rect">
            <a:avLst/>
          </a:prstGeom>
        </p:spPr>
      </p:pic>
      <p:sp>
        <p:nvSpPr>
          <p:cNvPr id="4" name="Date Placeholder 3">
            <a:extLst>
              <a:ext uri="{FF2B5EF4-FFF2-40B4-BE49-F238E27FC236}">
                <a16:creationId xmlns:a16="http://schemas.microsoft.com/office/drawing/2014/main" id="{A0CCEFFA-2FDA-EB0D-D63A-AA186DDB76C4}"/>
              </a:ext>
            </a:extLst>
          </p:cNvPr>
          <p:cNvSpPr>
            <a:spLocks noGrp="1"/>
          </p:cNvSpPr>
          <p:nvPr>
            <p:ph type="dt" sz="half" idx="11"/>
          </p:nvPr>
        </p:nvSpPr>
        <p:spPr/>
        <p:txBody>
          <a:bodyPr/>
          <a:lstStyle/>
          <a:p>
            <a:fld id="{1E104E88-FBC2-4FF5-9527-0F8114BC36EA}" type="datetime1">
              <a:rPr lang="en-US" smtClean="0"/>
              <a:t>3/26/26</a:t>
            </a:fld>
            <a:endParaRPr lang="en-US"/>
          </a:p>
        </p:txBody>
      </p:sp>
      <p:sp>
        <p:nvSpPr>
          <p:cNvPr id="6" name="Footer Placeholder 5">
            <a:extLst>
              <a:ext uri="{FF2B5EF4-FFF2-40B4-BE49-F238E27FC236}">
                <a16:creationId xmlns:a16="http://schemas.microsoft.com/office/drawing/2014/main" id="{CFBF4A9C-39A1-1B98-55A2-9B6DF20A2697}"/>
              </a:ext>
            </a:extLst>
          </p:cNvPr>
          <p:cNvSpPr>
            <a:spLocks noGrp="1"/>
          </p:cNvSpPr>
          <p:nvPr>
            <p:ph type="ftr" sz="quarter" idx="12"/>
          </p:nvPr>
        </p:nvSpPr>
        <p:spPr/>
        <p:txBody>
          <a:bodyPr/>
          <a:lstStyle/>
          <a:p>
            <a:endParaRPr lang="en-US" dirty="0"/>
          </a:p>
        </p:txBody>
      </p:sp>
      <p:sp>
        <p:nvSpPr>
          <p:cNvPr id="8" name="Slide Number Placeholder 7">
            <a:extLst>
              <a:ext uri="{FF2B5EF4-FFF2-40B4-BE49-F238E27FC236}">
                <a16:creationId xmlns:a16="http://schemas.microsoft.com/office/drawing/2014/main" id="{D4DF4A91-8807-4DDE-6B2C-57576C49F7A6}"/>
              </a:ext>
            </a:extLst>
          </p:cNvPr>
          <p:cNvSpPr>
            <a:spLocks noGrp="1"/>
          </p:cNvSpPr>
          <p:nvPr>
            <p:ph type="sldNum" sz="quarter" idx="13"/>
          </p:nvPr>
        </p:nvSpPr>
        <p:spPr/>
        <p:txBody>
          <a:bodyPr/>
          <a:lstStyle/>
          <a:p>
            <a:fld id="{16C30856-2FD0-40BB-988B-8BB8612257E2}" type="slidenum">
              <a:rPr lang="en-US" smtClean="0"/>
              <a:pPr/>
              <a:t>‹#›</a:t>
            </a:fld>
            <a:endParaRPr lang="en-US"/>
          </a:p>
        </p:txBody>
      </p:sp>
      <p:sp>
        <p:nvSpPr>
          <p:cNvPr id="11" name="Text Placeholder 6">
            <a:extLst>
              <a:ext uri="{FF2B5EF4-FFF2-40B4-BE49-F238E27FC236}">
                <a16:creationId xmlns:a16="http://schemas.microsoft.com/office/drawing/2014/main" id="{8767DB72-6C18-5743-E515-D519277B2F1B}"/>
              </a:ext>
            </a:extLst>
          </p:cNvPr>
          <p:cNvSpPr>
            <a:spLocks noGrp="1"/>
          </p:cNvSpPr>
          <p:nvPr>
            <p:ph type="body" sz="quarter" idx="10" hasCustomPrompt="1"/>
          </p:nvPr>
        </p:nvSpPr>
        <p:spPr>
          <a:xfrm>
            <a:off x="476250" y="2070100"/>
            <a:ext cx="4228210" cy="4106112"/>
          </a:xfrm>
        </p:spPr>
        <p:txBody>
          <a:bodyPr anchor="t"/>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5">
            <a:extLst>
              <a:ext uri="{FF2B5EF4-FFF2-40B4-BE49-F238E27FC236}">
                <a16:creationId xmlns:a16="http://schemas.microsoft.com/office/drawing/2014/main" id="{2D107FA7-14F0-A1BA-8480-FB6459C0C13E}"/>
              </a:ext>
            </a:extLst>
          </p:cNvPr>
          <p:cNvSpPr>
            <a:spLocks noGrp="1"/>
          </p:cNvSpPr>
          <p:nvPr>
            <p:ph type="title" hasCustomPrompt="1"/>
          </p:nvPr>
        </p:nvSpPr>
        <p:spPr>
          <a:xfrm>
            <a:off x="476655" y="365126"/>
            <a:ext cx="4227805" cy="1594908"/>
          </a:xfrm>
        </p:spPr>
        <p:txBody>
          <a:bodyPr anchor="b"/>
          <a:lstStyle/>
          <a:p>
            <a:r>
              <a:rPr lang="en-US" dirty="0"/>
              <a:t>[Add headline]</a:t>
            </a:r>
          </a:p>
        </p:txBody>
      </p:sp>
    </p:spTree>
    <p:extLst>
      <p:ext uri="{BB962C8B-B14F-4D97-AF65-F5344CB8AC3E}">
        <p14:creationId xmlns:p14="http://schemas.microsoft.com/office/powerpoint/2010/main" val="5186623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Boxes">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4C855A-1C78-B957-14AF-0BB531C55E6F}"/>
              </a:ext>
            </a:extLst>
          </p:cNvPr>
          <p:cNvSpPr/>
          <p:nvPr userDrawn="1"/>
        </p:nvSpPr>
        <p:spPr>
          <a:xfrm>
            <a:off x="-2270" y="0"/>
            <a:ext cx="5230762" cy="6858000"/>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5" name="object 2">
            <a:extLst>
              <a:ext uri="{FF2B5EF4-FFF2-40B4-BE49-F238E27FC236}">
                <a16:creationId xmlns:a16="http://schemas.microsoft.com/office/drawing/2014/main" id="{EAAA146C-07E7-5361-D611-1DEC56D0DDC3}"/>
              </a:ext>
            </a:extLst>
          </p:cNvPr>
          <p:cNvPicPr/>
          <p:nvPr userDrawn="1"/>
        </p:nvPicPr>
        <p:blipFill>
          <a:blip r:embed="rId2" cstate="email">
            <a:alphaModFix amt="40000"/>
            <a:extLst>
              <a:ext uri="{28A0092B-C50C-407E-A947-70E740481C1C}">
                <a14:useLocalDpi xmlns:a14="http://schemas.microsoft.com/office/drawing/2010/main"/>
              </a:ext>
            </a:extLst>
          </a:blip>
          <a:srcRect/>
          <a:stretch/>
        </p:blipFill>
        <p:spPr>
          <a:xfrm rot="5400000" flipV="1">
            <a:off x="5193782" y="-140216"/>
            <a:ext cx="6858001" cy="7138435"/>
          </a:xfrm>
          <a:prstGeom prst="rect">
            <a:avLst/>
          </a:prstGeom>
        </p:spPr>
      </p:pic>
      <p:sp>
        <p:nvSpPr>
          <p:cNvPr id="7" name="Text Placeholder 6">
            <a:extLst>
              <a:ext uri="{FF2B5EF4-FFF2-40B4-BE49-F238E27FC236}">
                <a16:creationId xmlns:a16="http://schemas.microsoft.com/office/drawing/2014/main" id="{5A4106CA-AE4C-040A-4A7C-A48C110268CC}"/>
              </a:ext>
            </a:extLst>
          </p:cNvPr>
          <p:cNvSpPr>
            <a:spLocks noGrp="1"/>
          </p:cNvSpPr>
          <p:nvPr>
            <p:ph type="body" sz="quarter" idx="10" hasCustomPrompt="1"/>
          </p:nvPr>
        </p:nvSpPr>
        <p:spPr>
          <a:xfrm>
            <a:off x="476250" y="2070100"/>
            <a:ext cx="4228210" cy="4106112"/>
          </a:xfrm>
        </p:spPr>
        <p:txBody>
          <a:bodyPr anchor="t"/>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816927CA-F8FC-6ADA-C778-5D7A63BA28EC}"/>
              </a:ext>
            </a:extLst>
          </p:cNvPr>
          <p:cNvSpPr/>
          <p:nvPr userDrawn="1"/>
        </p:nvSpPr>
        <p:spPr>
          <a:xfrm>
            <a:off x="5228492" y="0"/>
            <a:ext cx="3481754" cy="3429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2"/>
              </a:solidFill>
              <a:latin typeface="+mn-lt"/>
            </a:endParaRPr>
          </a:p>
        </p:txBody>
      </p:sp>
      <p:sp>
        <p:nvSpPr>
          <p:cNvPr id="4" name="Rectangle 3">
            <a:extLst>
              <a:ext uri="{FF2B5EF4-FFF2-40B4-BE49-F238E27FC236}">
                <a16:creationId xmlns:a16="http://schemas.microsoft.com/office/drawing/2014/main" id="{2C52A922-970E-4334-9098-3449F52F93D7}"/>
              </a:ext>
            </a:extLst>
          </p:cNvPr>
          <p:cNvSpPr/>
          <p:nvPr userDrawn="1"/>
        </p:nvSpPr>
        <p:spPr>
          <a:xfrm>
            <a:off x="8722603" y="3434862"/>
            <a:ext cx="3469397" cy="3429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latin typeface="+mn-lt"/>
            </a:endParaRPr>
          </a:p>
        </p:txBody>
      </p:sp>
      <p:sp>
        <p:nvSpPr>
          <p:cNvPr id="6" name="Title 5">
            <a:extLst>
              <a:ext uri="{FF2B5EF4-FFF2-40B4-BE49-F238E27FC236}">
                <a16:creationId xmlns:a16="http://schemas.microsoft.com/office/drawing/2014/main" id="{AA506701-8C8C-6375-5A09-2BAFA4AADD36}"/>
              </a:ext>
            </a:extLst>
          </p:cNvPr>
          <p:cNvSpPr>
            <a:spLocks noGrp="1"/>
          </p:cNvSpPr>
          <p:nvPr>
            <p:ph type="title" hasCustomPrompt="1"/>
          </p:nvPr>
        </p:nvSpPr>
        <p:spPr>
          <a:xfrm>
            <a:off x="476655" y="365126"/>
            <a:ext cx="4227805" cy="1594908"/>
          </a:xfrm>
        </p:spPr>
        <p:txBody>
          <a:bodyPr anchor="b"/>
          <a:lstStyle/>
          <a:p>
            <a:r>
              <a:rPr lang="en-US" dirty="0"/>
              <a:t>[Add headline]</a:t>
            </a:r>
          </a:p>
        </p:txBody>
      </p:sp>
      <p:sp>
        <p:nvSpPr>
          <p:cNvPr id="9" name="Text Placeholder 8">
            <a:extLst>
              <a:ext uri="{FF2B5EF4-FFF2-40B4-BE49-F238E27FC236}">
                <a16:creationId xmlns:a16="http://schemas.microsoft.com/office/drawing/2014/main" id="{25732BDA-EEA5-23EB-1F28-1B76BBE1D5EF}"/>
              </a:ext>
            </a:extLst>
          </p:cNvPr>
          <p:cNvSpPr>
            <a:spLocks noGrp="1"/>
          </p:cNvSpPr>
          <p:nvPr>
            <p:ph type="body" sz="quarter" idx="11" hasCustomPrompt="1"/>
          </p:nvPr>
        </p:nvSpPr>
        <p:spPr>
          <a:xfrm>
            <a:off x="5575634" y="365124"/>
            <a:ext cx="2787470" cy="1412875"/>
          </a:xfrm>
        </p:spPr>
        <p:txBody>
          <a:bodyPr anchor="b"/>
          <a:lstStyle>
            <a:lvl1pPr marL="0" indent="0" algn="ctr">
              <a:buNone/>
              <a:defRPr sz="5400" b="1">
                <a:solidFill>
                  <a:schemeClr val="accent3"/>
                </a:solidFill>
              </a:defRPr>
            </a:lvl1pPr>
            <a:lvl2pPr marL="0" indent="0">
              <a:buNone/>
              <a:defRPr>
                <a:solidFill>
                  <a:schemeClr val="accent3"/>
                </a:solidFill>
              </a:defRPr>
            </a:lvl2pPr>
            <a:lvl3pPr marL="0" indent="0">
              <a:buNone/>
              <a:defRPr>
                <a:solidFill>
                  <a:schemeClr val="accent3"/>
                </a:solidFill>
              </a:defRPr>
            </a:lvl3pPr>
            <a:lvl4pPr marL="0" indent="0">
              <a:buNone/>
              <a:defRPr>
                <a:solidFill>
                  <a:schemeClr val="accent3"/>
                </a:solidFill>
              </a:defRPr>
            </a:lvl4pPr>
            <a:lvl5pPr marL="0" indent="0">
              <a:buNone/>
              <a:defRPr>
                <a:solidFill>
                  <a:schemeClr val="accent3"/>
                </a:solidFill>
              </a:defRPr>
            </a:lvl5pPr>
          </a:lstStyle>
          <a:p>
            <a:pPr lvl="0"/>
            <a:r>
              <a:rPr lang="en-US" dirty="0"/>
              <a:t>##</a:t>
            </a:r>
          </a:p>
        </p:txBody>
      </p:sp>
      <p:sp>
        <p:nvSpPr>
          <p:cNvPr id="12" name="Text Placeholder 8">
            <a:extLst>
              <a:ext uri="{FF2B5EF4-FFF2-40B4-BE49-F238E27FC236}">
                <a16:creationId xmlns:a16="http://schemas.microsoft.com/office/drawing/2014/main" id="{FA3FB8BE-3A17-A306-56D6-8F56662890C0}"/>
              </a:ext>
            </a:extLst>
          </p:cNvPr>
          <p:cNvSpPr>
            <a:spLocks noGrp="1"/>
          </p:cNvSpPr>
          <p:nvPr>
            <p:ph type="body" sz="quarter" idx="12" hasCustomPrompt="1"/>
          </p:nvPr>
        </p:nvSpPr>
        <p:spPr>
          <a:xfrm>
            <a:off x="9063567" y="3861064"/>
            <a:ext cx="2787470" cy="1412875"/>
          </a:xfrm>
        </p:spPr>
        <p:txBody>
          <a:bodyPr anchor="b"/>
          <a:lstStyle>
            <a:lvl1pPr marL="0" indent="0" algn="ctr">
              <a:buNone/>
              <a:defRPr sz="5400" b="1">
                <a:solidFill>
                  <a:schemeClr val="accent3"/>
                </a:solidFill>
              </a:defRPr>
            </a:lvl1pPr>
            <a:lvl2pPr marL="0" indent="0">
              <a:buNone/>
              <a:defRPr>
                <a:solidFill>
                  <a:schemeClr val="accent3"/>
                </a:solidFill>
              </a:defRPr>
            </a:lvl2pPr>
            <a:lvl3pPr marL="0" indent="0">
              <a:buNone/>
              <a:defRPr>
                <a:solidFill>
                  <a:schemeClr val="accent3"/>
                </a:solidFill>
              </a:defRPr>
            </a:lvl3pPr>
            <a:lvl4pPr marL="0" indent="0">
              <a:buNone/>
              <a:defRPr>
                <a:solidFill>
                  <a:schemeClr val="accent3"/>
                </a:solidFill>
              </a:defRPr>
            </a:lvl4pPr>
            <a:lvl5pPr marL="0" indent="0">
              <a:buNone/>
              <a:defRPr>
                <a:solidFill>
                  <a:schemeClr val="accent3"/>
                </a:solidFill>
              </a:defRPr>
            </a:lvl5pPr>
          </a:lstStyle>
          <a:p>
            <a:pPr lvl="0"/>
            <a:r>
              <a:rPr lang="en-US" dirty="0"/>
              <a:t>##</a:t>
            </a:r>
          </a:p>
        </p:txBody>
      </p:sp>
      <p:sp>
        <p:nvSpPr>
          <p:cNvPr id="14" name="Text Placeholder 13">
            <a:extLst>
              <a:ext uri="{FF2B5EF4-FFF2-40B4-BE49-F238E27FC236}">
                <a16:creationId xmlns:a16="http://schemas.microsoft.com/office/drawing/2014/main" id="{9EC14A42-6BEE-3956-BB19-6766204F0F8E}"/>
              </a:ext>
            </a:extLst>
          </p:cNvPr>
          <p:cNvSpPr>
            <a:spLocks noGrp="1"/>
          </p:cNvSpPr>
          <p:nvPr>
            <p:ph type="body" sz="quarter" idx="13"/>
          </p:nvPr>
        </p:nvSpPr>
        <p:spPr>
          <a:xfrm>
            <a:off x="5575634" y="1811338"/>
            <a:ext cx="2788920" cy="896141"/>
          </a:xfrm>
        </p:spPr>
        <p:txBody>
          <a:bodyPr/>
          <a:lstStyle>
            <a:lvl1pPr marL="0" indent="0" algn="ctr">
              <a:buNone/>
              <a:tabLst/>
              <a:defRPr sz="1600">
                <a:solidFill>
                  <a:schemeClr val="bg2"/>
                </a:solidFill>
              </a:defRPr>
            </a:lvl1pPr>
            <a:lvl2pPr marL="0" indent="0" algn="ctr">
              <a:buNone/>
              <a:tabLst/>
              <a:defRPr sz="1400">
                <a:solidFill>
                  <a:schemeClr val="bg2"/>
                </a:solidFill>
              </a:defRPr>
            </a:lvl2pPr>
            <a:lvl3pPr marL="0" indent="0">
              <a:buNone/>
              <a:tabLst/>
              <a:defRPr>
                <a:solidFill>
                  <a:schemeClr val="bg2"/>
                </a:solidFill>
              </a:defRPr>
            </a:lvl3pPr>
            <a:lvl4pPr marL="0" indent="0">
              <a:buNone/>
              <a:tabLst/>
              <a:defRPr>
                <a:solidFill>
                  <a:schemeClr val="bg2"/>
                </a:solidFill>
              </a:defRPr>
            </a:lvl4pPr>
            <a:lvl5pPr marL="0" indent="0">
              <a:buNone/>
              <a:tabLst/>
              <a:defRPr>
                <a:solidFill>
                  <a:schemeClr val="bg2"/>
                </a:solidFill>
              </a:defRPr>
            </a:lvl5pPr>
          </a:lstStyle>
          <a:p>
            <a:pPr lvl="0"/>
            <a:r>
              <a:rPr lang="en-US"/>
              <a:t>Click to edit Master text styles</a:t>
            </a:r>
          </a:p>
          <a:p>
            <a:pPr lvl="1"/>
            <a:r>
              <a:rPr lang="en-US"/>
              <a:t>Second level</a:t>
            </a:r>
          </a:p>
        </p:txBody>
      </p:sp>
      <p:sp>
        <p:nvSpPr>
          <p:cNvPr id="15" name="Text Placeholder 13">
            <a:extLst>
              <a:ext uri="{FF2B5EF4-FFF2-40B4-BE49-F238E27FC236}">
                <a16:creationId xmlns:a16="http://schemas.microsoft.com/office/drawing/2014/main" id="{EC81DBDE-19CA-58B2-D404-73D709542D5F}"/>
              </a:ext>
            </a:extLst>
          </p:cNvPr>
          <p:cNvSpPr>
            <a:spLocks noGrp="1"/>
          </p:cNvSpPr>
          <p:nvPr>
            <p:ph type="body" sz="quarter" idx="14"/>
          </p:nvPr>
        </p:nvSpPr>
        <p:spPr>
          <a:xfrm>
            <a:off x="9063567" y="5314159"/>
            <a:ext cx="2788920" cy="896141"/>
          </a:xfrm>
        </p:spPr>
        <p:txBody>
          <a:bodyPr/>
          <a:lstStyle>
            <a:lvl1pPr marL="0" indent="0" algn="ctr">
              <a:buNone/>
              <a:tabLst/>
              <a:defRPr sz="1600">
                <a:solidFill>
                  <a:schemeClr val="bg2"/>
                </a:solidFill>
              </a:defRPr>
            </a:lvl1pPr>
            <a:lvl2pPr marL="0" indent="0" algn="ctr">
              <a:buNone/>
              <a:tabLst/>
              <a:defRPr sz="1400">
                <a:solidFill>
                  <a:schemeClr val="bg2"/>
                </a:solidFill>
              </a:defRPr>
            </a:lvl2pPr>
            <a:lvl3pPr marL="0" indent="0">
              <a:buNone/>
              <a:tabLst/>
              <a:defRPr>
                <a:solidFill>
                  <a:schemeClr val="bg2"/>
                </a:solidFill>
              </a:defRPr>
            </a:lvl3pPr>
            <a:lvl4pPr marL="0" indent="0">
              <a:buNone/>
              <a:tabLst/>
              <a:defRPr>
                <a:solidFill>
                  <a:schemeClr val="bg2"/>
                </a:solidFill>
              </a:defRPr>
            </a:lvl4pPr>
            <a:lvl5pPr marL="0" indent="0">
              <a:buNone/>
              <a:tabLst/>
              <a:defRPr>
                <a:solidFill>
                  <a:schemeClr val="bg2"/>
                </a:solidFill>
              </a:defRPr>
            </a:lvl5pPr>
          </a:lstStyle>
          <a:p>
            <a:pPr lvl="0"/>
            <a:r>
              <a:rPr lang="en-US"/>
              <a:t>Click to edit Master text styles</a:t>
            </a:r>
          </a:p>
          <a:p>
            <a:pPr lvl="1"/>
            <a:r>
              <a:rPr lang="en-US"/>
              <a:t>Second level</a:t>
            </a:r>
          </a:p>
        </p:txBody>
      </p:sp>
      <p:pic>
        <p:nvPicPr>
          <p:cNvPr id="16" name="Graphic 15">
            <a:extLst>
              <a:ext uri="{FF2B5EF4-FFF2-40B4-BE49-F238E27FC236}">
                <a16:creationId xmlns:a16="http://schemas.microsoft.com/office/drawing/2014/main" id="{B1C1F34E-1624-E43B-DE48-D69E5B9D74C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60238" y="6336008"/>
            <a:ext cx="451863" cy="238317"/>
          </a:xfrm>
          <a:prstGeom prst="rect">
            <a:avLst/>
          </a:prstGeom>
        </p:spPr>
      </p:pic>
      <p:sp>
        <p:nvSpPr>
          <p:cNvPr id="17" name="Date Placeholder 16">
            <a:extLst>
              <a:ext uri="{FF2B5EF4-FFF2-40B4-BE49-F238E27FC236}">
                <a16:creationId xmlns:a16="http://schemas.microsoft.com/office/drawing/2014/main" id="{BD4706CC-E16E-2B52-8AF0-D567367E402B}"/>
              </a:ext>
            </a:extLst>
          </p:cNvPr>
          <p:cNvSpPr>
            <a:spLocks noGrp="1"/>
          </p:cNvSpPr>
          <p:nvPr>
            <p:ph type="dt" sz="half" idx="15"/>
          </p:nvPr>
        </p:nvSpPr>
        <p:spPr/>
        <p:txBody>
          <a:bodyPr/>
          <a:lstStyle/>
          <a:p>
            <a:fld id="{01875158-9AA4-4B38-83B3-B0EA503225DD}" type="datetime1">
              <a:rPr lang="en-US" smtClean="0"/>
              <a:t>3/26/26</a:t>
            </a:fld>
            <a:endParaRPr lang="en-US"/>
          </a:p>
        </p:txBody>
      </p:sp>
      <p:sp>
        <p:nvSpPr>
          <p:cNvPr id="18" name="Footer Placeholder 17">
            <a:extLst>
              <a:ext uri="{FF2B5EF4-FFF2-40B4-BE49-F238E27FC236}">
                <a16:creationId xmlns:a16="http://schemas.microsoft.com/office/drawing/2014/main" id="{5807C7BE-35F6-A468-E0F6-361F76B07FE9}"/>
              </a:ext>
            </a:extLst>
          </p:cNvPr>
          <p:cNvSpPr>
            <a:spLocks noGrp="1"/>
          </p:cNvSpPr>
          <p:nvPr>
            <p:ph type="ftr" sz="quarter" idx="16"/>
          </p:nvPr>
        </p:nvSpPr>
        <p:spPr/>
        <p:txBody>
          <a:bodyPr/>
          <a:lstStyle/>
          <a:p>
            <a:endParaRPr lang="en-US" dirty="0"/>
          </a:p>
        </p:txBody>
      </p:sp>
      <p:sp>
        <p:nvSpPr>
          <p:cNvPr id="19" name="Slide Number Placeholder 18">
            <a:extLst>
              <a:ext uri="{FF2B5EF4-FFF2-40B4-BE49-F238E27FC236}">
                <a16:creationId xmlns:a16="http://schemas.microsoft.com/office/drawing/2014/main" id="{0B8C72AB-9B03-61B5-900B-A7D86F68EAD4}"/>
              </a:ext>
            </a:extLst>
          </p:cNvPr>
          <p:cNvSpPr>
            <a:spLocks noGrp="1"/>
          </p:cNvSpPr>
          <p:nvPr>
            <p:ph type="sldNum" sz="quarter" idx="17"/>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1712853956"/>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53" presetClass="entr" presetSubtype="16" fill="hold" nodeType="afterEffect" nodePh="1">
                                  <p:stCondLst>
                                    <p:cond delay="0"/>
                                  </p:stCondLst>
                                  <p:endCondLst>
                                    <p:cond evt="begin" delay="0">
                                      <p:tn val="14"/>
                                    </p:cond>
                                  </p:endCondLst>
                                  <p:childTnLst>
                                    <p:set>
                                      <p:cBhvr>
                                        <p:cTn id="15" dur="1" fill="hold">
                                          <p:stCondLst>
                                            <p:cond delay="0"/>
                                          </p:stCondLst>
                                        </p:cTn>
                                        <p:tgtEl>
                                          <p:spTgt spid="3">
                                            <p:txEl>
                                              <p:pRg st="0" end="0"/>
                                            </p:txEl>
                                          </p:spTgt>
                                        </p:tgtEl>
                                        <p:attrNameLst>
                                          <p:attrName>style.visibility</p:attrName>
                                        </p:attrNameLst>
                                      </p:cBhvr>
                                      <p:to>
                                        <p:strVal val="visible"/>
                                      </p:to>
                                    </p:set>
                                    <p:anim calcmode="lin" valueType="num">
                                      <p:cBhvr>
                                        <p:cTn id="16"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7"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8" dur="500"/>
                                        <p:tgtEl>
                                          <p:spTgt spid="3">
                                            <p:txEl>
                                              <p:pRg st="0" end="0"/>
                                            </p:txEl>
                                          </p:spTgt>
                                        </p:tgtEl>
                                      </p:cBhvr>
                                    </p:animEffect>
                                  </p:childTnLst>
                                </p:cTn>
                              </p:par>
                              <p:par>
                                <p:cTn id="19" presetID="53" presetClass="entr" presetSubtype="16" fill="hold" nodeType="withEffect" nodePh="1">
                                  <p:stCondLst>
                                    <p:cond delay="0"/>
                                  </p:stCondLst>
                                  <p:endCondLst>
                                    <p:cond evt="begin" delay="0">
                                      <p:tn val="19"/>
                                    </p:cond>
                                  </p:endCondLst>
                                  <p:childTnLst>
                                    <p:set>
                                      <p:cBhvr>
                                        <p:cTn id="20" dur="1" fill="hold">
                                          <p:stCondLst>
                                            <p:cond delay="0"/>
                                          </p:stCondLst>
                                        </p:cTn>
                                        <p:tgtEl>
                                          <p:spTgt spid="4">
                                            <p:txEl>
                                              <p:pRg st="0" end="0"/>
                                            </p:txEl>
                                          </p:spTgt>
                                        </p:tgtEl>
                                        <p:attrNameLst>
                                          <p:attrName>style.visibility</p:attrName>
                                        </p:attrNameLst>
                                      </p:cBhvr>
                                      <p:to>
                                        <p:strVal val="visible"/>
                                      </p:to>
                                    </p:set>
                                    <p:anim calcmode="lin" valueType="num">
                                      <p:cBhvr>
                                        <p:cTn id="21"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Divider">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F1F6778-DB2B-4F76-AE64-5C8D7524359A}"/>
              </a:ext>
            </a:extLst>
          </p:cNvPr>
          <p:cNvSpPr>
            <a:spLocks noGrp="1"/>
          </p:cNvSpPr>
          <p:nvPr>
            <p:ph type="dt" sz="half" idx="10"/>
          </p:nvPr>
        </p:nvSpPr>
        <p:spPr/>
        <p:txBody>
          <a:bodyPr/>
          <a:lstStyle/>
          <a:p>
            <a:fld id="{2F33ABFA-5A1F-43D5-A039-E2E4C173324A}" type="datetime1">
              <a:rPr lang="en-US" smtClean="0"/>
              <a:t>3/26/26</a:t>
            </a:fld>
            <a:endParaRPr lang="en-US"/>
          </a:p>
        </p:txBody>
      </p:sp>
      <p:sp>
        <p:nvSpPr>
          <p:cNvPr id="4" name="Footer Placeholder 3">
            <a:extLst>
              <a:ext uri="{FF2B5EF4-FFF2-40B4-BE49-F238E27FC236}">
                <a16:creationId xmlns:a16="http://schemas.microsoft.com/office/drawing/2014/main" id="{C7A910E5-354E-5D90-36FB-497F4219133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D58445A-B4F6-F205-3B4C-1DC3FF5C9B29}"/>
              </a:ext>
            </a:extLst>
          </p:cNvPr>
          <p:cNvSpPr>
            <a:spLocks noGrp="1"/>
          </p:cNvSpPr>
          <p:nvPr>
            <p:ph type="sldNum" sz="quarter" idx="12"/>
          </p:nvPr>
        </p:nvSpPr>
        <p:spPr/>
        <p:txBody>
          <a:bodyPr/>
          <a:lstStyle/>
          <a:p>
            <a:fld id="{16C30856-2FD0-40BB-988B-8BB8612257E2}" type="slidenum">
              <a:rPr lang="en-US" smtClean="0"/>
              <a:pPr/>
              <a:t>‹#›</a:t>
            </a:fld>
            <a:endParaRPr lang="en-US"/>
          </a:p>
        </p:txBody>
      </p:sp>
      <p:grpSp>
        <p:nvGrpSpPr>
          <p:cNvPr id="15" name="Group 14">
            <a:extLst>
              <a:ext uri="{FF2B5EF4-FFF2-40B4-BE49-F238E27FC236}">
                <a16:creationId xmlns:a16="http://schemas.microsoft.com/office/drawing/2014/main" id="{3FCD4BEE-C309-9E90-E2C2-5E8AF80D37D6}"/>
              </a:ext>
            </a:extLst>
          </p:cNvPr>
          <p:cNvGrpSpPr/>
          <p:nvPr userDrawn="1"/>
        </p:nvGrpSpPr>
        <p:grpSpPr>
          <a:xfrm>
            <a:off x="0" y="3531894"/>
            <a:ext cx="12192000" cy="155275"/>
            <a:chOff x="0" y="3358702"/>
            <a:chExt cx="12192000" cy="155275"/>
          </a:xfrm>
        </p:grpSpPr>
        <p:sp>
          <p:nvSpPr>
            <p:cNvPr id="6" name="Parallelogram 5">
              <a:extLst>
                <a:ext uri="{FF2B5EF4-FFF2-40B4-BE49-F238E27FC236}">
                  <a16:creationId xmlns:a16="http://schemas.microsoft.com/office/drawing/2014/main" id="{7F5E2EA2-B89A-1DCC-1138-F6FC67D2C6EF}"/>
                </a:ext>
              </a:extLst>
            </p:cNvPr>
            <p:cNvSpPr/>
            <p:nvPr userDrawn="1"/>
          </p:nvSpPr>
          <p:spPr>
            <a:xfrm>
              <a:off x="1742535" y="3358702"/>
              <a:ext cx="8551653" cy="155275"/>
            </a:xfrm>
            <a:prstGeom prst="parallelogram">
              <a:avLst>
                <a:gd name="adj" fmla="val 162038"/>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7" name="Freeform: Shape 6">
              <a:extLst>
                <a:ext uri="{FF2B5EF4-FFF2-40B4-BE49-F238E27FC236}">
                  <a16:creationId xmlns:a16="http://schemas.microsoft.com/office/drawing/2014/main" id="{76671E10-3B55-8A30-932D-6403C5FD7016}"/>
                </a:ext>
              </a:extLst>
            </p:cNvPr>
            <p:cNvSpPr/>
            <p:nvPr userDrawn="1"/>
          </p:nvSpPr>
          <p:spPr>
            <a:xfrm>
              <a:off x="10242429" y="3358702"/>
              <a:ext cx="1949571" cy="155275"/>
            </a:xfrm>
            <a:custGeom>
              <a:avLst/>
              <a:gdLst>
                <a:gd name="connsiteX0" fmla="*/ 251605 w 1949571"/>
                <a:gd name="connsiteY0" fmla="*/ 0 h 155275"/>
                <a:gd name="connsiteX1" fmla="*/ 1949571 w 1949571"/>
                <a:gd name="connsiteY1" fmla="*/ 0 h 155275"/>
                <a:gd name="connsiteX2" fmla="*/ 1949571 w 1949571"/>
                <a:gd name="connsiteY2" fmla="*/ 155275 h 155275"/>
                <a:gd name="connsiteX3" fmla="*/ 0 w 1949571"/>
                <a:gd name="connsiteY3" fmla="*/ 155275 h 155275"/>
              </a:gdLst>
              <a:ahLst/>
              <a:cxnLst>
                <a:cxn ang="0">
                  <a:pos x="connsiteX0" y="connsiteY0"/>
                </a:cxn>
                <a:cxn ang="0">
                  <a:pos x="connsiteX1" y="connsiteY1"/>
                </a:cxn>
                <a:cxn ang="0">
                  <a:pos x="connsiteX2" y="connsiteY2"/>
                </a:cxn>
                <a:cxn ang="0">
                  <a:pos x="connsiteX3" y="connsiteY3"/>
                </a:cxn>
              </a:cxnLst>
              <a:rect l="l" t="t" r="r" b="b"/>
              <a:pathLst>
                <a:path w="1949571" h="155275">
                  <a:moveTo>
                    <a:pt x="251605" y="0"/>
                  </a:moveTo>
                  <a:lnTo>
                    <a:pt x="1949571" y="0"/>
                  </a:lnTo>
                  <a:lnTo>
                    <a:pt x="1949571" y="155275"/>
                  </a:lnTo>
                  <a:lnTo>
                    <a:pt x="0" y="1552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j-lt"/>
              </a:endParaRPr>
            </a:p>
          </p:txBody>
        </p:sp>
        <p:sp>
          <p:nvSpPr>
            <p:cNvPr id="8" name="Freeform: Shape 7">
              <a:extLst>
                <a:ext uri="{FF2B5EF4-FFF2-40B4-BE49-F238E27FC236}">
                  <a16:creationId xmlns:a16="http://schemas.microsoft.com/office/drawing/2014/main" id="{7C040BD0-79D6-B120-9695-DD90A2BD0946}"/>
                </a:ext>
              </a:extLst>
            </p:cNvPr>
            <p:cNvSpPr/>
            <p:nvPr userDrawn="1"/>
          </p:nvSpPr>
          <p:spPr>
            <a:xfrm>
              <a:off x="0" y="3358702"/>
              <a:ext cx="1794294" cy="155275"/>
            </a:xfrm>
            <a:custGeom>
              <a:avLst/>
              <a:gdLst>
                <a:gd name="connsiteX0" fmla="*/ 0 w 1794294"/>
                <a:gd name="connsiteY0" fmla="*/ 0 h 155275"/>
                <a:gd name="connsiteX1" fmla="*/ 1794294 w 1794294"/>
                <a:gd name="connsiteY1" fmla="*/ 0 h 155275"/>
                <a:gd name="connsiteX2" fmla="*/ 1542689 w 1794294"/>
                <a:gd name="connsiteY2" fmla="*/ 155275 h 155275"/>
                <a:gd name="connsiteX3" fmla="*/ 0 w 1794294"/>
                <a:gd name="connsiteY3" fmla="*/ 155275 h 155275"/>
              </a:gdLst>
              <a:ahLst/>
              <a:cxnLst>
                <a:cxn ang="0">
                  <a:pos x="connsiteX0" y="connsiteY0"/>
                </a:cxn>
                <a:cxn ang="0">
                  <a:pos x="connsiteX1" y="connsiteY1"/>
                </a:cxn>
                <a:cxn ang="0">
                  <a:pos x="connsiteX2" y="connsiteY2"/>
                </a:cxn>
                <a:cxn ang="0">
                  <a:pos x="connsiteX3" y="connsiteY3"/>
                </a:cxn>
              </a:cxnLst>
              <a:rect l="l" t="t" r="r" b="b"/>
              <a:pathLst>
                <a:path w="1794294" h="155275">
                  <a:moveTo>
                    <a:pt x="0" y="0"/>
                  </a:moveTo>
                  <a:lnTo>
                    <a:pt x="1794294" y="0"/>
                  </a:lnTo>
                  <a:lnTo>
                    <a:pt x="1542689" y="155275"/>
                  </a:lnTo>
                  <a:lnTo>
                    <a:pt x="0" y="15527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j-lt"/>
              </a:endParaRPr>
            </a:p>
          </p:txBody>
        </p:sp>
      </p:grpSp>
      <p:sp>
        <p:nvSpPr>
          <p:cNvPr id="9" name="Text Placeholder 8">
            <a:extLst>
              <a:ext uri="{FF2B5EF4-FFF2-40B4-BE49-F238E27FC236}">
                <a16:creationId xmlns:a16="http://schemas.microsoft.com/office/drawing/2014/main" id="{A49DEC55-7530-CC8B-C81A-424CE013CE60}"/>
              </a:ext>
            </a:extLst>
          </p:cNvPr>
          <p:cNvSpPr>
            <a:spLocks noGrp="1"/>
          </p:cNvSpPr>
          <p:nvPr>
            <p:ph type="body" sz="quarter" idx="13" hasCustomPrompt="1"/>
          </p:nvPr>
        </p:nvSpPr>
        <p:spPr>
          <a:xfrm>
            <a:off x="476655" y="1532536"/>
            <a:ext cx="3248954" cy="856150"/>
          </a:xfrm>
        </p:spPr>
        <p:txBody>
          <a:bodyPr anchor="b"/>
          <a:lstStyle>
            <a:lvl1pPr marL="0" indent="0" algn="ctr">
              <a:buNone/>
              <a:defRPr sz="5400" b="1">
                <a:solidFill>
                  <a:schemeClr val="tx2"/>
                </a:solidFill>
              </a:defRPr>
            </a:lvl1pPr>
            <a:lvl2pPr marL="0" indent="0">
              <a:buNone/>
              <a:defRPr>
                <a:solidFill>
                  <a:schemeClr val="accent3"/>
                </a:solidFill>
              </a:defRPr>
            </a:lvl2pPr>
            <a:lvl3pPr marL="0" indent="0">
              <a:buNone/>
              <a:defRPr>
                <a:solidFill>
                  <a:schemeClr val="accent3"/>
                </a:solidFill>
              </a:defRPr>
            </a:lvl3pPr>
            <a:lvl4pPr marL="0" indent="0">
              <a:buNone/>
              <a:defRPr>
                <a:solidFill>
                  <a:schemeClr val="accent3"/>
                </a:solidFill>
              </a:defRPr>
            </a:lvl4pPr>
            <a:lvl5pPr marL="0" indent="0">
              <a:buNone/>
              <a:defRPr>
                <a:solidFill>
                  <a:schemeClr val="accent3"/>
                </a:solidFill>
              </a:defRPr>
            </a:lvl5pPr>
          </a:lstStyle>
          <a:p>
            <a:pPr lvl="0"/>
            <a:r>
              <a:rPr lang="en-US" dirty="0"/>
              <a:t>##</a:t>
            </a:r>
          </a:p>
        </p:txBody>
      </p:sp>
      <p:sp>
        <p:nvSpPr>
          <p:cNvPr id="10" name="Text Placeholder 8">
            <a:extLst>
              <a:ext uri="{FF2B5EF4-FFF2-40B4-BE49-F238E27FC236}">
                <a16:creationId xmlns:a16="http://schemas.microsoft.com/office/drawing/2014/main" id="{00566E1A-3A04-0EFD-2776-5495A49B667D}"/>
              </a:ext>
            </a:extLst>
          </p:cNvPr>
          <p:cNvSpPr>
            <a:spLocks noGrp="1"/>
          </p:cNvSpPr>
          <p:nvPr>
            <p:ph type="body" sz="quarter" idx="14" hasCustomPrompt="1"/>
          </p:nvPr>
        </p:nvSpPr>
        <p:spPr>
          <a:xfrm>
            <a:off x="4469403" y="1532536"/>
            <a:ext cx="3248954" cy="856150"/>
          </a:xfrm>
        </p:spPr>
        <p:txBody>
          <a:bodyPr anchor="b"/>
          <a:lstStyle>
            <a:lvl1pPr marL="0" indent="0" algn="ctr">
              <a:buNone/>
              <a:defRPr sz="5400" b="1">
                <a:solidFill>
                  <a:schemeClr val="tx2"/>
                </a:solidFill>
              </a:defRPr>
            </a:lvl1pPr>
            <a:lvl2pPr marL="0" indent="0">
              <a:buNone/>
              <a:defRPr>
                <a:solidFill>
                  <a:schemeClr val="accent3"/>
                </a:solidFill>
              </a:defRPr>
            </a:lvl2pPr>
            <a:lvl3pPr marL="0" indent="0">
              <a:buNone/>
              <a:defRPr>
                <a:solidFill>
                  <a:schemeClr val="accent3"/>
                </a:solidFill>
              </a:defRPr>
            </a:lvl3pPr>
            <a:lvl4pPr marL="0" indent="0">
              <a:buNone/>
              <a:defRPr>
                <a:solidFill>
                  <a:schemeClr val="accent3"/>
                </a:solidFill>
              </a:defRPr>
            </a:lvl4pPr>
            <a:lvl5pPr marL="0" indent="0">
              <a:buNone/>
              <a:defRPr>
                <a:solidFill>
                  <a:schemeClr val="accent3"/>
                </a:solidFill>
              </a:defRPr>
            </a:lvl5pPr>
          </a:lstStyle>
          <a:p>
            <a:pPr lvl="0"/>
            <a:r>
              <a:rPr lang="en-US" dirty="0"/>
              <a:t>##</a:t>
            </a:r>
          </a:p>
        </p:txBody>
      </p:sp>
      <p:sp>
        <p:nvSpPr>
          <p:cNvPr id="11" name="Text Placeholder 13">
            <a:extLst>
              <a:ext uri="{FF2B5EF4-FFF2-40B4-BE49-F238E27FC236}">
                <a16:creationId xmlns:a16="http://schemas.microsoft.com/office/drawing/2014/main" id="{CA06219F-3F8C-61A5-066E-284B76F9C27E}"/>
              </a:ext>
            </a:extLst>
          </p:cNvPr>
          <p:cNvSpPr>
            <a:spLocks noGrp="1"/>
          </p:cNvSpPr>
          <p:nvPr>
            <p:ph type="body" sz="quarter" idx="15" hasCustomPrompt="1"/>
          </p:nvPr>
        </p:nvSpPr>
        <p:spPr>
          <a:xfrm>
            <a:off x="476337" y="2522946"/>
            <a:ext cx="3250642" cy="543028"/>
          </a:xfrm>
        </p:spPr>
        <p:txBody>
          <a:bodyPr/>
          <a:lstStyle>
            <a:lvl1pPr marL="0" indent="0" algn="ctr">
              <a:buNone/>
              <a:tabLst/>
              <a:defRPr sz="1600">
                <a:solidFill>
                  <a:schemeClr val="accent1"/>
                </a:solidFill>
              </a:defRPr>
            </a:lvl1pPr>
            <a:lvl2pPr marL="0" indent="0" algn="ctr">
              <a:buNone/>
              <a:tabLst/>
              <a:defRPr sz="1400">
                <a:solidFill>
                  <a:schemeClr val="accent1"/>
                </a:solidFill>
              </a:defRPr>
            </a:lvl2pPr>
            <a:lvl3pPr marL="0" indent="0">
              <a:buNone/>
              <a:tabLst/>
              <a:defRPr>
                <a:solidFill>
                  <a:schemeClr val="bg2"/>
                </a:solidFill>
              </a:defRPr>
            </a:lvl3pPr>
            <a:lvl4pPr marL="0" indent="0">
              <a:buNone/>
              <a:tabLst/>
              <a:defRPr>
                <a:solidFill>
                  <a:schemeClr val="bg2"/>
                </a:solidFill>
              </a:defRPr>
            </a:lvl4pPr>
            <a:lvl5pPr marL="0" indent="0">
              <a:buNone/>
              <a:tabLst/>
              <a:defRPr>
                <a:solidFill>
                  <a:schemeClr val="bg2"/>
                </a:solidFill>
              </a:defRPr>
            </a:lvl5pPr>
          </a:lstStyle>
          <a:p>
            <a:pPr lvl="0"/>
            <a:r>
              <a:rPr lang="en-US" dirty="0"/>
              <a:t>[Add text]</a:t>
            </a:r>
          </a:p>
          <a:p>
            <a:pPr lvl="1"/>
            <a:endParaRPr lang="en-US" dirty="0"/>
          </a:p>
        </p:txBody>
      </p:sp>
      <p:sp>
        <p:nvSpPr>
          <p:cNvPr id="12" name="Text Placeholder 13">
            <a:extLst>
              <a:ext uri="{FF2B5EF4-FFF2-40B4-BE49-F238E27FC236}">
                <a16:creationId xmlns:a16="http://schemas.microsoft.com/office/drawing/2014/main" id="{04C65920-5C0A-D44C-B74D-40724006A543}"/>
              </a:ext>
            </a:extLst>
          </p:cNvPr>
          <p:cNvSpPr>
            <a:spLocks noGrp="1"/>
          </p:cNvSpPr>
          <p:nvPr>
            <p:ph type="body" sz="quarter" idx="16" hasCustomPrompt="1"/>
          </p:nvPr>
        </p:nvSpPr>
        <p:spPr>
          <a:xfrm>
            <a:off x="4469085" y="2487808"/>
            <a:ext cx="3250642" cy="543028"/>
          </a:xfrm>
        </p:spPr>
        <p:txBody>
          <a:bodyPr/>
          <a:lstStyle>
            <a:lvl1pPr marL="0" indent="0" algn="ctr">
              <a:buNone/>
              <a:tabLst/>
              <a:defRPr sz="1600">
                <a:solidFill>
                  <a:schemeClr val="accent1"/>
                </a:solidFill>
              </a:defRPr>
            </a:lvl1pPr>
            <a:lvl2pPr marL="0" indent="0" algn="ctr">
              <a:buNone/>
              <a:tabLst/>
              <a:defRPr sz="1400">
                <a:solidFill>
                  <a:schemeClr val="accent1"/>
                </a:solidFill>
              </a:defRPr>
            </a:lvl2pPr>
            <a:lvl3pPr marL="0" indent="0">
              <a:buNone/>
              <a:tabLst/>
              <a:defRPr>
                <a:solidFill>
                  <a:schemeClr val="bg2"/>
                </a:solidFill>
              </a:defRPr>
            </a:lvl3pPr>
            <a:lvl4pPr marL="0" indent="0">
              <a:buNone/>
              <a:tabLst/>
              <a:defRPr>
                <a:solidFill>
                  <a:schemeClr val="bg2"/>
                </a:solidFill>
              </a:defRPr>
            </a:lvl4pPr>
            <a:lvl5pPr marL="0" indent="0">
              <a:buNone/>
              <a:tabLst/>
              <a:defRPr>
                <a:solidFill>
                  <a:schemeClr val="bg2"/>
                </a:solidFill>
              </a:defRPr>
            </a:lvl5pPr>
          </a:lstStyle>
          <a:p>
            <a:pPr lvl="0"/>
            <a:r>
              <a:rPr lang="en-US" dirty="0"/>
              <a:t>[Add text]</a:t>
            </a:r>
          </a:p>
          <a:p>
            <a:pPr lvl="1"/>
            <a:endParaRPr lang="en-US" dirty="0"/>
          </a:p>
        </p:txBody>
      </p:sp>
      <p:sp>
        <p:nvSpPr>
          <p:cNvPr id="13" name="Text Placeholder 8">
            <a:extLst>
              <a:ext uri="{FF2B5EF4-FFF2-40B4-BE49-F238E27FC236}">
                <a16:creationId xmlns:a16="http://schemas.microsoft.com/office/drawing/2014/main" id="{4ECAF716-9186-7013-95EB-FC43B4513647}"/>
              </a:ext>
            </a:extLst>
          </p:cNvPr>
          <p:cNvSpPr>
            <a:spLocks noGrp="1"/>
          </p:cNvSpPr>
          <p:nvPr>
            <p:ph type="body" sz="quarter" idx="17" hasCustomPrompt="1"/>
          </p:nvPr>
        </p:nvSpPr>
        <p:spPr>
          <a:xfrm>
            <a:off x="8463839" y="1532536"/>
            <a:ext cx="3248954" cy="856150"/>
          </a:xfrm>
        </p:spPr>
        <p:txBody>
          <a:bodyPr anchor="b"/>
          <a:lstStyle>
            <a:lvl1pPr marL="0" indent="0" algn="ctr">
              <a:buNone/>
              <a:defRPr sz="5400" b="1">
                <a:solidFill>
                  <a:schemeClr val="tx2"/>
                </a:solidFill>
              </a:defRPr>
            </a:lvl1pPr>
            <a:lvl2pPr marL="0" indent="0">
              <a:buNone/>
              <a:defRPr>
                <a:solidFill>
                  <a:schemeClr val="accent3"/>
                </a:solidFill>
              </a:defRPr>
            </a:lvl2pPr>
            <a:lvl3pPr marL="0" indent="0">
              <a:buNone/>
              <a:defRPr>
                <a:solidFill>
                  <a:schemeClr val="accent3"/>
                </a:solidFill>
              </a:defRPr>
            </a:lvl3pPr>
            <a:lvl4pPr marL="0" indent="0">
              <a:buNone/>
              <a:defRPr>
                <a:solidFill>
                  <a:schemeClr val="accent3"/>
                </a:solidFill>
              </a:defRPr>
            </a:lvl4pPr>
            <a:lvl5pPr marL="0" indent="0">
              <a:buNone/>
              <a:defRPr>
                <a:solidFill>
                  <a:schemeClr val="accent3"/>
                </a:solidFill>
              </a:defRPr>
            </a:lvl5pPr>
          </a:lstStyle>
          <a:p>
            <a:pPr lvl="0"/>
            <a:r>
              <a:rPr lang="en-US" dirty="0"/>
              <a:t>##</a:t>
            </a:r>
          </a:p>
        </p:txBody>
      </p:sp>
      <p:sp>
        <p:nvSpPr>
          <p:cNvPr id="14" name="Text Placeholder 13">
            <a:extLst>
              <a:ext uri="{FF2B5EF4-FFF2-40B4-BE49-F238E27FC236}">
                <a16:creationId xmlns:a16="http://schemas.microsoft.com/office/drawing/2014/main" id="{9C391D61-14BB-4E1B-BB35-85FD41AF3212}"/>
              </a:ext>
            </a:extLst>
          </p:cNvPr>
          <p:cNvSpPr>
            <a:spLocks noGrp="1"/>
          </p:cNvSpPr>
          <p:nvPr>
            <p:ph type="body" sz="quarter" idx="18" hasCustomPrompt="1"/>
          </p:nvPr>
        </p:nvSpPr>
        <p:spPr>
          <a:xfrm>
            <a:off x="8463521" y="2487808"/>
            <a:ext cx="3250642" cy="543028"/>
          </a:xfrm>
        </p:spPr>
        <p:txBody>
          <a:bodyPr/>
          <a:lstStyle>
            <a:lvl1pPr marL="0" indent="0" algn="ctr">
              <a:buNone/>
              <a:tabLst/>
              <a:defRPr sz="1600">
                <a:solidFill>
                  <a:schemeClr val="accent1"/>
                </a:solidFill>
              </a:defRPr>
            </a:lvl1pPr>
            <a:lvl2pPr marL="0" indent="0" algn="ctr">
              <a:buNone/>
              <a:tabLst/>
              <a:defRPr sz="1400">
                <a:solidFill>
                  <a:schemeClr val="accent1"/>
                </a:solidFill>
              </a:defRPr>
            </a:lvl2pPr>
            <a:lvl3pPr marL="0" indent="0">
              <a:buNone/>
              <a:tabLst/>
              <a:defRPr>
                <a:solidFill>
                  <a:schemeClr val="bg2"/>
                </a:solidFill>
              </a:defRPr>
            </a:lvl3pPr>
            <a:lvl4pPr marL="0" indent="0">
              <a:buNone/>
              <a:tabLst/>
              <a:defRPr>
                <a:solidFill>
                  <a:schemeClr val="bg2"/>
                </a:solidFill>
              </a:defRPr>
            </a:lvl4pPr>
            <a:lvl5pPr marL="0" indent="0">
              <a:buNone/>
              <a:tabLst/>
              <a:defRPr>
                <a:solidFill>
                  <a:schemeClr val="bg2"/>
                </a:solidFill>
              </a:defRPr>
            </a:lvl5pPr>
          </a:lstStyle>
          <a:p>
            <a:pPr lvl="0"/>
            <a:r>
              <a:rPr lang="en-US" dirty="0"/>
              <a:t>[Add text]</a:t>
            </a:r>
          </a:p>
          <a:p>
            <a:pPr lvl="1"/>
            <a:endParaRPr lang="en-US" dirty="0"/>
          </a:p>
        </p:txBody>
      </p:sp>
      <p:sp>
        <p:nvSpPr>
          <p:cNvPr id="16" name="Text Placeholder 15">
            <a:extLst>
              <a:ext uri="{FF2B5EF4-FFF2-40B4-BE49-F238E27FC236}">
                <a16:creationId xmlns:a16="http://schemas.microsoft.com/office/drawing/2014/main" id="{E9C13C83-BC17-2A63-85DB-FD0711A29291}"/>
              </a:ext>
            </a:extLst>
          </p:cNvPr>
          <p:cNvSpPr>
            <a:spLocks noGrp="1"/>
          </p:cNvSpPr>
          <p:nvPr>
            <p:ph type="body" sz="quarter" idx="19" hasCustomPrompt="1"/>
          </p:nvPr>
        </p:nvSpPr>
        <p:spPr>
          <a:xfrm>
            <a:off x="476250" y="4043939"/>
            <a:ext cx="11237913" cy="2100522"/>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F3EF3403-622E-E360-CCFD-D3347F2CA35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6335527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Green">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8F8D865-96FD-09B2-A2E6-49776B4790B8}"/>
              </a:ext>
            </a:extLst>
          </p:cNvPr>
          <p:cNvSpPr/>
          <p:nvPr userDrawn="1"/>
        </p:nvSpPr>
        <p:spPr>
          <a:xfrm flipV="1">
            <a:off x="-1" y="-2"/>
            <a:ext cx="5627076" cy="6858002"/>
          </a:xfrm>
          <a:custGeom>
            <a:avLst/>
            <a:gdLst>
              <a:gd name="connsiteX0" fmla="*/ 0 w 5627076"/>
              <a:gd name="connsiteY0" fmla="*/ 6858002 h 6858002"/>
              <a:gd name="connsiteX1" fmla="*/ 5627076 w 5627076"/>
              <a:gd name="connsiteY1" fmla="*/ 6858002 h 6858002"/>
              <a:gd name="connsiteX2" fmla="*/ 1355301 w 5627076"/>
              <a:gd name="connsiteY2" fmla="*/ 0 h 6858002"/>
              <a:gd name="connsiteX3" fmla="*/ 0 w 5627076"/>
              <a:gd name="connsiteY3" fmla="*/ 0 h 6858002"/>
            </a:gdLst>
            <a:ahLst/>
            <a:cxnLst>
              <a:cxn ang="0">
                <a:pos x="connsiteX0" y="connsiteY0"/>
              </a:cxn>
              <a:cxn ang="0">
                <a:pos x="connsiteX1" y="connsiteY1"/>
              </a:cxn>
              <a:cxn ang="0">
                <a:pos x="connsiteX2" y="connsiteY2"/>
              </a:cxn>
              <a:cxn ang="0">
                <a:pos x="connsiteX3" y="connsiteY3"/>
              </a:cxn>
            </a:cxnLst>
            <a:rect l="l" t="t" r="r" b="b"/>
            <a:pathLst>
              <a:path w="5627076" h="6858002">
                <a:moveTo>
                  <a:pt x="0" y="6858002"/>
                </a:moveTo>
                <a:lnTo>
                  <a:pt x="5627076" y="6858002"/>
                </a:lnTo>
                <a:lnTo>
                  <a:pt x="1355301" y="0"/>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j-lt"/>
            </a:endParaRPr>
          </a:p>
        </p:txBody>
      </p:sp>
      <p:sp>
        <p:nvSpPr>
          <p:cNvPr id="7" name="Title 1">
            <a:extLst>
              <a:ext uri="{FF2B5EF4-FFF2-40B4-BE49-F238E27FC236}">
                <a16:creationId xmlns:a16="http://schemas.microsoft.com/office/drawing/2014/main" id="{8A5421EC-B0D1-1851-FBE5-7F53DFF45E04}"/>
              </a:ext>
            </a:extLst>
          </p:cNvPr>
          <p:cNvSpPr>
            <a:spLocks noGrp="1"/>
          </p:cNvSpPr>
          <p:nvPr>
            <p:ph type="title" hasCustomPrompt="1"/>
          </p:nvPr>
        </p:nvSpPr>
        <p:spPr>
          <a:xfrm>
            <a:off x="476655" y="555171"/>
            <a:ext cx="3942945" cy="2873829"/>
          </a:xfrm>
        </p:spPr>
        <p:txBody>
          <a:bodyPr anchor="t">
            <a:normAutofit/>
          </a:bodyPr>
          <a:lstStyle>
            <a:lvl1pPr>
              <a:lnSpc>
                <a:spcPct val="100000"/>
              </a:lnSpc>
              <a:spcAft>
                <a:spcPts val="600"/>
              </a:spcAft>
              <a:defRPr sz="4000">
                <a:solidFill>
                  <a:schemeClr val="bg2"/>
                </a:solidFill>
              </a:defRPr>
            </a:lvl1pPr>
          </a:lstStyle>
          <a:p>
            <a:r>
              <a:rPr lang="en-US" dirty="0"/>
              <a:t>[Add headline]</a:t>
            </a:r>
          </a:p>
        </p:txBody>
      </p:sp>
      <p:sp>
        <p:nvSpPr>
          <p:cNvPr id="5" name="Text Placeholder 4">
            <a:extLst>
              <a:ext uri="{FF2B5EF4-FFF2-40B4-BE49-F238E27FC236}">
                <a16:creationId xmlns:a16="http://schemas.microsoft.com/office/drawing/2014/main" id="{010D7F6C-4E8C-426D-3E0F-314F23F01287}"/>
              </a:ext>
            </a:extLst>
          </p:cNvPr>
          <p:cNvSpPr>
            <a:spLocks noGrp="1"/>
          </p:cNvSpPr>
          <p:nvPr>
            <p:ph type="body" sz="quarter" idx="10" hasCustomPrompt="1"/>
          </p:nvPr>
        </p:nvSpPr>
        <p:spPr>
          <a:xfrm>
            <a:off x="5670135" y="555171"/>
            <a:ext cx="6053553" cy="5623379"/>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051A0023-D981-B14B-A4F9-A40A982F1DA4}"/>
              </a:ext>
            </a:extLst>
          </p:cNvPr>
          <p:cNvSpPr>
            <a:spLocks noGrp="1"/>
          </p:cNvSpPr>
          <p:nvPr>
            <p:ph type="dt" sz="half" idx="11"/>
          </p:nvPr>
        </p:nvSpPr>
        <p:spPr/>
        <p:txBody>
          <a:bodyPr/>
          <a:lstStyle/>
          <a:p>
            <a:fld id="{7CD2D641-DFB5-4EFA-B7E4-A411AE32F1D8}" type="datetime1">
              <a:rPr lang="en-US" smtClean="0"/>
              <a:t>3/26/26</a:t>
            </a:fld>
            <a:endParaRPr lang="en-US"/>
          </a:p>
        </p:txBody>
      </p:sp>
      <p:sp>
        <p:nvSpPr>
          <p:cNvPr id="10" name="Footer Placeholder 9">
            <a:extLst>
              <a:ext uri="{FF2B5EF4-FFF2-40B4-BE49-F238E27FC236}">
                <a16:creationId xmlns:a16="http://schemas.microsoft.com/office/drawing/2014/main" id="{FBCAD040-90A4-F373-D928-1CF0CA5B664C}"/>
              </a:ext>
            </a:extLst>
          </p:cNvPr>
          <p:cNvSpPr>
            <a:spLocks noGrp="1"/>
          </p:cNvSpPr>
          <p:nvPr>
            <p:ph type="ftr" sz="quarter" idx="12"/>
          </p:nvPr>
        </p:nvSpPr>
        <p:spPr/>
        <p:txBody>
          <a:bodyPr/>
          <a:lstStyle/>
          <a:p>
            <a:endParaRPr lang="en-US" dirty="0"/>
          </a:p>
        </p:txBody>
      </p:sp>
      <p:sp>
        <p:nvSpPr>
          <p:cNvPr id="11" name="Slide Number Placeholder 10">
            <a:extLst>
              <a:ext uri="{FF2B5EF4-FFF2-40B4-BE49-F238E27FC236}">
                <a16:creationId xmlns:a16="http://schemas.microsoft.com/office/drawing/2014/main" id="{6F661567-D826-E257-E4B1-FCB72926A775}"/>
              </a:ext>
            </a:extLst>
          </p:cNvPr>
          <p:cNvSpPr>
            <a:spLocks noGrp="1"/>
          </p:cNvSpPr>
          <p:nvPr>
            <p:ph type="sldNum" sz="quarter" idx="13"/>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2046434122"/>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Blue">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EF4212EC-B805-0520-6DEE-0143324737FC}"/>
              </a:ext>
            </a:extLst>
          </p:cNvPr>
          <p:cNvSpPr/>
          <p:nvPr userDrawn="1"/>
        </p:nvSpPr>
        <p:spPr>
          <a:xfrm flipV="1">
            <a:off x="-1" y="-2"/>
            <a:ext cx="5627076" cy="6858002"/>
          </a:xfrm>
          <a:custGeom>
            <a:avLst/>
            <a:gdLst>
              <a:gd name="connsiteX0" fmla="*/ 0 w 5627076"/>
              <a:gd name="connsiteY0" fmla="*/ 6858002 h 6858002"/>
              <a:gd name="connsiteX1" fmla="*/ 5627076 w 5627076"/>
              <a:gd name="connsiteY1" fmla="*/ 6858002 h 6858002"/>
              <a:gd name="connsiteX2" fmla="*/ 1355301 w 5627076"/>
              <a:gd name="connsiteY2" fmla="*/ 0 h 6858002"/>
              <a:gd name="connsiteX3" fmla="*/ 0 w 5627076"/>
              <a:gd name="connsiteY3" fmla="*/ 0 h 6858002"/>
            </a:gdLst>
            <a:ahLst/>
            <a:cxnLst>
              <a:cxn ang="0">
                <a:pos x="connsiteX0" y="connsiteY0"/>
              </a:cxn>
              <a:cxn ang="0">
                <a:pos x="connsiteX1" y="connsiteY1"/>
              </a:cxn>
              <a:cxn ang="0">
                <a:pos x="connsiteX2" y="connsiteY2"/>
              </a:cxn>
              <a:cxn ang="0">
                <a:pos x="connsiteX3" y="connsiteY3"/>
              </a:cxn>
            </a:cxnLst>
            <a:rect l="l" t="t" r="r" b="b"/>
            <a:pathLst>
              <a:path w="5627076" h="6858002">
                <a:moveTo>
                  <a:pt x="0" y="6858002"/>
                </a:moveTo>
                <a:lnTo>
                  <a:pt x="5627076" y="6858002"/>
                </a:lnTo>
                <a:lnTo>
                  <a:pt x="1355301" y="0"/>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j-lt"/>
            </a:endParaRPr>
          </a:p>
        </p:txBody>
      </p:sp>
      <p:sp>
        <p:nvSpPr>
          <p:cNvPr id="7" name="Title 1">
            <a:extLst>
              <a:ext uri="{FF2B5EF4-FFF2-40B4-BE49-F238E27FC236}">
                <a16:creationId xmlns:a16="http://schemas.microsoft.com/office/drawing/2014/main" id="{8A5421EC-B0D1-1851-FBE5-7F53DFF45E04}"/>
              </a:ext>
            </a:extLst>
          </p:cNvPr>
          <p:cNvSpPr>
            <a:spLocks noGrp="1"/>
          </p:cNvSpPr>
          <p:nvPr>
            <p:ph type="title" hasCustomPrompt="1"/>
          </p:nvPr>
        </p:nvSpPr>
        <p:spPr>
          <a:xfrm>
            <a:off x="476655" y="555171"/>
            <a:ext cx="3942945" cy="2873829"/>
          </a:xfrm>
        </p:spPr>
        <p:txBody>
          <a:bodyPr anchor="t">
            <a:normAutofit/>
          </a:bodyPr>
          <a:lstStyle>
            <a:lvl1pPr>
              <a:lnSpc>
                <a:spcPct val="100000"/>
              </a:lnSpc>
              <a:spcAft>
                <a:spcPts val="600"/>
              </a:spcAft>
              <a:defRPr sz="4000">
                <a:solidFill>
                  <a:schemeClr val="tx2"/>
                </a:solidFill>
              </a:defRPr>
            </a:lvl1pPr>
          </a:lstStyle>
          <a:p>
            <a:r>
              <a:rPr lang="en-US" dirty="0"/>
              <a:t>[Add headline]</a:t>
            </a:r>
          </a:p>
        </p:txBody>
      </p:sp>
      <p:sp>
        <p:nvSpPr>
          <p:cNvPr id="2" name="Text Placeholder 4">
            <a:extLst>
              <a:ext uri="{FF2B5EF4-FFF2-40B4-BE49-F238E27FC236}">
                <a16:creationId xmlns:a16="http://schemas.microsoft.com/office/drawing/2014/main" id="{88DB5D0B-59D9-C7D1-52C1-8D96EAE8F154}"/>
              </a:ext>
            </a:extLst>
          </p:cNvPr>
          <p:cNvSpPr>
            <a:spLocks noGrp="1"/>
          </p:cNvSpPr>
          <p:nvPr>
            <p:ph type="body" sz="quarter" idx="10" hasCustomPrompt="1"/>
          </p:nvPr>
        </p:nvSpPr>
        <p:spPr>
          <a:xfrm>
            <a:off x="5670135" y="555171"/>
            <a:ext cx="6053553" cy="5623378"/>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8BF1B516-459B-72C0-268C-C1E1A26E942F}"/>
              </a:ext>
            </a:extLst>
          </p:cNvPr>
          <p:cNvSpPr>
            <a:spLocks noGrp="1"/>
          </p:cNvSpPr>
          <p:nvPr>
            <p:ph type="dt" sz="half" idx="11"/>
          </p:nvPr>
        </p:nvSpPr>
        <p:spPr/>
        <p:txBody>
          <a:bodyPr/>
          <a:lstStyle/>
          <a:p>
            <a:fld id="{A33FFA11-BADF-470C-AFB3-23E95943D48B}" type="datetime1">
              <a:rPr lang="en-US" smtClean="0"/>
              <a:t>3/26/26</a:t>
            </a:fld>
            <a:endParaRPr lang="en-US"/>
          </a:p>
        </p:txBody>
      </p:sp>
      <p:sp>
        <p:nvSpPr>
          <p:cNvPr id="8" name="Footer Placeholder 7">
            <a:extLst>
              <a:ext uri="{FF2B5EF4-FFF2-40B4-BE49-F238E27FC236}">
                <a16:creationId xmlns:a16="http://schemas.microsoft.com/office/drawing/2014/main" id="{A6DFEDDB-0903-717A-6483-FF4A6B5BE883}"/>
              </a:ext>
            </a:extLst>
          </p:cNvPr>
          <p:cNvSpPr>
            <a:spLocks noGrp="1"/>
          </p:cNvSpPr>
          <p:nvPr>
            <p:ph type="ftr" sz="quarter" idx="12"/>
          </p:nvPr>
        </p:nvSpPr>
        <p:spPr/>
        <p:txBody>
          <a:bodyPr/>
          <a:lstStyle/>
          <a:p>
            <a:endParaRPr lang="en-US" dirty="0"/>
          </a:p>
        </p:txBody>
      </p:sp>
      <p:sp>
        <p:nvSpPr>
          <p:cNvPr id="10" name="Slide Number Placeholder 9">
            <a:extLst>
              <a:ext uri="{FF2B5EF4-FFF2-40B4-BE49-F238E27FC236}">
                <a16:creationId xmlns:a16="http://schemas.microsoft.com/office/drawing/2014/main" id="{83FCC9F7-1119-C177-F2AE-961D2AF87127}"/>
              </a:ext>
            </a:extLst>
          </p:cNvPr>
          <p:cNvSpPr>
            <a:spLocks noGrp="1"/>
          </p:cNvSpPr>
          <p:nvPr>
            <p:ph type="sldNum" sz="quarter" idx="13"/>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63840036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Purple 1">
    <p:bg>
      <p:bgPr>
        <a:gradFill flip="none" rotWithShape="1">
          <a:gsLst>
            <a:gs pos="0">
              <a:srgbClr val="09287E"/>
            </a:gs>
            <a:gs pos="87000">
              <a:srgbClr val="020629"/>
            </a:gs>
          </a:gsLst>
          <a:lin ang="0" scaled="1"/>
          <a:tileRect/>
        </a:gra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737C0A1A-50AE-E3D4-BB16-8788BDBB9443}"/>
              </a:ext>
            </a:extLst>
          </p:cNvPr>
          <p:cNvSpPr/>
          <p:nvPr userDrawn="1"/>
        </p:nvSpPr>
        <p:spPr>
          <a:xfrm>
            <a:off x="3475110" y="0"/>
            <a:ext cx="8716890" cy="6858001"/>
          </a:xfrm>
          <a:custGeom>
            <a:avLst/>
            <a:gdLst>
              <a:gd name="connsiteX0" fmla="*/ 7712651 w 8716890"/>
              <a:gd name="connsiteY0" fmla="*/ 4550002 h 6858001"/>
              <a:gd name="connsiteX1" fmla="*/ 8716890 w 8716890"/>
              <a:gd name="connsiteY1" fmla="*/ 4550002 h 6858001"/>
              <a:gd name="connsiteX2" fmla="*/ 8716890 w 8716890"/>
              <a:gd name="connsiteY2" fmla="*/ 6858001 h 6858001"/>
              <a:gd name="connsiteX3" fmla="*/ 6410270 w 8716890"/>
              <a:gd name="connsiteY3" fmla="*/ 6858001 h 6858001"/>
              <a:gd name="connsiteX4" fmla="*/ 1302380 w 8716890"/>
              <a:gd name="connsiteY4" fmla="*/ 4550002 h 6858001"/>
              <a:gd name="connsiteX5" fmla="*/ 4485297 w 8716890"/>
              <a:gd name="connsiteY5" fmla="*/ 4550002 h 6858001"/>
              <a:gd name="connsiteX6" fmla="*/ 3182916 w 8716890"/>
              <a:gd name="connsiteY6" fmla="*/ 6858001 h 6858001"/>
              <a:gd name="connsiteX7" fmla="*/ 0 w 8716890"/>
              <a:gd name="connsiteY7" fmla="*/ 6858001 h 6858001"/>
              <a:gd name="connsiteX8" fmla="*/ 7052819 w 8716890"/>
              <a:gd name="connsiteY8" fmla="*/ 0 h 6858001"/>
              <a:gd name="connsiteX9" fmla="*/ 8716890 w 8716890"/>
              <a:gd name="connsiteY9" fmla="*/ 0 h 6858001"/>
              <a:gd name="connsiteX10" fmla="*/ 8716890 w 8716890"/>
              <a:gd name="connsiteY10" fmla="*/ 2756296 h 6858001"/>
              <a:gd name="connsiteX11" fmla="*/ 7704719 w 8716890"/>
              <a:gd name="connsiteY11" fmla="*/ 4550003 h 6858001"/>
              <a:gd name="connsiteX12" fmla="*/ 4485297 w 8716890"/>
              <a:gd name="connsiteY12" fmla="*/ 455000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716890" h="6858001">
                <a:moveTo>
                  <a:pt x="7712651" y="4550002"/>
                </a:moveTo>
                <a:lnTo>
                  <a:pt x="8716890" y="4550002"/>
                </a:lnTo>
                <a:lnTo>
                  <a:pt x="8716890" y="6858001"/>
                </a:lnTo>
                <a:lnTo>
                  <a:pt x="6410270" y="6858001"/>
                </a:lnTo>
                <a:close/>
                <a:moveTo>
                  <a:pt x="1302380" y="4550002"/>
                </a:moveTo>
                <a:lnTo>
                  <a:pt x="4485297" y="4550002"/>
                </a:lnTo>
                <a:lnTo>
                  <a:pt x="3182916" y="6858001"/>
                </a:lnTo>
                <a:lnTo>
                  <a:pt x="0" y="6858001"/>
                </a:lnTo>
                <a:close/>
                <a:moveTo>
                  <a:pt x="7052819" y="0"/>
                </a:moveTo>
                <a:lnTo>
                  <a:pt x="8716890" y="0"/>
                </a:lnTo>
                <a:lnTo>
                  <a:pt x="8716890" y="2756296"/>
                </a:lnTo>
                <a:lnTo>
                  <a:pt x="7704719" y="4550003"/>
                </a:lnTo>
                <a:lnTo>
                  <a:pt x="4485297" y="4550003"/>
                </a:lnTo>
                <a:close/>
              </a:path>
            </a:pathLst>
          </a:custGeom>
          <a:gradFill flip="none" rotWithShape="1">
            <a:gsLst>
              <a:gs pos="49503">
                <a:srgbClr val="3922A3"/>
              </a:gs>
              <a:gs pos="0">
                <a:srgbClr val="381E98"/>
              </a:gs>
              <a:gs pos="87000">
                <a:srgbClr val="3923A5"/>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j-lt"/>
            </a:endParaRPr>
          </a:p>
        </p:txBody>
      </p:sp>
      <p:sp>
        <p:nvSpPr>
          <p:cNvPr id="6" name="Text Placeholder 5">
            <a:extLst>
              <a:ext uri="{FF2B5EF4-FFF2-40B4-BE49-F238E27FC236}">
                <a16:creationId xmlns:a16="http://schemas.microsoft.com/office/drawing/2014/main" id="{33EC2F47-B543-2F83-D3D6-51AD7D9E71A7}"/>
              </a:ext>
            </a:extLst>
          </p:cNvPr>
          <p:cNvSpPr>
            <a:spLocks noGrp="1"/>
          </p:cNvSpPr>
          <p:nvPr>
            <p:ph type="body" sz="quarter" idx="10" hasCustomPrompt="1"/>
          </p:nvPr>
        </p:nvSpPr>
        <p:spPr>
          <a:xfrm>
            <a:off x="476250" y="1516063"/>
            <a:ext cx="6637338" cy="4662487"/>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Graphic 9">
            <a:extLst>
              <a:ext uri="{FF2B5EF4-FFF2-40B4-BE49-F238E27FC236}">
                <a16:creationId xmlns:a16="http://schemas.microsoft.com/office/drawing/2014/main" id="{384C1C90-6E9C-9F6A-DC75-A8F5684C442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2" name="Date Placeholder 1">
            <a:extLst>
              <a:ext uri="{FF2B5EF4-FFF2-40B4-BE49-F238E27FC236}">
                <a16:creationId xmlns:a16="http://schemas.microsoft.com/office/drawing/2014/main" id="{85875CD6-EA31-AE16-C5E1-146E4F5CC4B1}"/>
              </a:ext>
            </a:extLst>
          </p:cNvPr>
          <p:cNvSpPr>
            <a:spLocks noGrp="1"/>
          </p:cNvSpPr>
          <p:nvPr>
            <p:ph type="dt" sz="half" idx="11"/>
          </p:nvPr>
        </p:nvSpPr>
        <p:spPr/>
        <p:txBody>
          <a:bodyPr/>
          <a:lstStyle/>
          <a:p>
            <a:fld id="{976966CF-BCAC-429A-8A83-18F4E85F2964}" type="datetime1">
              <a:rPr lang="en-US" smtClean="0"/>
              <a:t>3/26/26</a:t>
            </a:fld>
            <a:endParaRPr lang="en-US"/>
          </a:p>
        </p:txBody>
      </p:sp>
      <p:sp>
        <p:nvSpPr>
          <p:cNvPr id="3" name="Footer Placeholder 2">
            <a:extLst>
              <a:ext uri="{FF2B5EF4-FFF2-40B4-BE49-F238E27FC236}">
                <a16:creationId xmlns:a16="http://schemas.microsoft.com/office/drawing/2014/main" id="{296104B7-BD34-CB71-7A75-010E5C65E1FB}"/>
              </a:ext>
            </a:extLst>
          </p:cNvPr>
          <p:cNvSpPr>
            <a:spLocks noGrp="1"/>
          </p:cNvSpPr>
          <p:nvPr>
            <p:ph type="ftr" sz="quarter" idx="12"/>
          </p:nvPr>
        </p:nvSpPr>
        <p:spPr/>
        <p:txBody>
          <a:bodyPr/>
          <a:lstStyle/>
          <a:p>
            <a:endParaRPr lang="en-US" dirty="0"/>
          </a:p>
        </p:txBody>
      </p:sp>
      <p:sp>
        <p:nvSpPr>
          <p:cNvPr id="4" name="Slide Number Placeholder 3">
            <a:extLst>
              <a:ext uri="{FF2B5EF4-FFF2-40B4-BE49-F238E27FC236}">
                <a16:creationId xmlns:a16="http://schemas.microsoft.com/office/drawing/2014/main" id="{C3BFE6C7-CC71-388B-9DEE-8685E5C29B39}"/>
              </a:ext>
            </a:extLst>
          </p:cNvPr>
          <p:cNvSpPr>
            <a:spLocks noGrp="1"/>
          </p:cNvSpPr>
          <p:nvPr>
            <p:ph type="sldNum" sz="quarter" idx="13"/>
          </p:nvPr>
        </p:nvSpPr>
        <p:spPr/>
        <p:txBody>
          <a:bodyPr/>
          <a:lstStyle/>
          <a:p>
            <a:fld id="{16C30856-2FD0-40BB-988B-8BB8612257E2}" type="slidenum">
              <a:rPr lang="en-US" smtClean="0"/>
              <a:pPr/>
              <a:t>‹#›</a:t>
            </a:fld>
            <a:endParaRPr lang="en-US"/>
          </a:p>
        </p:txBody>
      </p:sp>
      <p:sp>
        <p:nvSpPr>
          <p:cNvPr id="5" name="Title 4">
            <a:extLst>
              <a:ext uri="{FF2B5EF4-FFF2-40B4-BE49-F238E27FC236}">
                <a16:creationId xmlns:a16="http://schemas.microsoft.com/office/drawing/2014/main" id="{551EE24C-4600-2C6E-960C-128E2FA87836}"/>
              </a:ext>
            </a:extLst>
          </p:cNvPr>
          <p:cNvSpPr>
            <a:spLocks noGrp="1"/>
          </p:cNvSpPr>
          <p:nvPr>
            <p:ph type="title" hasCustomPrompt="1"/>
          </p:nvPr>
        </p:nvSpPr>
        <p:spPr/>
        <p:txBody>
          <a:bodyPr/>
          <a:lstStyle/>
          <a:p>
            <a:r>
              <a:rPr lang="en-US" dirty="0"/>
              <a:t>[Add headline]</a:t>
            </a:r>
          </a:p>
        </p:txBody>
      </p:sp>
    </p:spTree>
    <p:extLst>
      <p:ext uri="{BB962C8B-B14F-4D97-AF65-F5344CB8AC3E}">
        <p14:creationId xmlns:p14="http://schemas.microsoft.com/office/powerpoint/2010/main" val="389856064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urple 2">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6CDAAEEA-6904-EA7A-F22A-A441F21532CA}"/>
              </a:ext>
            </a:extLst>
          </p:cNvPr>
          <p:cNvSpPr/>
          <p:nvPr userDrawn="1"/>
        </p:nvSpPr>
        <p:spPr>
          <a:xfrm flipH="1">
            <a:off x="9301316" y="1868129"/>
            <a:ext cx="2890682" cy="4989872"/>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B768B634-D11C-ADC4-4345-FC668F34D8C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6" name="Text Placeholder 5">
            <a:extLst>
              <a:ext uri="{FF2B5EF4-FFF2-40B4-BE49-F238E27FC236}">
                <a16:creationId xmlns:a16="http://schemas.microsoft.com/office/drawing/2014/main" id="{361167FD-296B-A8F6-47B6-4EC870DC7EEE}"/>
              </a:ext>
            </a:extLst>
          </p:cNvPr>
          <p:cNvSpPr>
            <a:spLocks noGrp="1"/>
          </p:cNvSpPr>
          <p:nvPr>
            <p:ph type="body" sz="quarter" idx="10" hasCustomPrompt="1"/>
          </p:nvPr>
        </p:nvSpPr>
        <p:spPr>
          <a:xfrm>
            <a:off x="476250" y="1516063"/>
            <a:ext cx="6637339" cy="4662488"/>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2125109-7BAF-CB3E-6D85-5C9D3617B808}"/>
              </a:ext>
            </a:extLst>
          </p:cNvPr>
          <p:cNvSpPr>
            <a:spLocks noGrp="1"/>
          </p:cNvSpPr>
          <p:nvPr>
            <p:ph type="dt" sz="half" idx="11"/>
          </p:nvPr>
        </p:nvSpPr>
        <p:spPr/>
        <p:txBody>
          <a:bodyPr/>
          <a:lstStyle/>
          <a:p>
            <a:fld id="{DFEEAC10-2098-4609-A859-E5B2DF18BC38}" type="datetime1">
              <a:rPr lang="en-US" smtClean="0"/>
              <a:t>3/26/26</a:t>
            </a:fld>
            <a:endParaRPr lang="en-US"/>
          </a:p>
        </p:txBody>
      </p:sp>
      <p:sp>
        <p:nvSpPr>
          <p:cNvPr id="9" name="Footer Placeholder 8">
            <a:extLst>
              <a:ext uri="{FF2B5EF4-FFF2-40B4-BE49-F238E27FC236}">
                <a16:creationId xmlns:a16="http://schemas.microsoft.com/office/drawing/2014/main" id="{FA61E541-1D1C-5928-0D61-F060A3B33C99}"/>
              </a:ext>
            </a:extLst>
          </p:cNvPr>
          <p:cNvSpPr>
            <a:spLocks noGrp="1"/>
          </p:cNvSpPr>
          <p:nvPr>
            <p:ph type="ftr" sz="quarter" idx="12"/>
          </p:nvPr>
        </p:nvSpPr>
        <p:spPr/>
        <p:txBody>
          <a:bodyPr/>
          <a:lstStyle/>
          <a:p>
            <a:endParaRPr lang="en-US" dirty="0"/>
          </a:p>
        </p:txBody>
      </p:sp>
      <p:sp>
        <p:nvSpPr>
          <p:cNvPr id="10" name="Slide Number Placeholder 9">
            <a:extLst>
              <a:ext uri="{FF2B5EF4-FFF2-40B4-BE49-F238E27FC236}">
                <a16:creationId xmlns:a16="http://schemas.microsoft.com/office/drawing/2014/main" id="{F8768B02-DA7F-2436-1E35-18D5C18A5386}"/>
              </a:ext>
            </a:extLst>
          </p:cNvPr>
          <p:cNvSpPr>
            <a:spLocks noGrp="1"/>
          </p:cNvSpPr>
          <p:nvPr>
            <p:ph type="sldNum" sz="quarter" idx="13"/>
          </p:nvPr>
        </p:nvSpPr>
        <p:spPr/>
        <p:txBody>
          <a:bodyPr/>
          <a:lstStyle/>
          <a:p>
            <a:fld id="{16C30856-2FD0-40BB-988B-8BB8612257E2}" type="slidenum">
              <a:rPr lang="en-US" smtClean="0"/>
              <a:pPr/>
              <a:t>‹#›</a:t>
            </a:fld>
            <a:endParaRPr lang="en-US"/>
          </a:p>
        </p:txBody>
      </p:sp>
      <p:sp>
        <p:nvSpPr>
          <p:cNvPr id="3" name="Title 2">
            <a:extLst>
              <a:ext uri="{FF2B5EF4-FFF2-40B4-BE49-F238E27FC236}">
                <a16:creationId xmlns:a16="http://schemas.microsoft.com/office/drawing/2014/main" id="{4AEB3314-AA8A-BCDE-A647-942AD20FC6AE}"/>
              </a:ext>
            </a:extLst>
          </p:cNvPr>
          <p:cNvSpPr>
            <a:spLocks noGrp="1"/>
          </p:cNvSpPr>
          <p:nvPr>
            <p:ph type="title" hasCustomPrompt="1"/>
          </p:nvPr>
        </p:nvSpPr>
        <p:spPr/>
        <p:txBody>
          <a:bodyPr/>
          <a:lstStyle/>
          <a:p>
            <a:r>
              <a:rPr lang="en-US" dirty="0"/>
              <a:t>[Add headline]</a:t>
            </a:r>
          </a:p>
        </p:txBody>
      </p:sp>
    </p:spTree>
    <p:extLst>
      <p:ext uri="{BB962C8B-B14F-4D97-AF65-F5344CB8AC3E}">
        <p14:creationId xmlns:p14="http://schemas.microsoft.com/office/powerpoint/2010/main" val="1928534367"/>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Yellow">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6CDAAEEA-6904-EA7A-F22A-A441F21532CA}"/>
              </a:ext>
            </a:extLst>
          </p:cNvPr>
          <p:cNvSpPr/>
          <p:nvPr userDrawn="1"/>
        </p:nvSpPr>
        <p:spPr>
          <a:xfrm flipH="1">
            <a:off x="9301316" y="1868129"/>
            <a:ext cx="2890682" cy="4989872"/>
          </a:xfrm>
          <a:prstGeom prst="r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D0713A53-A0D1-70E4-8C64-2EA20E93C66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5" name="Text Placeholder 5">
            <a:extLst>
              <a:ext uri="{FF2B5EF4-FFF2-40B4-BE49-F238E27FC236}">
                <a16:creationId xmlns:a16="http://schemas.microsoft.com/office/drawing/2014/main" id="{3193588D-AEA4-3A47-D5A6-218274185B24}"/>
              </a:ext>
            </a:extLst>
          </p:cNvPr>
          <p:cNvSpPr>
            <a:spLocks noGrp="1"/>
          </p:cNvSpPr>
          <p:nvPr>
            <p:ph type="body" sz="quarter" idx="10" hasCustomPrompt="1"/>
          </p:nvPr>
        </p:nvSpPr>
        <p:spPr>
          <a:xfrm>
            <a:off x="476250" y="1516063"/>
            <a:ext cx="6637339" cy="4662488"/>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41D5879-576A-2025-CBAF-AE4720A00FF0}"/>
              </a:ext>
            </a:extLst>
          </p:cNvPr>
          <p:cNvSpPr>
            <a:spLocks noGrp="1"/>
          </p:cNvSpPr>
          <p:nvPr>
            <p:ph type="dt" sz="half" idx="11"/>
          </p:nvPr>
        </p:nvSpPr>
        <p:spPr/>
        <p:txBody>
          <a:bodyPr/>
          <a:lstStyle/>
          <a:p>
            <a:fld id="{A0ECB097-7DB8-40FF-AFDF-3AB3CDF9AE08}" type="datetime1">
              <a:rPr lang="en-US" smtClean="0"/>
              <a:t>3/26/26</a:t>
            </a:fld>
            <a:endParaRPr lang="en-US"/>
          </a:p>
        </p:txBody>
      </p:sp>
      <p:sp>
        <p:nvSpPr>
          <p:cNvPr id="7" name="Footer Placeholder 6">
            <a:extLst>
              <a:ext uri="{FF2B5EF4-FFF2-40B4-BE49-F238E27FC236}">
                <a16:creationId xmlns:a16="http://schemas.microsoft.com/office/drawing/2014/main" id="{81A5BA77-927D-A9D8-6EFC-AE6A7EC98EBF}"/>
              </a:ext>
            </a:extLst>
          </p:cNvPr>
          <p:cNvSpPr>
            <a:spLocks noGrp="1"/>
          </p:cNvSpPr>
          <p:nvPr>
            <p:ph type="ftr" sz="quarter" idx="12"/>
          </p:nvPr>
        </p:nvSpPr>
        <p:spPr/>
        <p:txBody>
          <a:bodyPr/>
          <a:lstStyle/>
          <a:p>
            <a:endParaRPr lang="en-US" dirty="0"/>
          </a:p>
        </p:txBody>
      </p:sp>
      <p:sp>
        <p:nvSpPr>
          <p:cNvPr id="9" name="Slide Number Placeholder 8">
            <a:extLst>
              <a:ext uri="{FF2B5EF4-FFF2-40B4-BE49-F238E27FC236}">
                <a16:creationId xmlns:a16="http://schemas.microsoft.com/office/drawing/2014/main" id="{A1D0D9E6-5729-106E-F1D9-EAFF2850DCA7}"/>
              </a:ext>
            </a:extLst>
          </p:cNvPr>
          <p:cNvSpPr>
            <a:spLocks noGrp="1"/>
          </p:cNvSpPr>
          <p:nvPr>
            <p:ph type="sldNum" sz="quarter" idx="13"/>
          </p:nvPr>
        </p:nvSpPr>
        <p:spPr/>
        <p:txBody>
          <a:bodyPr/>
          <a:lstStyle/>
          <a:p>
            <a:fld id="{16C30856-2FD0-40BB-988B-8BB8612257E2}" type="slidenum">
              <a:rPr lang="en-US" smtClean="0"/>
              <a:pPr/>
              <a:t>‹#›</a:t>
            </a:fld>
            <a:endParaRPr lang="en-US"/>
          </a:p>
        </p:txBody>
      </p:sp>
      <p:sp>
        <p:nvSpPr>
          <p:cNvPr id="3" name="Title 2">
            <a:extLst>
              <a:ext uri="{FF2B5EF4-FFF2-40B4-BE49-F238E27FC236}">
                <a16:creationId xmlns:a16="http://schemas.microsoft.com/office/drawing/2014/main" id="{2361DBB9-1A89-CD4C-AD4C-BE27EE3AFEE5}"/>
              </a:ext>
            </a:extLst>
          </p:cNvPr>
          <p:cNvSpPr>
            <a:spLocks noGrp="1"/>
          </p:cNvSpPr>
          <p:nvPr>
            <p:ph type="title" hasCustomPrompt="1"/>
          </p:nvPr>
        </p:nvSpPr>
        <p:spPr/>
        <p:txBody>
          <a:bodyPr/>
          <a:lstStyle/>
          <a:p>
            <a:r>
              <a:rPr lang="en-US" dirty="0"/>
              <a:t>[Add headline]</a:t>
            </a:r>
          </a:p>
        </p:txBody>
      </p:sp>
    </p:spTree>
    <p:extLst>
      <p:ext uri="{BB962C8B-B14F-4D97-AF65-F5344CB8AC3E}">
        <p14:creationId xmlns:p14="http://schemas.microsoft.com/office/powerpoint/2010/main" val="1509327421"/>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and image">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D938E90-5453-8E94-81BA-AFB01A8A689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5" name="Text Placeholder 4">
            <a:extLst>
              <a:ext uri="{FF2B5EF4-FFF2-40B4-BE49-F238E27FC236}">
                <a16:creationId xmlns:a16="http://schemas.microsoft.com/office/drawing/2014/main" id="{36DAD0CD-2E0C-4778-7120-5B8FFF00EBCA}"/>
              </a:ext>
            </a:extLst>
          </p:cNvPr>
          <p:cNvSpPr>
            <a:spLocks noGrp="1"/>
          </p:cNvSpPr>
          <p:nvPr>
            <p:ph type="body" sz="quarter" idx="11" hasCustomPrompt="1"/>
          </p:nvPr>
        </p:nvSpPr>
        <p:spPr>
          <a:xfrm>
            <a:off x="476250" y="1516063"/>
            <a:ext cx="6637339" cy="4662488"/>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Graphic 3">
            <a:extLst>
              <a:ext uri="{FF2B5EF4-FFF2-40B4-BE49-F238E27FC236}">
                <a16:creationId xmlns:a16="http://schemas.microsoft.com/office/drawing/2014/main" id="{083DBDF4-D595-E593-0874-C4847D8A79C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60238" y="6336008"/>
            <a:ext cx="451863" cy="238317"/>
          </a:xfrm>
          <a:prstGeom prst="rect">
            <a:avLst/>
          </a:prstGeom>
        </p:spPr>
      </p:pic>
      <p:sp>
        <p:nvSpPr>
          <p:cNvPr id="3" name="Title 2">
            <a:extLst>
              <a:ext uri="{FF2B5EF4-FFF2-40B4-BE49-F238E27FC236}">
                <a16:creationId xmlns:a16="http://schemas.microsoft.com/office/drawing/2014/main" id="{CB68BD01-ABA7-9ECF-84C1-5E992E8A2056}"/>
              </a:ext>
            </a:extLst>
          </p:cNvPr>
          <p:cNvSpPr>
            <a:spLocks noGrp="1"/>
          </p:cNvSpPr>
          <p:nvPr>
            <p:ph type="title" hasCustomPrompt="1"/>
          </p:nvPr>
        </p:nvSpPr>
        <p:spPr/>
        <p:txBody>
          <a:bodyPr/>
          <a:lstStyle/>
          <a:p>
            <a:r>
              <a:rPr lang="en-US" dirty="0"/>
              <a:t>[Add headline]</a:t>
            </a:r>
          </a:p>
        </p:txBody>
      </p:sp>
    </p:spTree>
    <p:extLst>
      <p:ext uri="{BB962C8B-B14F-4D97-AF65-F5344CB8AC3E}">
        <p14:creationId xmlns:p14="http://schemas.microsoft.com/office/powerpoint/2010/main" val="3654135582"/>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8054FF19-C4C4-0ABE-AB08-5F42CBE2F1F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5691716" y="945162"/>
            <a:ext cx="903817" cy="760028"/>
          </a:xfrm>
          <a:prstGeom prst="rect">
            <a:avLst/>
          </a:prstGeom>
        </p:spPr>
      </p:pic>
      <p:sp>
        <p:nvSpPr>
          <p:cNvPr id="6" name="Text Placeholder 5">
            <a:extLst>
              <a:ext uri="{FF2B5EF4-FFF2-40B4-BE49-F238E27FC236}">
                <a16:creationId xmlns:a16="http://schemas.microsoft.com/office/drawing/2014/main" id="{2F9B3DC8-29FD-C978-BDA7-DF8A6DCA093C}"/>
              </a:ext>
            </a:extLst>
          </p:cNvPr>
          <p:cNvSpPr>
            <a:spLocks noGrp="1"/>
          </p:cNvSpPr>
          <p:nvPr>
            <p:ph type="body" sz="quarter" idx="10" hasCustomPrompt="1"/>
          </p:nvPr>
        </p:nvSpPr>
        <p:spPr>
          <a:xfrm>
            <a:off x="476250" y="2079174"/>
            <a:ext cx="11247663" cy="3449559"/>
          </a:xfrm>
        </p:spPr>
        <p:txBody>
          <a:bodyPr/>
          <a:lstStyle>
            <a:lvl1pPr marL="0" indent="0" algn="ctr">
              <a:buFont typeface="Arial" panose="020B0604020202020204" pitchFamily="34" charset="0"/>
              <a:buChar char="​"/>
              <a:defRPr sz="4800"/>
            </a:lvl1pPr>
            <a:lvl2pPr marL="0" indent="0" algn="ctr">
              <a:buFont typeface="Arial" panose="020B0604020202020204" pitchFamily="34" charset="0"/>
              <a:buChar char="​"/>
              <a:defRPr/>
            </a:lvl2pPr>
            <a:lvl3pPr marL="0" indent="0" algn="ctr">
              <a:buFont typeface="Arial" panose="020B0604020202020204" pitchFamily="34" charset="0"/>
              <a:buChar char="​"/>
              <a:defRPr/>
            </a:lvl3pPr>
            <a:lvl4pPr marL="0" indent="0" algn="ctr">
              <a:buFont typeface="Arial" panose="020B0604020202020204" pitchFamily="34" charset="0"/>
              <a:buChar char="​"/>
              <a:defRPr/>
            </a:lvl4pPr>
            <a:lvl5pPr marL="0" indent="0" algn="ctr">
              <a:buFont typeface="Arial" panose="020B0604020202020204" pitchFamily="34" charset="0"/>
              <a:buChar char="​"/>
              <a:defRPr/>
            </a:lvl5pPr>
          </a:lstStyle>
          <a:p>
            <a:pPr lvl="0"/>
            <a:r>
              <a:rPr lang="en-US" dirty="0"/>
              <a:t>[Click to add quote ]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13">
            <a:extLst>
              <a:ext uri="{FF2B5EF4-FFF2-40B4-BE49-F238E27FC236}">
                <a16:creationId xmlns:a16="http://schemas.microsoft.com/office/drawing/2014/main" id="{9C279942-F9D4-016B-6FAA-6A6F510A5290}"/>
              </a:ext>
            </a:extLst>
          </p:cNvPr>
          <p:cNvSpPr>
            <a:spLocks noGrp="1"/>
          </p:cNvSpPr>
          <p:nvPr>
            <p:ph type="body" sz="quarter" idx="15" hasCustomPrompt="1"/>
          </p:nvPr>
        </p:nvSpPr>
        <p:spPr>
          <a:xfrm>
            <a:off x="3107267" y="5641325"/>
            <a:ext cx="5977466" cy="543028"/>
          </a:xfrm>
        </p:spPr>
        <p:txBody>
          <a:bodyPr/>
          <a:lstStyle>
            <a:lvl1pPr marL="0" indent="0" algn="ctr">
              <a:buNone/>
              <a:tabLst/>
              <a:defRPr sz="1600">
                <a:solidFill>
                  <a:schemeClr val="accent1"/>
                </a:solidFill>
              </a:defRPr>
            </a:lvl1pPr>
            <a:lvl2pPr marL="0" indent="0" algn="ctr">
              <a:buNone/>
              <a:tabLst/>
              <a:defRPr sz="1400">
                <a:solidFill>
                  <a:schemeClr val="accent1"/>
                </a:solidFill>
              </a:defRPr>
            </a:lvl2pPr>
            <a:lvl3pPr marL="0" indent="0">
              <a:buNone/>
              <a:tabLst/>
              <a:defRPr>
                <a:solidFill>
                  <a:schemeClr val="bg2"/>
                </a:solidFill>
              </a:defRPr>
            </a:lvl3pPr>
            <a:lvl4pPr marL="0" indent="0">
              <a:buNone/>
              <a:tabLst/>
              <a:defRPr>
                <a:solidFill>
                  <a:schemeClr val="bg2"/>
                </a:solidFill>
              </a:defRPr>
            </a:lvl4pPr>
            <a:lvl5pPr marL="0" indent="0">
              <a:buNone/>
              <a:tabLst/>
              <a:defRPr>
                <a:solidFill>
                  <a:schemeClr val="bg2"/>
                </a:solidFill>
              </a:defRPr>
            </a:lvl5pPr>
          </a:lstStyle>
          <a:p>
            <a:pPr lvl="0"/>
            <a:r>
              <a:rPr lang="en-US" dirty="0"/>
              <a:t>[Add source text]</a:t>
            </a:r>
          </a:p>
          <a:p>
            <a:pPr lvl="1"/>
            <a:endParaRPr lang="en-US" dirty="0"/>
          </a:p>
        </p:txBody>
      </p:sp>
    </p:spTree>
    <p:extLst>
      <p:ext uri="{BB962C8B-B14F-4D97-AF65-F5344CB8AC3E}">
        <p14:creationId xmlns:p14="http://schemas.microsoft.com/office/powerpoint/2010/main" val="35787810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750" fill="hold"/>
                                        <p:tgtEl>
                                          <p:spTgt spid="4"/>
                                        </p:tgtEl>
                                        <p:attrNameLst>
                                          <p:attrName>ppt_w</p:attrName>
                                        </p:attrNameLst>
                                      </p:cBhvr>
                                      <p:tavLst>
                                        <p:tav tm="0">
                                          <p:val>
                                            <p:strVal val="#ppt_w+.3"/>
                                          </p:val>
                                        </p:tav>
                                        <p:tav tm="100000">
                                          <p:val>
                                            <p:strVal val="#ppt_w"/>
                                          </p:val>
                                        </p:tav>
                                      </p:tavLst>
                                    </p:anim>
                                    <p:anim calcmode="lin" valueType="num">
                                      <p:cBhvr>
                                        <p:cTn id="8" dur="750" fill="hold"/>
                                        <p:tgtEl>
                                          <p:spTgt spid="4"/>
                                        </p:tgtEl>
                                        <p:attrNameLst>
                                          <p:attrName>ppt_h</p:attrName>
                                        </p:attrNameLst>
                                      </p:cBhvr>
                                      <p:tavLst>
                                        <p:tav tm="0">
                                          <p:val>
                                            <p:strVal val="#ppt_h"/>
                                          </p:val>
                                        </p:tav>
                                        <p:tav tm="100000">
                                          <p:val>
                                            <p:strVal val="#ppt_h"/>
                                          </p:val>
                                        </p:tav>
                                      </p:tavLst>
                                    </p:anim>
                                    <p:animEffect transition="in" filter="fade">
                                      <p:cBhvr>
                                        <p:cTn id="9" dur="750"/>
                                        <p:tgtEl>
                                          <p:spTgt spid="4"/>
                                        </p:tgtEl>
                                      </p:cBhvr>
                                    </p:animEffect>
                                  </p:childTnLst>
                                </p:cTn>
                              </p:par>
                              <p:par>
                                <p:cTn id="10" presetID="10" presetClass="entr" presetSubtype="0" fill="hold" grpId="0" nodeType="withEffect">
                                  <p:stCondLst>
                                    <p:cond delay="25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par>
                          <p:cTn id="13" fill="hold">
                            <p:stCondLst>
                              <p:cond delay="750"/>
                            </p:stCondLst>
                            <p:childTnLst>
                              <p:par>
                                <p:cTn id="14" presetID="10" presetClass="entr" presetSubtype="0" fill="hold" grpId="0" nodeType="afterEffect">
                                  <p:stCondLst>
                                    <p:cond delay="0"/>
                                  </p:stCondLst>
                                  <p:childTnLst>
                                    <p:set>
                                      <p:cBhvr>
                                        <p:cTn id="15" dur="1" fill="hold">
                                          <p:stCondLst>
                                            <p:cond delay="0"/>
                                          </p:stCondLst>
                                        </p:cTn>
                                        <p:tgtEl>
                                          <p:spTgt spid="2">
                                            <p:txEl>
                                              <p:pRg st="0" end="0"/>
                                            </p:txEl>
                                          </p:spTgt>
                                        </p:tgtEl>
                                        <p:attrNameLst>
                                          <p:attrName>style.visibility</p:attrName>
                                        </p:attrNameLst>
                                      </p:cBhvr>
                                      <p:to>
                                        <p:strVal val="visible"/>
                                      </p:to>
                                    </p:set>
                                    <p:animEffect transition="in" filter="fade">
                                      <p:cBhvr>
                                        <p:cTn id="16"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p:tmplLst>
          <p:tmpl>
            <p:tnLst>
              <p:par>
                <p:cTn presetID="10" presetClass="entr" presetSubtype="0" fill="hold" nodeType="withEffect">
                  <p:stCondLst>
                    <p:cond delay="25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2" grpId="0" build="p">
        <p:tmplLst>
          <p:tmpl lvl="1">
            <p:tnLst>
              <p:par>
                <p:cTn presetID="10" presetClass="entr" presetSubtype="0"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340434B-0DD2-FB6D-FA20-97526AC93F53}"/>
              </a:ext>
            </a:extLst>
          </p:cNvPr>
          <p:cNvPicPr>
            <a:picLocks noChangeAspect="1"/>
          </p:cNvPicPr>
          <p:nvPr userDrawn="1"/>
        </p:nvPicPr>
        <p:blipFill>
          <a:blip r:embed="rId2"/>
          <a:stretch>
            <a:fillRect/>
          </a:stretch>
        </p:blipFill>
        <p:spPr>
          <a:xfrm>
            <a:off x="0" y="0"/>
            <a:ext cx="12192000" cy="6862074"/>
          </a:xfrm>
          <a:prstGeom prst="rect">
            <a:avLst/>
          </a:prstGeom>
        </p:spPr>
      </p:pic>
      <p:pic>
        <p:nvPicPr>
          <p:cNvPr id="9" name="Graphic 8">
            <a:extLst>
              <a:ext uri="{FF2B5EF4-FFF2-40B4-BE49-F238E27FC236}">
                <a16:creationId xmlns:a16="http://schemas.microsoft.com/office/drawing/2014/main" id="{28CF8199-1460-0F7E-2914-3B2B88FAAC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a:off x="5691716" y="945162"/>
            <a:ext cx="903817" cy="760028"/>
          </a:xfrm>
          <a:prstGeom prst="rect">
            <a:avLst/>
          </a:prstGeom>
        </p:spPr>
      </p:pic>
      <p:sp>
        <p:nvSpPr>
          <p:cNvPr id="10" name="Text Placeholder 5">
            <a:extLst>
              <a:ext uri="{FF2B5EF4-FFF2-40B4-BE49-F238E27FC236}">
                <a16:creationId xmlns:a16="http://schemas.microsoft.com/office/drawing/2014/main" id="{3CFB14B9-502B-20F8-4C64-181390ABF794}"/>
              </a:ext>
            </a:extLst>
          </p:cNvPr>
          <p:cNvSpPr>
            <a:spLocks noGrp="1"/>
          </p:cNvSpPr>
          <p:nvPr>
            <p:ph type="body" sz="quarter" idx="10" hasCustomPrompt="1"/>
          </p:nvPr>
        </p:nvSpPr>
        <p:spPr>
          <a:xfrm>
            <a:off x="476250" y="2079174"/>
            <a:ext cx="11247663" cy="3449559"/>
          </a:xfrm>
        </p:spPr>
        <p:txBody>
          <a:bodyPr/>
          <a:lstStyle>
            <a:lvl1pPr marL="0" indent="0" algn="ctr">
              <a:buFont typeface="Arial" panose="020B0604020202020204" pitchFamily="34" charset="0"/>
              <a:buChar char="​"/>
              <a:defRPr sz="4800"/>
            </a:lvl1pPr>
            <a:lvl2pPr marL="0" indent="0" algn="ctr">
              <a:buFont typeface="Arial" panose="020B0604020202020204" pitchFamily="34" charset="0"/>
              <a:buChar char="​"/>
              <a:defRPr/>
            </a:lvl2pPr>
            <a:lvl3pPr marL="0" indent="0" algn="ctr">
              <a:buFont typeface="Arial" panose="020B0604020202020204" pitchFamily="34" charset="0"/>
              <a:buChar char="​"/>
              <a:defRPr/>
            </a:lvl3pPr>
            <a:lvl4pPr marL="0" indent="0" algn="ctr">
              <a:buFont typeface="Arial" panose="020B0604020202020204" pitchFamily="34" charset="0"/>
              <a:buChar char="​"/>
              <a:defRPr/>
            </a:lvl4pPr>
            <a:lvl5pPr marL="0" indent="0" algn="ctr">
              <a:buFont typeface="Arial" panose="020B0604020202020204" pitchFamily="34" charset="0"/>
              <a:buChar char="​"/>
              <a:defRPr/>
            </a:lvl5pPr>
          </a:lstStyle>
          <a:p>
            <a:pPr lvl="0"/>
            <a:r>
              <a:rPr lang="en-US" dirty="0"/>
              <a:t>[Click to add quote ]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3">
            <a:extLst>
              <a:ext uri="{FF2B5EF4-FFF2-40B4-BE49-F238E27FC236}">
                <a16:creationId xmlns:a16="http://schemas.microsoft.com/office/drawing/2014/main" id="{E7DD039B-9D06-A843-1A7F-6D0D62416D7C}"/>
              </a:ext>
            </a:extLst>
          </p:cNvPr>
          <p:cNvSpPr>
            <a:spLocks noGrp="1"/>
          </p:cNvSpPr>
          <p:nvPr>
            <p:ph type="body" sz="quarter" idx="15" hasCustomPrompt="1"/>
          </p:nvPr>
        </p:nvSpPr>
        <p:spPr>
          <a:xfrm>
            <a:off x="3107267" y="5641325"/>
            <a:ext cx="5977466" cy="543028"/>
          </a:xfrm>
        </p:spPr>
        <p:txBody>
          <a:bodyPr/>
          <a:lstStyle>
            <a:lvl1pPr marL="0" indent="0" algn="ctr">
              <a:buNone/>
              <a:tabLst/>
              <a:defRPr sz="1600">
                <a:solidFill>
                  <a:schemeClr val="tx1"/>
                </a:solidFill>
              </a:defRPr>
            </a:lvl1pPr>
            <a:lvl2pPr marL="0" indent="0" algn="ctr">
              <a:buNone/>
              <a:tabLst/>
              <a:defRPr sz="1400">
                <a:solidFill>
                  <a:schemeClr val="tx1"/>
                </a:solidFill>
              </a:defRPr>
            </a:lvl2pPr>
            <a:lvl3pPr marL="0" indent="0">
              <a:buNone/>
              <a:tabLst/>
              <a:defRPr>
                <a:solidFill>
                  <a:schemeClr val="bg2"/>
                </a:solidFill>
              </a:defRPr>
            </a:lvl3pPr>
            <a:lvl4pPr marL="0" indent="0">
              <a:buNone/>
              <a:tabLst/>
              <a:defRPr>
                <a:solidFill>
                  <a:schemeClr val="bg2"/>
                </a:solidFill>
              </a:defRPr>
            </a:lvl4pPr>
            <a:lvl5pPr marL="0" indent="0">
              <a:buNone/>
              <a:tabLst/>
              <a:defRPr>
                <a:solidFill>
                  <a:schemeClr val="bg2"/>
                </a:solidFill>
              </a:defRPr>
            </a:lvl5pPr>
          </a:lstStyle>
          <a:p>
            <a:pPr lvl="0"/>
            <a:r>
              <a:rPr lang="en-US" dirty="0"/>
              <a:t>[Add source text]</a:t>
            </a:r>
          </a:p>
          <a:p>
            <a:pPr lvl="1"/>
            <a:endParaRPr lang="en-US" dirty="0"/>
          </a:p>
        </p:txBody>
      </p:sp>
    </p:spTree>
    <p:extLst>
      <p:ext uri="{BB962C8B-B14F-4D97-AF65-F5344CB8AC3E}">
        <p14:creationId xmlns:p14="http://schemas.microsoft.com/office/powerpoint/2010/main" val="2488361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750" fill="hold"/>
                                        <p:tgtEl>
                                          <p:spTgt spid="9"/>
                                        </p:tgtEl>
                                        <p:attrNameLst>
                                          <p:attrName>ppt_w</p:attrName>
                                        </p:attrNameLst>
                                      </p:cBhvr>
                                      <p:tavLst>
                                        <p:tav tm="0">
                                          <p:val>
                                            <p:strVal val="#ppt_w+.3"/>
                                          </p:val>
                                        </p:tav>
                                        <p:tav tm="100000">
                                          <p:val>
                                            <p:strVal val="#ppt_w"/>
                                          </p:val>
                                        </p:tav>
                                      </p:tavLst>
                                    </p:anim>
                                    <p:anim calcmode="lin" valueType="num">
                                      <p:cBhvr>
                                        <p:cTn id="8" dur="750" fill="hold"/>
                                        <p:tgtEl>
                                          <p:spTgt spid="9"/>
                                        </p:tgtEl>
                                        <p:attrNameLst>
                                          <p:attrName>ppt_h</p:attrName>
                                        </p:attrNameLst>
                                      </p:cBhvr>
                                      <p:tavLst>
                                        <p:tav tm="0">
                                          <p:val>
                                            <p:strVal val="#ppt_h"/>
                                          </p:val>
                                        </p:tav>
                                        <p:tav tm="100000">
                                          <p:val>
                                            <p:strVal val="#ppt_h"/>
                                          </p:val>
                                        </p:tav>
                                      </p:tavLst>
                                    </p:anim>
                                    <p:animEffect transition="in" filter="fade">
                                      <p:cBhvr>
                                        <p:cTn id="9" dur="750"/>
                                        <p:tgtEl>
                                          <p:spTgt spid="9"/>
                                        </p:tgtEl>
                                      </p:cBhvr>
                                    </p:animEffect>
                                  </p:childTnLst>
                                </p:cTn>
                              </p:par>
                              <p:par>
                                <p:cTn id="10" presetID="10" presetClass="entr" presetSubtype="0" fill="hold" grpId="0" nodeType="withEffect">
                                  <p:stCondLst>
                                    <p:cond delay="25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p:stCondLst>
                              <p:cond delay="750"/>
                            </p:stCondLst>
                            <p:childTnLst>
                              <p:par>
                                <p:cTn id="14" presetID="10" presetClass="entr" presetSubtype="0" fill="hold" grpId="0" nodeType="afterEffect">
                                  <p:stCondLst>
                                    <p:cond delay="0"/>
                                  </p:stCondLst>
                                  <p:childTnLst>
                                    <p:set>
                                      <p:cBhvr>
                                        <p:cTn id="15" dur="1" fill="hold">
                                          <p:stCondLst>
                                            <p:cond delay="0"/>
                                          </p:stCondLst>
                                        </p:cTn>
                                        <p:tgtEl>
                                          <p:spTgt spid="11">
                                            <p:txEl>
                                              <p:pRg st="0" end="0"/>
                                            </p:txEl>
                                          </p:spTgt>
                                        </p:tgtEl>
                                        <p:attrNameLst>
                                          <p:attrName>style.visibility</p:attrName>
                                        </p:attrNameLst>
                                      </p:cBhvr>
                                      <p:to>
                                        <p:strVal val="visible"/>
                                      </p:to>
                                    </p:set>
                                    <p:animEffect transition="in" filter="fade">
                                      <p:cBhvr>
                                        <p:cTn id="16"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p:tmplLst>
          <p:tmpl>
            <p:tnLst>
              <p:par>
                <p:cTn presetID="10" presetClass="entr" presetSubtype="0" fill="hold" nodeType="withEffect">
                  <p:stCondLst>
                    <p:cond delay="25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11" grpId="0" build="p">
        <p:tmplLst>
          <p:tmpl lvl="1">
            <p:tnLst>
              <p:par>
                <p:cTn presetID="10" presetClass="entr" presetSubtype="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Lst>
  </p:timing>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3B3401-8F23-05D3-CAF5-E6B2C35FC46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pic>
        <p:nvPicPr>
          <p:cNvPr id="9" name="Graphic 8">
            <a:extLst>
              <a:ext uri="{FF2B5EF4-FFF2-40B4-BE49-F238E27FC236}">
                <a16:creationId xmlns:a16="http://schemas.microsoft.com/office/drawing/2014/main" id="{5B25803E-F730-D10B-A4B9-5C7835CEA92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a:off x="5691716" y="945162"/>
            <a:ext cx="903817" cy="760028"/>
          </a:xfrm>
          <a:prstGeom prst="rect">
            <a:avLst/>
          </a:prstGeom>
        </p:spPr>
      </p:pic>
      <p:sp>
        <p:nvSpPr>
          <p:cNvPr id="10" name="Text Placeholder 5">
            <a:extLst>
              <a:ext uri="{FF2B5EF4-FFF2-40B4-BE49-F238E27FC236}">
                <a16:creationId xmlns:a16="http://schemas.microsoft.com/office/drawing/2014/main" id="{2BCA7CBD-9533-99B8-1F31-36FD62D41BFA}"/>
              </a:ext>
            </a:extLst>
          </p:cNvPr>
          <p:cNvSpPr>
            <a:spLocks noGrp="1"/>
          </p:cNvSpPr>
          <p:nvPr>
            <p:ph type="body" sz="quarter" idx="10" hasCustomPrompt="1"/>
          </p:nvPr>
        </p:nvSpPr>
        <p:spPr>
          <a:xfrm>
            <a:off x="476250" y="2079174"/>
            <a:ext cx="11247663" cy="3449559"/>
          </a:xfrm>
        </p:spPr>
        <p:txBody>
          <a:bodyPr/>
          <a:lstStyle>
            <a:lvl1pPr marL="0" indent="0" algn="ctr">
              <a:buFont typeface="Arial" panose="020B0604020202020204" pitchFamily="34" charset="0"/>
              <a:buChar char="​"/>
              <a:defRPr sz="4800"/>
            </a:lvl1pPr>
            <a:lvl2pPr marL="0" indent="0" algn="ctr">
              <a:buFont typeface="Arial" panose="020B0604020202020204" pitchFamily="34" charset="0"/>
              <a:buChar char="​"/>
              <a:defRPr/>
            </a:lvl2pPr>
            <a:lvl3pPr marL="0" indent="0" algn="ctr">
              <a:buFont typeface="Arial" panose="020B0604020202020204" pitchFamily="34" charset="0"/>
              <a:buChar char="​"/>
              <a:defRPr/>
            </a:lvl3pPr>
            <a:lvl4pPr marL="0" indent="0" algn="ctr">
              <a:buFont typeface="Arial" panose="020B0604020202020204" pitchFamily="34" charset="0"/>
              <a:buChar char="​"/>
              <a:defRPr/>
            </a:lvl4pPr>
            <a:lvl5pPr marL="0" indent="0" algn="ctr">
              <a:buFont typeface="Arial" panose="020B0604020202020204" pitchFamily="34" charset="0"/>
              <a:buChar char="​"/>
              <a:defRPr/>
            </a:lvl5pPr>
          </a:lstStyle>
          <a:p>
            <a:pPr lvl="0"/>
            <a:r>
              <a:rPr lang="en-US" dirty="0"/>
              <a:t>[Click to add quote ]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3">
            <a:extLst>
              <a:ext uri="{FF2B5EF4-FFF2-40B4-BE49-F238E27FC236}">
                <a16:creationId xmlns:a16="http://schemas.microsoft.com/office/drawing/2014/main" id="{65FAB91B-47EE-E1AA-9FE2-11608DBC2C44}"/>
              </a:ext>
            </a:extLst>
          </p:cNvPr>
          <p:cNvSpPr>
            <a:spLocks noGrp="1"/>
          </p:cNvSpPr>
          <p:nvPr>
            <p:ph type="body" sz="quarter" idx="15" hasCustomPrompt="1"/>
          </p:nvPr>
        </p:nvSpPr>
        <p:spPr>
          <a:xfrm>
            <a:off x="3107267" y="5641325"/>
            <a:ext cx="5977466" cy="543028"/>
          </a:xfrm>
        </p:spPr>
        <p:txBody>
          <a:bodyPr/>
          <a:lstStyle>
            <a:lvl1pPr marL="0" indent="0" algn="ctr">
              <a:buNone/>
              <a:tabLst/>
              <a:defRPr sz="1600">
                <a:solidFill>
                  <a:schemeClr val="accent1"/>
                </a:solidFill>
              </a:defRPr>
            </a:lvl1pPr>
            <a:lvl2pPr marL="0" indent="0" algn="ctr">
              <a:buNone/>
              <a:tabLst/>
              <a:defRPr sz="1400">
                <a:solidFill>
                  <a:schemeClr val="accent1"/>
                </a:solidFill>
              </a:defRPr>
            </a:lvl2pPr>
            <a:lvl3pPr marL="0" indent="0">
              <a:buNone/>
              <a:tabLst/>
              <a:defRPr>
                <a:solidFill>
                  <a:schemeClr val="bg2"/>
                </a:solidFill>
              </a:defRPr>
            </a:lvl3pPr>
            <a:lvl4pPr marL="0" indent="0">
              <a:buNone/>
              <a:tabLst/>
              <a:defRPr>
                <a:solidFill>
                  <a:schemeClr val="bg2"/>
                </a:solidFill>
              </a:defRPr>
            </a:lvl4pPr>
            <a:lvl5pPr marL="0" indent="0">
              <a:buNone/>
              <a:tabLst/>
              <a:defRPr>
                <a:solidFill>
                  <a:schemeClr val="bg2"/>
                </a:solidFill>
              </a:defRPr>
            </a:lvl5pPr>
          </a:lstStyle>
          <a:p>
            <a:pPr lvl="0"/>
            <a:r>
              <a:rPr lang="en-US" dirty="0"/>
              <a:t>[Add source text]</a:t>
            </a:r>
          </a:p>
          <a:p>
            <a:pPr lvl="1"/>
            <a:endParaRPr lang="en-US" dirty="0"/>
          </a:p>
        </p:txBody>
      </p:sp>
    </p:spTree>
    <p:extLst>
      <p:ext uri="{BB962C8B-B14F-4D97-AF65-F5344CB8AC3E}">
        <p14:creationId xmlns:p14="http://schemas.microsoft.com/office/powerpoint/2010/main" val="2112103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750" fill="hold"/>
                                        <p:tgtEl>
                                          <p:spTgt spid="9"/>
                                        </p:tgtEl>
                                        <p:attrNameLst>
                                          <p:attrName>ppt_w</p:attrName>
                                        </p:attrNameLst>
                                      </p:cBhvr>
                                      <p:tavLst>
                                        <p:tav tm="0">
                                          <p:val>
                                            <p:strVal val="#ppt_w+.3"/>
                                          </p:val>
                                        </p:tav>
                                        <p:tav tm="100000">
                                          <p:val>
                                            <p:strVal val="#ppt_w"/>
                                          </p:val>
                                        </p:tav>
                                      </p:tavLst>
                                    </p:anim>
                                    <p:anim calcmode="lin" valueType="num">
                                      <p:cBhvr>
                                        <p:cTn id="8" dur="750" fill="hold"/>
                                        <p:tgtEl>
                                          <p:spTgt spid="9"/>
                                        </p:tgtEl>
                                        <p:attrNameLst>
                                          <p:attrName>ppt_h</p:attrName>
                                        </p:attrNameLst>
                                      </p:cBhvr>
                                      <p:tavLst>
                                        <p:tav tm="0">
                                          <p:val>
                                            <p:strVal val="#ppt_h"/>
                                          </p:val>
                                        </p:tav>
                                        <p:tav tm="100000">
                                          <p:val>
                                            <p:strVal val="#ppt_h"/>
                                          </p:val>
                                        </p:tav>
                                      </p:tavLst>
                                    </p:anim>
                                    <p:animEffect transition="in" filter="fade">
                                      <p:cBhvr>
                                        <p:cTn id="9" dur="750"/>
                                        <p:tgtEl>
                                          <p:spTgt spid="9"/>
                                        </p:tgtEl>
                                      </p:cBhvr>
                                    </p:animEffect>
                                  </p:childTnLst>
                                </p:cTn>
                              </p:par>
                              <p:par>
                                <p:cTn id="10" presetID="10" presetClass="entr" presetSubtype="0" fill="hold" grpId="0" nodeType="withEffect">
                                  <p:stCondLst>
                                    <p:cond delay="25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p:stCondLst>
                              <p:cond delay="750"/>
                            </p:stCondLst>
                            <p:childTnLst>
                              <p:par>
                                <p:cTn id="14" presetID="10" presetClass="entr" presetSubtype="0" fill="hold" grpId="0" nodeType="afterEffect">
                                  <p:stCondLst>
                                    <p:cond delay="0"/>
                                  </p:stCondLst>
                                  <p:childTnLst>
                                    <p:set>
                                      <p:cBhvr>
                                        <p:cTn id="15" dur="1" fill="hold">
                                          <p:stCondLst>
                                            <p:cond delay="0"/>
                                          </p:stCondLst>
                                        </p:cTn>
                                        <p:tgtEl>
                                          <p:spTgt spid="11">
                                            <p:txEl>
                                              <p:pRg st="0" end="0"/>
                                            </p:txEl>
                                          </p:spTgt>
                                        </p:tgtEl>
                                        <p:attrNameLst>
                                          <p:attrName>style.visibility</p:attrName>
                                        </p:attrNameLst>
                                      </p:cBhvr>
                                      <p:to>
                                        <p:strVal val="visible"/>
                                      </p:to>
                                    </p:set>
                                    <p:animEffect transition="in" filter="fade">
                                      <p:cBhvr>
                                        <p:cTn id="16"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p:tmplLst>
          <p:tmpl>
            <p:tnLst>
              <p:par>
                <p:cTn presetID="10" presetClass="entr" presetSubtype="0" fill="hold" nodeType="withEffect">
                  <p:stCondLst>
                    <p:cond delay="25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11" grpId="0" build="p">
        <p:tmplLst>
          <p:tmpl lvl="1">
            <p:tnLst>
              <p:par>
                <p:cTn presetID="10" presetClass="entr" presetSubtype="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Lst>
  </p:timing>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 ~    ">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047347-0CDD-E0F2-59B4-AB9DB013A47A}"/>
              </a:ext>
            </a:extLst>
          </p:cNvPr>
          <p:cNvPicPr>
            <a:picLocks noChangeAspect="1"/>
          </p:cNvPicPr>
          <p:nvPr userDrawn="1"/>
        </p:nvPicPr>
        <p:blipFill>
          <a:blip r:embed="rId2"/>
          <a:stretch>
            <a:fillRect/>
          </a:stretch>
        </p:blipFill>
        <p:spPr>
          <a:xfrm>
            <a:off x="0" y="1"/>
            <a:ext cx="12192000" cy="6857999"/>
          </a:xfrm>
          <a:prstGeom prst="rect">
            <a:avLst/>
          </a:prstGeom>
        </p:spPr>
      </p:pic>
      <p:sp>
        <p:nvSpPr>
          <p:cNvPr id="2" name="TextBox 1">
            <a:extLst>
              <a:ext uri="{FF2B5EF4-FFF2-40B4-BE49-F238E27FC236}">
                <a16:creationId xmlns:a16="http://schemas.microsoft.com/office/drawing/2014/main" id="{D052D725-F5A1-F409-958B-EA9939D3E528}"/>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2540811857"/>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x" preserve="1">
  <p:cSld name="Blank Gray">
    <p:bg>
      <p:bgPr>
        <a:solidFill>
          <a:schemeClr val="tx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B86EB51-C08B-C9F1-35E1-A243D49ED40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4" name="Date Placeholder 3">
            <a:extLst>
              <a:ext uri="{FF2B5EF4-FFF2-40B4-BE49-F238E27FC236}">
                <a16:creationId xmlns:a16="http://schemas.microsoft.com/office/drawing/2014/main" id="{CA553858-785A-8996-FF0A-96D7BA4B1B88}"/>
              </a:ext>
            </a:extLst>
          </p:cNvPr>
          <p:cNvSpPr>
            <a:spLocks noGrp="1"/>
          </p:cNvSpPr>
          <p:nvPr>
            <p:ph type="dt" sz="half" idx="10"/>
          </p:nvPr>
        </p:nvSpPr>
        <p:spPr/>
        <p:txBody>
          <a:bodyPr/>
          <a:lstStyle/>
          <a:p>
            <a:fld id="{1B8B9B36-6919-48C0-9236-E4F81C1F08A8}" type="datetime1">
              <a:rPr lang="en-US" smtClean="0"/>
              <a:t>3/26/26</a:t>
            </a:fld>
            <a:endParaRPr lang="en-US"/>
          </a:p>
        </p:txBody>
      </p:sp>
      <p:sp>
        <p:nvSpPr>
          <p:cNvPr id="5" name="Footer Placeholder 4">
            <a:extLst>
              <a:ext uri="{FF2B5EF4-FFF2-40B4-BE49-F238E27FC236}">
                <a16:creationId xmlns:a16="http://schemas.microsoft.com/office/drawing/2014/main" id="{5FDC42EB-5D75-5F29-DF3C-282B16184BB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2666489-5B20-4092-AD52-37C2F5451DEF}"/>
              </a:ext>
            </a:extLst>
          </p:cNvPr>
          <p:cNvSpPr>
            <a:spLocks noGrp="1"/>
          </p:cNvSpPr>
          <p:nvPr>
            <p:ph type="sldNum" sz="quarter" idx="12"/>
          </p:nvPr>
        </p:nvSpPr>
        <p:spPr/>
        <p:txBody>
          <a:bodyPr/>
          <a:lstStyle/>
          <a:p>
            <a:fld id="{16C30856-2FD0-40BB-988B-8BB8612257E2}" type="slidenum">
              <a:rPr lang="en-US" smtClean="0"/>
              <a:pPr/>
              <a:t>‹#›</a:t>
            </a:fld>
            <a:endParaRPr lang="en-US"/>
          </a:p>
        </p:txBody>
      </p:sp>
      <p:sp>
        <p:nvSpPr>
          <p:cNvPr id="2" name="Rectangle 1">
            <a:extLst>
              <a:ext uri="{FF2B5EF4-FFF2-40B4-BE49-F238E27FC236}">
                <a16:creationId xmlns:a16="http://schemas.microsoft.com/office/drawing/2014/main" id="{B4EBF31B-E541-1FE0-AEA4-A69FFC6B2DBE}"/>
              </a:ext>
            </a:extLst>
          </p:cNvPr>
          <p:cNvSpPr/>
          <p:nvPr userDrawn="1"/>
        </p:nvSpPr>
        <p:spPr>
          <a:xfrm>
            <a:off x="9948334" y="-172308"/>
            <a:ext cx="2258191" cy="1342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2"/>
                </a:solidFill>
              </a:rPr>
              <a:t>To add slide numbers, go to Insert  &gt; Slide Number  </a:t>
            </a:r>
          </a:p>
        </p:txBody>
      </p:sp>
    </p:spTree>
    <p:extLst>
      <p:ext uri="{BB962C8B-B14F-4D97-AF65-F5344CB8AC3E}">
        <p14:creationId xmlns:p14="http://schemas.microsoft.com/office/powerpoint/2010/main" val="2098576425"/>
      </p:ext>
    </p:extLst>
  </p:cSld>
  <p:clrMapOvr>
    <a:masterClrMapping/>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Gradient">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D8FDCD-0D8F-8E24-8571-4D729CEA8C39}"/>
              </a:ext>
            </a:extLst>
          </p:cNvPr>
          <p:cNvSpPr>
            <a:spLocks noGrp="1"/>
          </p:cNvSpPr>
          <p:nvPr>
            <p:ph type="dt" sz="half" idx="10"/>
          </p:nvPr>
        </p:nvSpPr>
        <p:spPr/>
        <p:txBody>
          <a:bodyPr/>
          <a:lstStyle/>
          <a:p>
            <a:fld id="{811481EB-AE10-4760-B064-3DE64D1166CE}" type="datetime1">
              <a:rPr lang="en-US" smtClean="0"/>
              <a:t>3/26/26</a:t>
            </a:fld>
            <a:endParaRPr lang="en-US"/>
          </a:p>
        </p:txBody>
      </p:sp>
      <p:sp>
        <p:nvSpPr>
          <p:cNvPr id="5" name="Footer Placeholder 4">
            <a:extLst>
              <a:ext uri="{FF2B5EF4-FFF2-40B4-BE49-F238E27FC236}">
                <a16:creationId xmlns:a16="http://schemas.microsoft.com/office/drawing/2014/main" id="{611FC3DE-0F58-DCB8-C375-2DE48CC1C21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3F4B0A2-58F8-4793-77DA-70314BDF8E9F}"/>
              </a:ext>
            </a:extLst>
          </p:cNvPr>
          <p:cNvSpPr>
            <a:spLocks noGrp="1"/>
          </p:cNvSpPr>
          <p:nvPr>
            <p:ph type="sldNum" sz="quarter" idx="12"/>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1096643268"/>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x" preserve="1">
  <p:cSld name="Blank Blue">
    <p:bg>
      <p:bgRef idx="1001">
        <a:schemeClr val="bg2"/>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3BFD8B-BF68-C9E0-D816-B3BBF68105BE}"/>
              </a:ext>
            </a:extLst>
          </p:cNvPr>
          <p:cNvSpPr>
            <a:spLocks noGrp="1"/>
          </p:cNvSpPr>
          <p:nvPr>
            <p:ph type="dt" sz="half" idx="10"/>
          </p:nvPr>
        </p:nvSpPr>
        <p:spPr/>
        <p:txBody>
          <a:bodyPr/>
          <a:lstStyle/>
          <a:p>
            <a:fld id="{0E2C17BE-DD50-4B65-A717-73219D744785}" type="datetime1">
              <a:rPr lang="en-US" smtClean="0"/>
              <a:t>3/26/26</a:t>
            </a:fld>
            <a:endParaRPr lang="en-US"/>
          </a:p>
        </p:txBody>
      </p:sp>
      <p:sp>
        <p:nvSpPr>
          <p:cNvPr id="5" name="Footer Placeholder 4">
            <a:extLst>
              <a:ext uri="{FF2B5EF4-FFF2-40B4-BE49-F238E27FC236}">
                <a16:creationId xmlns:a16="http://schemas.microsoft.com/office/drawing/2014/main" id="{675C5D0D-3148-966A-AFBB-61B666070D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837A3D8-DB19-2563-B40F-014475945C98}"/>
              </a:ext>
            </a:extLst>
          </p:cNvPr>
          <p:cNvSpPr>
            <a:spLocks noGrp="1"/>
          </p:cNvSpPr>
          <p:nvPr>
            <p:ph type="sldNum" sz="quarter" idx="12"/>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84782613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   ~ ">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1FE425-B92E-37DB-DD00-60FCD01D4B8B}"/>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TextBox 2">
            <a:extLst>
              <a:ext uri="{FF2B5EF4-FFF2-40B4-BE49-F238E27FC236}">
                <a16:creationId xmlns:a16="http://schemas.microsoft.com/office/drawing/2014/main" id="{713C3066-A125-B689-CCE0-BEA33A5642D8}"/>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1653759736"/>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ustomer Overview">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99CE625E-4BAD-6EBC-4788-5BF2715F4E13}"/>
              </a:ext>
            </a:extLst>
          </p:cNvPr>
          <p:cNvSpPr>
            <a:spLocks noGrp="1"/>
          </p:cNvSpPr>
          <p:nvPr>
            <p:ph type="pic" sz="quarter" idx="14"/>
          </p:nvPr>
        </p:nvSpPr>
        <p:spPr>
          <a:xfrm>
            <a:off x="7702660" y="1"/>
            <a:ext cx="4489341" cy="2792236"/>
          </a:xfrm>
          <a:custGeom>
            <a:avLst/>
            <a:gdLst>
              <a:gd name="connsiteX0" fmla="*/ 1005931 w 4489341"/>
              <a:gd name="connsiteY0" fmla="*/ 0 h 2792236"/>
              <a:gd name="connsiteX1" fmla="*/ 4489341 w 4489341"/>
              <a:gd name="connsiteY1" fmla="*/ 0 h 2792236"/>
              <a:gd name="connsiteX2" fmla="*/ 4489341 w 4489341"/>
              <a:gd name="connsiteY2" fmla="*/ 2792236 h 2792236"/>
              <a:gd name="connsiteX3" fmla="*/ 0 w 4489341"/>
              <a:gd name="connsiteY3" fmla="*/ 2792236 h 2792236"/>
            </a:gdLst>
            <a:ahLst/>
            <a:cxnLst>
              <a:cxn ang="0">
                <a:pos x="connsiteX0" y="connsiteY0"/>
              </a:cxn>
              <a:cxn ang="0">
                <a:pos x="connsiteX1" y="connsiteY1"/>
              </a:cxn>
              <a:cxn ang="0">
                <a:pos x="connsiteX2" y="connsiteY2"/>
              </a:cxn>
              <a:cxn ang="0">
                <a:pos x="connsiteX3" y="connsiteY3"/>
              </a:cxn>
            </a:cxnLst>
            <a:rect l="l" t="t" r="r" b="b"/>
            <a:pathLst>
              <a:path w="4489341" h="2792236">
                <a:moveTo>
                  <a:pt x="1005931" y="0"/>
                </a:moveTo>
                <a:lnTo>
                  <a:pt x="4489341" y="0"/>
                </a:lnTo>
                <a:lnTo>
                  <a:pt x="4489341" y="2792236"/>
                </a:lnTo>
                <a:lnTo>
                  <a:pt x="0" y="2792236"/>
                </a:lnTo>
                <a:close/>
              </a:path>
            </a:pathLst>
          </a:custGeom>
          <a:solidFill>
            <a:schemeClr val="tx1">
              <a:lumMod val="85000"/>
            </a:schemeClr>
          </a:solidFill>
        </p:spPr>
        <p:txBody>
          <a:bodyPr wrap="square" anchor="ctr">
            <a:noAutofit/>
          </a:bodyPr>
          <a:lstStyle>
            <a:lvl1pPr marL="0" indent="0" algn="ctr">
              <a:buNone/>
              <a:defRPr>
                <a:solidFill>
                  <a:schemeClr val="bg2"/>
                </a:solidFill>
              </a:defRPr>
            </a:lvl1pPr>
          </a:lstStyle>
          <a:p>
            <a:r>
              <a:rPr lang="en-US"/>
              <a:t>Click icon to add picture</a:t>
            </a:r>
            <a:endParaRPr lang="en-US" dirty="0"/>
          </a:p>
        </p:txBody>
      </p:sp>
      <p:sp>
        <p:nvSpPr>
          <p:cNvPr id="3" name="Date Placeholder 2">
            <a:extLst>
              <a:ext uri="{FF2B5EF4-FFF2-40B4-BE49-F238E27FC236}">
                <a16:creationId xmlns:a16="http://schemas.microsoft.com/office/drawing/2014/main" id="{97812B76-CA7F-FDC8-E8C8-483797819743}"/>
              </a:ext>
            </a:extLst>
          </p:cNvPr>
          <p:cNvSpPr>
            <a:spLocks noGrp="1"/>
          </p:cNvSpPr>
          <p:nvPr>
            <p:ph type="dt" sz="half" idx="10"/>
          </p:nvPr>
        </p:nvSpPr>
        <p:spPr/>
        <p:txBody>
          <a:bodyPr/>
          <a:lstStyle/>
          <a:p>
            <a:fld id="{5E25EF3A-B472-4835-8477-4F61E2017D7F}" type="datetime1">
              <a:rPr lang="en-US" smtClean="0"/>
              <a:t>3/26/26</a:t>
            </a:fld>
            <a:endParaRPr lang="en-US"/>
          </a:p>
        </p:txBody>
      </p:sp>
      <p:sp>
        <p:nvSpPr>
          <p:cNvPr id="4" name="Footer Placeholder 3">
            <a:extLst>
              <a:ext uri="{FF2B5EF4-FFF2-40B4-BE49-F238E27FC236}">
                <a16:creationId xmlns:a16="http://schemas.microsoft.com/office/drawing/2014/main" id="{5A4C70F1-AD56-6AC8-629D-12AF14BB1F4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D48C9EB-6792-4961-33DE-418C4DADA8C7}"/>
              </a:ext>
            </a:extLst>
          </p:cNvPr>
          <p:cNvSpPr>
            <a:spLocks noGrp="1"/>
          </p:cNvSpPr>
          <p:nvPr>
            <p:ph type="sldNum" sz="quarter" idx="12"/>
          </p:nvPr>
        </p:nvSpPr>
        <p:spPr/>
        <p:txBody>
          <a:bodyPr/>
          <a:lstStyle/>
          <a:p>
            <a:fld id="{16C30856-2FD0-40BB-988B-8BB8612257E2}" type="slidenum">
              <a:rPr lang="en-US" smtClean="0"/>
              <a:pPr/>
              <a:t>‹#›</a:t>
            </a:fld>
            <a:endParaRPr lang="en-US"/>
          </a:p>
        </p:txBody>
      </p:sp>
      <p:sp>
        <p:nvSpPr>
          <p:cNvPr id="6" name="Flowchart: Data 1">
            <a:extLst>
              <a:ext uri="{FF2B5EF4-FFF2-40B4-BE49-F238E27FC236}">
                <a16:creationId xmlns:a16="http://schemas.microsoft.com/office/drawing/2014/main" id="{C7890A3A-48FB-B2EE-C5EF-0D5FA2A5BC8C}"/>
              </a:ext>
            </a:extLst>
          </p:cNvPr>
          <p:cNvSpPr/>
          <p:nvPr userDrawn="1"/>
        </p:nvSpPr>
        <p:spPr>
          <a:xfrm>
            <a:off x="0" y="5680847"/>
            <a:ext cx="5159829" cy="496116"/>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0000"/>
              <a:gd name="connsiteY0" fmla="*/ 10000 h 10000"/>
              <a:gd name="connsiteX1" fmla="*/ 2000 w 10000"/>
              <a:gd name="connsiteY1" fmla="*/ 0 h 10000"/>
              <a:gd name="connsiteX2" fmla="*/ 10000 w 10000"/>
              <a:gd name="connsiteY2" fmla="*/ 0 h 10000"/>
              <a:gd name="connsiteX3" fmla="*/ 9505 w 10000"/>
              <a:gd name="connsiteY3" fmla="*/ 10000 h 10000"/>
              <a:gd name="connsiteX4" fmla="*/ 0 w 10000"/>
              <a:gd name="connsiteY4" fmla="*/ 10000 h 10000"/>
              <a:gd name="connsiteX0" fmla="*/ 0 w 10000"/>
              <a:gd name="connsiteY0" fmla="*/ 10000 h 10000"/>
              <a:gd name="connsiteX1" fmla="*/ 2000 w 10000"/>
              <a:gd name="connsiteY1" fmla="*/ 0 h 10000"/>
              <a:gd name="connsiteX2" fmla="*/ 10000 w 10000"/>
              <a:gd name="connsiteY2" fmla="*/ 0 h 10000"/>
              <a:gd name="connsiteX3" fmla="*/ 9480 w 10000"/>
              <a:gd name="connsiteY3" fmla="*/ 10000 h 10000"/>
              <a:gd name="connsiteX4" fmla="*/ 0 w 10000"/>
              <a:gd name="connsiteY4" fmla="*/ 10000 h 10000"/>
              <a:gd name="connsiteX0" fmla="*/ 0 w 10000"/>
              <a:gd name="connsiteY0" fmla="*/ 10061 h 10061"/>
              <a:gd name="connsiteX1" fmla="*/ 7 w 10000"/>
              <a:gd name="connsiteY1" fmla="*/ 0 h 10061"/>
              <a:gd name="connsiteX2" fmla="*/ 10000 w 10000"/>
              <a:gd name="connsiteY2" fmla="*/ 61 h 10061"/>
              <a:gd name="connsiteX3" fmla="*/ 9480 w 10000"/>
              <a:gd name="connsiteY3" fmla="*/ 10061 h 10061"/>
              <a:gd name="connsiteX4" fmla="*/ 0 w 10000"/>
              <a:gd name="connsiteY4" fmla="*/ 10061 h 10061"/>
              <a:gd name="connsiteX0" fmla="*/ 0 w 10000"/>
              <a:gd name="connsiteY0" fmla="*/ 10061 h 10061"/>
              <a:gd name="connsiteX1" fmla="*/ 0 w 10000"/>
              <a:gd name="connsiteY1" fmla="*/ 0 h 10061"/>
              <a:gd name="connsiteX2" fmla="*/ 10000 w 10000"/>
              <a:gd name="connsiteY2" fmla="*/ 61 h 10061"/>
              <a:gd name="connsiteX3" fmla="*/ 9480 w 10000"/>
              <a:gd name="connsiteY3" fmla="*/ 10061 h 10061"/>
              <a:gd name="connsiteX4" fmla="*/ 0 w 10000"/>
              <a:gd name="connsiteY4" fmla="*/ 10061 h 10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61">
                <a:moveTo>
                  <a:pt x="0" y="10061"/>
                </a:moveTo>
                <a:cubicBezTo>
                  <a:pt x="2" y="6707"/>
                  <a:pt x="-2" y="3354"/>
                  <a:pt x="0" y="0"/>
                </a:cubicBezTo>
                <a:lnTo>
                  <a:pt x="10000" y="61"/>
                </a:lnTo>
                <a:cubicBezTo>
                  <a:pt x="9827" y="3394"/>
                  <a:pt x="9653" y="6728"/>
                  <a:pt x="9480" y="10061"/>
                </a:cubicBezTo>
                <a:lnTo>
                  <a:pt x="0" y="1006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D4C7F93-6209-832D-50C8-583278469A90}"/>
              </a:ext>
            </a:extLst>
          </p:cNvPr>
          <p:cNvSpPr txBox="1"/>
          <p:nvPr userDrawn="1"/>
        </p:nvSpPr>
        <p:spPr>
          <a:xfrm>
            <a:off x="468034" y="5725431"/>
            <a:ext cx="4520235" cy="176302"/>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400"/>
              </a:spcAft>
              <a:buClr>
                <a:srgbClr val="006334"/>
              </a:buClr>
              <a:buSzTx/>
              <a:buFontTx/>
              <a:buNone/>
              <a:tabLst/>
              <a:defRPr/>
            </a:pPr>
            <a:r>
              <a:rPr kumimoji="0" lang="en-US" sz="1400" b="0" i="0" u="none" strike="noStrike" kern="1200" cap="none" spc="0" normalizeH="0" baseline="0" noProof="0" dirty="0">
                <a:ln>
                  <a:noFill/>
                </a:ln>
                <a:solidFill>
                  <a:schemeClr val="bg2"/>
                </a:solidFill>
                <a:effectLst/>
                <a:uLnTx/>
                <a:uFillTx/>
                <a:latin typeface="+mn-lt"/>
                <a:ea typeface="+mn-ea"/>
                <a:cs typeface="+mn-cs"/>
              </a:rPr>
              <a:t>Hyland solutions: </a:t>
            </a:r>
            <a:br>
              <a:rPr kumimoji="0" lang="en-US" sz="1400" b="0" i="0" u="none" strike="noStrike" kern="1200" cap="none" spc="0" normalizeH="0" baseline="0" noProof="0" dirty="0">
                <a:ln>
                  <a:noFill/>
                </a:ln>
                <a:solidFill>
                  <a:schemeClr val="bg2"/>
                </a:solidFill>
                <a:effectLst/>
                <a:uLnTx/>
                <a:uFillTx/>
                <a:latin typeface="+mn-lt"/>
                <a:ea typeface="+mn-ea"/>
                <a:cs typeface="+mn-cs"/>
              </a:rPr>
            </a:br>
            <a:endParaRPr kumimoji="0" lang="en-US" sz="1400" b="0" i="0" u="none" strike="noStrike" kern="1200" cap="none" spc="0" normalizeH="0" baseline="0" noProof="0" dirty="0">
              <a:ln>
                <a:noFill/>
              </a:ln>
              <a:solidFill>
                <a:schemeClr val="bg2"/>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550B5F79-BDBB-62F9-8589-35BFB1BFB808}"/>
              </a:ext>
            </a:extLst>
          </p:cNvPr>
          <p:cNvSpPr>
            <a:spLocks noGrp="1"/>
          </p:cNvSpPr>
          <p:nvPr>
            <p:ph type="body" sz="quarter" idx="13" hasCustomPrompt="1"/>
          </p:nvPr>
        </p:nvSpPr>
        <p:spPr>
          <a:xfrm>
            <a:off x="476250" y="1516063"/>
            <a:ext cx="5619750" cy="1912937"/>
          </a:xfrm>
        </p:spPr>
        <p:txBody>
          <a:bodyPr/>
          <a:lstStyle>
            <a:lvl1pPr marL="0" indent="0">
              <a:buFont typeface="Arial" panose="020B0604020202020204" pitchFamily="34" charset="0"/>
              <a:buChar char="​"/>
              <a:defRPr sz="1800">
                <a:solidFill>
                  <a:schemeClr val="accent1"/>
                </a:solidFill>
              </a:defRPr>
            </a:lvl1pPr>
            <a:lvl2pPr marL="230188" indent="-230188">
              <a:defRPr sz="1600"/>
            </a:lvl2pPr>
            <a:lvl3pPr marL="457200" indent="-227013">
              <a:defRPr sz="1400"/>
            </a:lvl3pPr>
            <a:lvl4pPr marL="457200" indent="-227013">
              <a:defRPr sz="1400"/>
            </a:lvl4pPr>
            <a:lvl5pPr marL="457200" indent="-227013">
              <a:defRPr sz="1400"/>
            </a:lvl5pPr>
          </a:lstStyle>
          <a:p>
            <a:pPr lvl="0"/>
            <a:r>
              <a:rPr lang="en-US" dirty="0"/>
              <a:t>[Add headline “Challenge”] “Enter” + “Tab” to add text/lists.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Rectangle 18">
            <a:extLst>
              <a:ext uri="{FF2B5EF4-FFF2-40B4-BE49-F238E27FC236}">
                <a16:creationId xmlns:a16="http://schemas.microsoft.com/office/drawing/2014/main" id="{01B24482-B05F-BEBD-EAE9-32A34CC2ADC6}"/>
              </a:ext>
            </a:extLst>
          </p:cNvPr>
          <p:cNvSpPr/>
          <p:nvPr userDrawn="1"/>
        </p:nvSpPr>
        <p:spPr>
          <a:xfrm>
            <a:off x="7702659" y="2792237"/>
            <a:ext cx="4500491" cy="3386314"/>
          </a:xfrm>
          <a:prstGeom prst="rect">
            <a:avLst/>
          </a:prstGeom>
          <a:gradFill flip="none" rotWithShape="1">
            <a:gsLst>
              <a:gs pos="0">
                <a:schemeClr val="bg2">
                  <a:lumMod val="50000"/>
                </a:schemeClr>
              </a:gs>
              <a:gs pos="98000">
                <a:schemeClr val="bg2">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274320" tIns="274320" rIns="365760" rtlCol="0" anchor="t"/>
          <a:lstStyle/>
          <a:p>
            <a:pPr marL="0" marR="0" lvl="0" indent="0" defTabSz="914400" rtl="0" eaLnBrk="1" fontAlgn="auto" latinLnBrk="0" hangingPunct="1">
              <a:lnSpc>
                <a:spcPct val="100000"/>
              </a:lnSpc>
              <a:spcBef>
                <a:spcPts val="0"/>
              </a:spcBef>
              <a:spcAft>
                <a:spcPts val="600"/>
              </a:spcAft>
              <a:buClrTx/>
              <a:buSzTx/>
              <a:buFontTx/>
              <a:buNone/>
              <a:tabLst/>
              <a:defRPr/>
            </a:pPr>
            <a:endParaRPr kumimoji="0" lang="en-US" sz="2400" b="0" u="none" strike="noStrike" kern="1200" cap="none" spc="0" normalizeH="0" baseline="0" noProof="0" dirty="0">
              <a:ln>
                <a:noFill/>
              </a:ln>
              <a:solidFill>
                <a:schemeClr val="accent5">
                  <a:lumMod val="60000"/>
                  <a:lumOff val="40000"/>
                </a:schemeClr>
              </a:solidFill>
              <a:effectLst/>
              <a:uLnTx/>
              <a:uFillTx/>
              <a:latin typeface="+mn-lt"/>
              <a:ea typeface="+mn-ea"/>
              <a:cs typeface="+mn-cs"/>
            </a:endParaRPr>
          </a:p>
        </p:txBody>
      </p:sp>
      <p:sp>
        <p:nvSpPr>
          <p:cNvPr id="20" name="Text Placeholder 8">
            <a:extLst>
              <a:ext uri="{FF2B5EF4-FFF2-40B4-BE49-F238E27FC236}">
                <a16:creationId xmlns:a16="http://schemas.microsoft.com/office/drawing/2014/main" id="{294C6379-6419-903A-1C4E-462DC5523B85}"/>
              </a:ext>
            </a:extLst>
          </p:cNvPr>
          <p:cNvSpPr>
            <a:spLocks noGrp="1"/>
          </p:cNvSpPr>
          <p:nvPr>
            <p:ph type="body" sz="quarter" idx="15" hasCustomPrompt="1"/>
          </p:nvPr>
        </p:nvSpPr>
        <p:spPr>
          <a:xfrm>
            <a:off x="476250" y="3573227"/>
            <a:ext cx="5619750" cy="1912937"/>
          </a:xfrm>
        </p:spPr>
        <p:txBody>
          <a:bodyPr/>
          <a:lstStyle>
            <a:lvl1pPr marL="0" indent="0">
              <a:buFont typeface="Arial" panose="020B0604020202020204" pitchFamily="34" charset="0"/>
              <a:buChar char="​"/>
              <a:defRPr sz="1800">
                <a:solidFill>
                  <a:schemeClr val="accent1"/>
                </a:solidFill>
              </a:defRPr>
            </a:lvl1pPr>
            <a:lvl2pPr marL="230188" indent="-230188">
              <a:defRPr sz="1600"/>
            </a:lvl2pPr>
            <a:lvl3pPr marL="457200" indent="-227013">
              <a:defRPr sz="1400"/>
            </a:lvl3pPr>
            <a:lvl4pPr marL="457200" indent="-227013">
              <a:defRPr sz="1400"/>
            </a:lvl4pPr>
            <a:lvl5pPr marL="457200" indent="-227013">
              <a:defRPr sz="1400"/>
            </a:lvl5pPr>
          </a:lstStyle>
          <a:p>
            <a:pPr lvl="0"/>
            <a:r>
              <a:rPr lang="en-US" dirty="0"/>
              <a:t>[Add headline “Solution/Results”] “Enter” + “Tab” to add text/lists.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Text Placeholder 21">
            <a:extLst>
              <a:ext uri="{FF2B5EF4-FFF2-40B4-BE49-F238E27FC236}">
                <a16:creationId xmlns:a16="http://schemas.microsoft.com/office/drawing/2014/main" id="{D748F6C9-02C2-5D42-86B3-B91C65D4474F}"/>
              </a:ext>
            </a:extLst>
          </p:cNvPr>
          <p:cNvSpPr>
            <a:spLocks noGrp="1"/>
          </p:cNvSpPr>
          <p:nvPr>
            <p:ph type="body" sz="quarter" idx="16" hasCustomPrompt="1"/>
          </p:nvPr>
        </p:nvSpPr>
        <p:spPr>
          <a:xfrm>
            <a:off x="7876527" y="2995657"/>
            <a:ext cx="4107491" cy="3000816"/>
          </a:xfrm>
        </p:spPr>
        <p:txBody>
          <a:bodyPr/>
          <a:lstStyle>
            <a:lvl1pPr marL="0" indent="0">
              <a:buFontTx/>
              <a:buNone/>
              <a:defRPr>
                <a:solidFill>
                  <a:schemeClr val="accent3">
                    <a:lumMod val="60000"/>
                    <a:lumOff val="40000"/>
                  </a:schemeClr>
                </a:solidFill>
              </a:defRPr>
            </a:lvl1pPr>
            <a:lvl2pPr marL="0" indent="0">
              <a:buFontTx/>
              <a:buNone/>
              <a:defRPr>
                <a:solidFill>
                  <a:schemeClr val="accent3">
                    <a:lumMod val="60000"/>
                    <a:lumOff val="40000"/>
                  </a:schemeClr>
                </a:solidFill>
              </a:defRPr>
            </a:lvl2pPr>
            <a:lvl3pPr marL="0" indent="0">
              <a:buFontTx/>
              <a:buNone/>
              <a:defRPr>
                <a:solidFill>
                  <a:schemeClr val="accent3">
                    <a:lumMod val="60000"/>
                    <a:lumOff val="40000"/>
                  </a:schemeClr>
                </a:solidFill>
              </a:defRPr>
            </a:lvl3pPr>
            <a:lvl4pPr marL="0" indent="0">
              <a:buFontTx/>
              <a:buNone/>
              <a:defRPr>
                <a:solidFill>
                  <a:schemeClr val="accent3">
                    <a:lumMod val="60000"/>
                    <a:lumOff val="40000"/>
                  </a:schemeClr>
                </a:solidFill>
              </a:defRPr>
            </a:lvl4pPr>
            <a:lvl5pPr marL="0" indent="0">
              <a:buFontTx/>
              <a:buNone/>
              <a:defRPr>
                <a:solidFill>
                  <a:schemeClr val="accent3">
                    <a:lumMod val="60000"/>
                    <a:lumOff val="40000"/>
                  </a:schemeClr>
                </a:solidFill>
              </a:defRPr>
            </a:lvl5pPr>
          </a:lstStyle>
          <a:p>
            <a:pPr lvl="0"/>
            <a:r>
              <a:rPr lang="en-US" dirty="0"/>
              <a:t>[Add quote/text]</a:t>
            </a:r>
          </a:p>
          <a:p>
            <a:pPr lvl="1"/>
            <a:endParaRPr lang="en-US" dirty="0"/>
          </a:p>
        </p:txBody>
      </p:sp>
      <p:sp>
        <p:nvSpPr>
          <p:cNvPr id="23" name="Text Placeholder 21">
            <a:extLst>
              <a:ext uri="{FF2B5EF4-FFF2-40B4-BE49-F238E27FC236}">
                <a16:creationId xmlns:a16="http://schemas.microsoft.com/office/drawing/2014/main" id="{1C3C8FF3-0079-4EEC-0514-704907C8BDA5}"/>
              </a:ext>
            </a:extLst>
          </p:cNvPr>
          <p:cNvSpPr>
            <a:spLocks noGrp="1"/>
          </p:cNvSpPr>
          <p:nvPr>
            <p:ph type="body" sz="quarter" idx="17" hasCustomPrompt="1"/>
          </p:nvPr>
        </p:nvSpPr>
        <p:spPr>
          <a:xfrm>
            <a:off x="476250" y="5941829"/>
            <a:ext cx="4107491" cy="195038"/>
          </a:xfrm>
        </p:spPr>
        <p:txBody>
          <a:bodyPr/>
          <a:lstStyle>
            <a:lvl1pPr marL="0" indent="0">
              <a:buFontTx/>
              <a:buNone/>
              <a:defRPr sz="1400" b="1">
                <a:solidFill>
                  <a:schemeClr val="bg2"/>
                </a:solidFill>
              </a:defRPr>
            </a:lvl1pPr>
            <a:lvl2pPr marL="0" indent="0">
              <a:buFontTx/>
              <a:buNone/>
              <a:defRPr sz="1200" b="1">
                <a:solidFill>
                  <a:schemeClr val="bg2"/>
                </a:solidFill>
              </a:defRPr>
            </a:lvl2pPr>
            <a:lvl3pPr marL="0" indent="0">
              <a:buFontTx/>
              <a:buNone/>
              <a:defRPr>
                <a:solidFill>
                  <a:schemeClr val="accent3">
                    <a:lumMod val="60000"/>
                    <a:lumOff val="40000"/>
                  </a:schemeClr>
                </a:solidFill>
              </a:defRPr>
            </a:lvl3pPr>
            <a:lvl4pPr marL="0" indent="0">
              <a:buFontTx/>
              <a:buNone/>
              <a:defRPr>
                <a:solidFill>
                  <a:schemeClr val="accent3">
                    <a:lumMod val="60000"/>
                    <a:lumOff val="40000"/>
                  </a:schemeClr>
                </a:solidFill>
              </a:defRPr>
            </a:lvl4pPr>
            <a:lvl5pPr marL="0" indent="0">
              <a:buFontTx/>
              <a:buNone/>
              <a:defRPr>
                <a:solidFill>
                  <a:schemeClr val="accent3">
                    <a:lumMod val="60000"/>
                    <a:lumOff val="40000"/>
                  </a:schemeClr>
                </a:solidFill>
              </a:defRPr>
            </a:lvl5pPr>
          </a:lstStyle>
          <a:p>
            <a:pPr lvl="0"/>
            <a:r>
              <a:rPr lang="en-US" dirty="0"/>
              <a:t>[Add samples]</a:t>
            </a:r>
          </a:p>
          <a:p>
            <a:pPr lvl="1"/>
            <a:endParaRPr lang="en-US" dirty="0"/>
          </a:p>
        </p:txBody>
      </p:sp>
      <p:sp>
        <p:nvSpPr>
          <p:cNvPr id="24" name="Title 23">
            <a:extLst>
              <a:ext uri="{FF2B5EF4-FFF2-40B4-BE49-F238E27FC236}">
                <a16:creationId xmlns:a16="http://schemas.microsoft.com/office/drawing/2014/main" id="{D7869B03-E7AA-78D6-6301-F0622AB663F7}"/>
              </a:ext>
            </a:extLst>
          </p:cNvPr>
          <p:cNvSpPr>
            <a:spLocks noGrp="1"/>
          </p:cNvSpPr>
          <p:nvPr>
            <p:ph type="title" hasCustomPrompt="1"/>
          </p:nvPr>
        </p:nvSpPr>
        <p:spPr/>
        <p:txBody>
          <a:bodyPr/>
          <a:lstStyle>
            <a:lvl1pPr>
              <a:defRPr/>
            </a:lvl1pPr>
          </a:lstStyle>
          <a:p>
            <a:r>
              <a:rPr lang="en-US" dirty="0"/>
              <a:t>[Add Customer / Project Name] </a:t>
            </a:r>
          </a:p>
        </p:txBody>
      </p:sp>
    </p:spTree>
    <p:extLst>
      <p:ext uri="{BB962C8B-B14F-4D97-AF65-F5344CB8AC3E}">
        <p14:creationId xmlns:p14="http://schemas.microsoft.com/office/powerpoint/2010/main" val="22357731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47"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anim calcmode="lin" valueType="num">
                                      <p:cBhvr>
                                        <p:cTn id="12" dur="500" fill="hold"/>
                                        <p:tgtEl>
                                          <p:spTgt spid="19"/>
                                        </p:tgtEl>
                                        <p:attrNameLst>
                                          <p:attrName>ppt_x</p:attrName>
                                        </p:attrNameLst>
                                      </p:cBhvr>
                                      <p:tavLst>
                                        <p:tav tm="0">
                                          <p:val>
                                            <p:strVal val="#ppt_x"/>
                                          </p:val>
                                        </p:tav>
                                        <p:tav tm="100000">
                                          <p:val>
                                            <p:strVal val="#ppt_x"/>
                                          </p:val>
                                        </p:tav>
                                      </p:tavLst>
                                    </p:anim>
                                    <p:anim calcmode="lin" valueType="num">
                                      <p:cBhvr>
                                        <p:cTn id="13" dur="500" fill="hold"/>
                                        <p:tgtEl>
                                          <p:spTgt spid="19"/>
                                        </p:tgtEl>
                                        <p:attrNameLst>
                                          <p:attrName>ppt_y</p:attrName>
                                        </p:attrNameLst>
                                      </p:cBhvr>
                                      <p:tavLst>
                                        <p:tav tm="0">
                                          <p:val>
                                            <p:strVal val="#ppt_y-.1"/>
                                          </p:val>
                                        </p:tav>
                                        <p:tav tm="100000">
                                          <p:val>
                                            <p:strVal val="#ppt_y"/>
                                          </p:val>
                                        </p:tav>
                                      </p:tavLst>
                                    </p:anim>
                                  </p:childTnLst>
                                </p:cTn>
                              </p:par>
                            </p:childTnLst>
                          </p:cTn>
                        </p:par>
                        <p:par>
                          <p:cTn id="14" fill="hold">
                            <p:stCondLst>
                              <p:cond delay="500"/>
                            </p:stCondLst>
                            <p:childTnLst>
                              <p:par>
                                <p:cTn id="15" presetID="10" presetClass="entr" presetSubtype="0" fill="hold" nodeType="afterEffect" nodePh="1">
                                  <p:stCondLst>
                                    <p:cond delay="0"/>
                                  </p:stCondLst>
                                  <p:endCondLst>
                                    <p:cond evt="begin" delay="0">
                                      <p:tn val="15"/>
                                    </p:cond>
                                  </p:endCondLst>
                                  <p:childTnLst>
                                    <p:set>
                                      <p:cBhvr>
                                        <p:cTn id="16" dur="1" fill="hold">
                                          <p:stCondLst>
                                            <p:cond delay="0"/>
                                          </p:stCondLst>
                                        </p:cTn>
                                        <p:tgtEl>
                                          <p:spTgt spid="19">
                                            <p:txEl>
                                              <p:pRg st="0" end="0"/>
                                            </p:txEl>
                                          </p:spTgt>
                                        </p:tgtEl>
                                        <p:attrNameLst>
                                          <p:attrName>style.visibility</p:attrName>
                                        </p:attrNameLst>
                                      </p:cBhvr>
                                      <p:to>
                                        <p:strVal val="visible"/>
                                      </p:to>
                                    </p:set>
                                    <p:animEffect transition="in" filter="fade">
                                      <p:cBhvr>
                                        <p:cTn id="17"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9" grpId="0" animBg="1"/>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     ~  ">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CF565-4953-EEA2-EB6B-C516674974C2}"/>
              </a:ext>
            </a:extLst>
          </p:cNvPr>
          <p:cNvPicPr>
            <a:picLocks noChangeAspect="1"/>
          </p:cNvPicPr>
          <p:nvPr userDrawn="1"/>
        </p:nvPicPr>
        <p:blipFill>
          <a:blip r:embed="rId2"/>
          <a:stretch>
            <a:fillRect/>
          </a:stretch>
        </p:blipFill>
        <p:spPr>
          <a:xfrm>
            <a:off x="0" y="0"/>
            <a:ext cx="12192000" cy="6973823"/>
          </a:xfrm>
          <a:prstGeom prst="rect">
            <a:avLst/>
          </a:prstGeom>
        </p:spPr>
      </p:pic>
      <p:sp>
        <p:nvSpPr>
          <p:cNvPr id="3" name="TextBox 2">
            <a:extLst>
              <a:ext uri="{FF2B5EF4-FFF2-40B4-BE49-F238E27FC236}">
                <a16:creationId xmlns:a16="http://schemas.microsoft.com/office/drawing/2014/main" id="{713C3066-A125-B689-CCE0-BEA33A5642D8}"/>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177034501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0" name="Text Placeholder 21">
            <a:extLst>
              <a:ext uri="{FF2B5EF4-FFF2-40B4-BE49-F238E27FC236}">
                <a16:creationId xmlns:a16="http://schemas.microsoft.com/office/drawing/2014/main" id="{95DDFDC7-3BB0-1347-C018-2B1E04E505BA}"/>
              </a:ext>
            </a:extLst>
          </p:cNvPr>
          <p:cNvSpPr>
            <a:spLocks noGrp="1"/>
          </p:cNvSpPr>
          <p:nvPr>
            <p:ph type="body" sz="quarter" idx="16" hasCustomPrompt="1"/>
          </p:nvPr>
        </p:nvSpPr>
        <p:spPr>
          <a:xfrm>
            <a:off x="801585" y="5950119"/>
            <a:ext cx="3862166" cy="307777"/>
          </a:xfrm>
          <a:solidFill>
            <a:schemeClr val="tx2">
              <a:alpha val="25000"/>
            </a:schemeClr>
          </a:solidFill>
        </p:spPr>
        <p:txBody>
          <a:bodyPr lIns="91440" rIns="91440" anchor="ctr"/>
          <a:lstStyle>
            <a:lvl1pPr marL="0" indent="0">
              <a:buFontTx/>
              <a:buNone/>
              <a:defRPr sz="1400" b="1">
                <a:solidFill>
                  <a:schemeClr val="accent1"/>
                </a:solidFill>
                <a:latin typeface="+mj-lt"/>
              </a:defRPr>
            </a:lvl1pPr>
            <a:lvl2pPr marL="0" indent="0">
              <a:buFontTx/>
              <a:buNone/>
              <a:defRPr>
                <a:solidFill>
                  <a:schemeClr val="accent3">
                    <a:lumMod val="60000"/>
                    <a:lumOff val="40000"/>
                  </a:schemeClr>
                </a:solidFill>
              </a:defRPr>
            </a:lvl2pPr>
            <a:lvl3pPr marL="0" indent="0">
              <a:buFontTx/>
              <a:buNone/>
              <a:defRPr>
                <a:solidFill>
                  <a:schemeClr val="accent3">
                    <a:lumMod val="60000"/>
                    <a:lumOff val="40000"/>
                  </a:schemeClr>
                </a:solidFill>
              </a:defRPr>
            </a:lvl3pPr>
            <a:lvl4pPr marL="0" indent="0">
              <a:buFontTx/>
              <a:buNone/>
              <a:defRPr>
                <a:solidFill>
                  <a:schemeClr val="accent3">
                    <a:lumMod val="60000"/>
                    <a:lumOff val="40000"/>
                  </a:schemeClr>
                </a:solidFill>
              </a:defRPr>
            </a:lvl4pPr>
            <a:lvl5pPr marL="0" indent="0">
              <a:buFontTx/>
              <a:buNone/>
              <a:defRPr>
                <a:solidFill>
                  <a:schemeClr val="accent3">
                    <a:lumMod val="60000"/>
                    <a:lumOff val="40000"/>
                  </a:schemeClr>
                </a:solidFill>
              </a:defRPr>
            </a:lvl5pPr>
          </a:lstStyle>
          <a:p>
            <a:pPr lvl="0"/>
            <a:r>
              <a:rPr lang="en-US" dirty="0"/>
              <a:t>[Text/Beta:]</a:t>
            </a:r>
          </a:p>
        </p:txBody>
      </p:sp>
      <p:pic>
        <p:nvPicPr>
          <p:cNvPr id="20" name="Picture 19">
            <a:extLst>
              <a:ext uri="{FF2B5EF4-FFF2-40B4-BE49-F238E27FC236}">
                <a16:creationId xmlns:a16="http://schemas.microsoft.com/office/drawing/2014/main" id="{0F85D894-C5A6-D47B-DD81-DBD58D73A0B0}"/>
              </a:ext>
            </a:extLst>
          </p:cNvPr>
          <p:cNvPicPr>
            <a:picLocks noChangeAspect="1"/>
          </p:cNvPicPr>
          <p:nvPr userDrawn="1"/>
        </p:nvPicPr>
        <p:blipFill>
          <a:blip r:embed="rId2"/>
          <a:srcRect r="36989" b="789"/>
          <a:stretch>
            <a:fillRect/>
          </a:stretch>
        </p:blipFill>
        <p:spPr>
          <a:xfrm>
            <a:off x="4964290" y="-38786"/>
            <a:ext cx="7227711" cy="6896786"/>
          </a:xfrm>
          <a:custGeom>
            <a:avLst/>
            <a:gdLst>
              <a:gd name="connsiteX0" fmla="*/ 0 w 7227711"/>
              <a:gd name="connsiteY0" fmla="*/ 0 h 6896786"/>
              <a:gd name="connsiteX1" fmla="*/ 802030 w 7227711"/>
              <a:gd name="connsiteY1" fmla="*/ 0 h 6896786"/>
              <a:gd name="connsiteX2" fmla="*/ 802030 w 7227711"/>
              <a:gd name="connsiteY2" fmla="*/ 38787 h 6896786"/>
              <a:gd name="connsiteX3" fmla="*/ 7227711 w 7227711"/>
              <a:gd name="connsiteY3" fmla="*/ 38787 h 6896786"/>
              <a:gd name="connsiteX4" fmla="*/ 7227711 w 7227711"/>
              <a:gd name="connsiteY4" fmla="*/ 6896786 h 6896786"/>
              <a:gd name="connsiteX5" fmla="*/ 0 w 7227711"/>
              <a:gd name="connsiteY5" fmla="*/ 6896786 h 6896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27711" h="6896786">
                <a:moveTo>
                  <a:pt x="0" y="0"/>
                </a:moveTo>
                <a:lnTo>
                  <a:pt x="802030" y="0"/>
                </a:lnTo>
                <a:lnTo>
                  <a:pt x="802030" y="38787"/>
                </a:lnTo>
                <a:lnTo>
                  <a:pt x="7227711" y="38787"/>
                </a:lnTo>
                <a:lnTo>
                  <a:pt x="7227711" y="6896786"/>
                </a:lnTo>
                <a:lnTo>
                  <a:pt x="0" y="6896786"/>
                </a:lnTo>
                <a:close/>
              </a:path>
            </a:pathLst>
          </a:custGeom>
        </p:spPr>
      </p:pic>
      <p:sp>
        <p:nvSpPr>
          <p:cNvPr id="3" name="Date Placeholder 2">
            <a:extLst>
              <a:ext uri="{FF2B5EF4-FFF2-40B4-BE49-F238E27FC236}">
                <a16:creationId xmlns:a16="http://schemas.microsoft.com/office/drawing/2014/main" id="{D989B83C-2E49-C184-ACF3-04622CFEA33D}"/>
              </a:ext>
            </a:extLst>
          </p:cNvPr>
          <p:cNvSpPr>
            <a:spLocks noGrp="1"/>
          </p:cNvSpPr>
          <p:nvPr>
            <p:ph type="dt" sz="half" idx="10"/>
          </p:nvPr>
        </p:nvSpPr>
        <p:spPr/>
        <p:txBody>
          <a:bodyPr/>
          <a:lstStyle/>
          <a:p>
            <a:fld id="{FC20275D-F658-4E7A-AD9A-D9F0445659BB}" type="datetime1">
              <a:rPr lang="en-US" smtClean="0"/>
              <a:pPr/>
              <a:t>3/26/26</a:t>
            </a:fld>
            <a:endParaRPr lang="en-US"/>
          </a:p>
        </p:txBody>
      </p:sp>
      <p:sp>
        <p:nvSpPr>
          <p:cNvPr id="4" name="Footer Placeholder 3">
            <a:extLst>
              <a:ext uri="{FF2B5EF4-FFF2-40B4-BE49-F238E27FC236}">
                <a16:creationId xmlns:a16="http://schemas.microsoft.com/office/drawing/2014/main" id="{45FBC1A6-E324-D2B9-316F-BC07573F28A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B71BDE1-D532-580D-81C2-B67F912A7D81}"/>
              </a:ext>
            </a:extLst>
          </p:cNvPr>
          <p:cNvSpPr>
            <a:spLocks noGrp="1"/>
          </p:cNvSpPr>
          <p:nvPr>
            <p:ph type="sldNum" sz="quarter" idx="12"/>
          </p:nvPr>
        </p:nvSpPr>
        <p:spPr/>
        <p:txBody>
          <a:bodyPr/>
          <a:lstStyle/>
          <a:p>
            <a:fld id="{16C30856-2FD0-40BB-988B-8BB8612257E2}" type="slidenum">
              <a:rPr lang="en-US" smtClean="0"/>
              <a:pPr/>
              <a:t>‹#›</a:t>
            </a:fld>
            <a:endParaRPr lang="en-US"/>
          </a:p>
        </p:txBody>
      </p:sp>
      <p:pic>
        <p:nvPicPr>
          <p:cNvPr id="8" name="Picture 7" descr="A blue and green square with a black background&#10;&#10;AI-generated content may be incorrect.">
            <a:extLst>
              <a:ext uri="{FF2B5EF4-FFF2-40B4-BE49-F238E27FC236}">
                <a16:creationId xmlns:a16="http://schemas.microsoft.com/office/drawing/2014/main" id="{59811D45-AF26-3D81-8CE5-24BAB9F14966}"/>
              </a:ext>
            </a:extLst>
          </p:cNvPr>
          <p:cNvPicPr>
            <a:picLocks noChangeAspect="1"/>
          </p:cNvPicPr>
          <p:nvPr userDrawn="1"/>
        </p:nvPicPr>
        <p:blipFill>
          <a:blip r:embed="rId3" cstate="print">
            <a:alphaModFix amt="61000"/>
            <a:extLst>
              <a:ext uri="{28A0092B-C50C-407E-A947-70E740481C1C}">
                <a14:useLocalDpi xmlns:a14="http://schemas.microsoft.com/office/drawing/2010/main"/>
              </a:ext>
            </a:extLst>
          </a:blip>
          <a:srcRect/>
          <a:stretch/>
        </p:blipFill>
        <p:spPr>
          <a:xfrm rot="10800000">
            <a:off x="-2" y="6057852"/>
            <a:ext cx="819695" cy="108773"/>
          </a:xfrm>
          <a:prstGeom prst="rect">
            <a:avLst/>
          </a:prstGeom>
        </p:spPr>
      </p:pic>
      <p:pic>
        <p:nvPicPr>
          <p:cNvPr id="22" name="Picture 21">
            <a:extLst>
              <a:ext uri="{FF2B5EF4-FFF2-40B4-BE49-F238E27FC236}">
                <a16:creationId xmlns:a16="http://schemas.microsoft.com/office/drawing/2014/main" id="{1E045AB6-05ED-BC6B-B04D-0DB766EE9D92}"/>
              </a:ext>
            </a:extLst>
          </p:cNvPr>
          <p:cNvPicPr>
            <a:picLocks noChangeAspect="1"/>
          </p:cNvPicPr>
          <p:nvPr userDrawn="1"/>
        </p:nvPicPr>
        <p:blipFill>
          <a:blip r:embed="rId4"/>
          <a:srcRect b="47139"/>
          <a:stretch/>
        </p:blipFill>
        <p:spPr>
          <a:xfrm>
            <a:off x="5510067" y="1530391"/>
            <a:ext cx="6022804" cy="5327609"/>
          </a:xfrm>
          <a:prstGeom prst="rect">
            <a:avLst/>
          </a:prstGeom>
        </p:spPr>
      </p:pic>
      <p:sp>
        <p:nvSpPr>
          <p:cNvPr id="23" name="Freeform 9">
            <a:extLst>
              <a:ext uri="{FF2B5EF4-FFF2-40B4-BE49-F238E27FC236}">
                <a16:creationId xmlns:a16="http://schemas.microsoft.com/office/drawing/2014/main" id="{D05A36BD-4EC2-0C61-ED09-0ACF30652B9F}"/>
              </a:ext>
            </a:extLst>
          </p:cNvPr>
          <p:cNvSpPr/>
          <p:nvPr userDrawn="1"/>
        </p:nvSpPr>
        <p:spPr>
          <a:xfrm>
            <a:off x="0" y="537210"/>
            <a:ext cx="10447020" cy="617221"/>
          </a:xfrm>
          <a:custGeom>
            <a:avLst/>
            <a:gdLst>
              <a:gd name="connsiteX0" fmla="*/ 0 w 10447020"/>
              <a:gd name="connsiteY0" fmla="*/ 0 h 617221"/>
              <a:gd name="connsiteX1" fmla="*/ 685799 w 10447020"/>
              <a:gd name="connsiteY1" fmla="*/ 0 h 617221"/>
              <a:gd name="connsiteX2" fmla="*/ 9761221 w 10447020"/>
              <a:gd name="connsiteY2" fmla="*/ 0 h 617221"/>
              <a:gd name="connsiteX3" fmla="*/ 10447020 w 10447020"/>
              <a:gd name="connsiteY3" fmla="*/ 0 h 617221"/>
              <a:gd name="connsiteX4" fmla="*/ 10084440 w 10447020"/>
              <a:gd name="connsiteY4" fmla="*/ 617221 h 617221"/>
              <a:gd name="connsiteX5" fmla="*/ 9398641 w 10447020"/>
              <a:gd name="connsiteY5" fmla="*/ 617221 h 617221"/>
              <a:gd name="connsiteX6" fmla="*/ 685799 w 10447020"/>
              <a:gd name="connsiteY6" fmla="*/ 617221 h 617221"/>
              <a:gd name="connsiteX7" fmla="*/ 0 w 10447020"/>
              <a:gd name="connsiteY7" fmla="*/ 617221 h 61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7020" h="617221">
                <a:moveTo>
                  <a:pt x="0" y="0"/>
                </a:moveTo>
                <a:lnTo>
                  <a:pt x="685799" y="0"/>
                </a:lnTo>
                <a:lnTo>
                  <a:pt x="9761221" y="0"/>
                </a:lnTo>
                <a:lnTo>
                  <a:pt x="10447020" y="0"/>
                </a:lnTo>
                <a:lnTo>
                  <a:pt x="10084440" y="617221"/>
                </a:lnTo>
                <a:lnTo>
                  <a:pt x="9398641" y="617221"/>
                </a:lnTo>
                <a:lnTo>
                  <a:pt x="685799" y="617221"/>
                </a:lnTo>
                <a:lnTo>
                  <a:pt x="0" y="617221"/>
                </a:lnTo>
                <a:close/>
              </a:path>
            </a:pathLst>
          </a:custGeom>
          <a:gradFill flip="none" rotWithShape="1">
            <a:gsLst>
              <a:gs pos="0">
                <a:srgbClr val="13EAC1"/>
              </a:gs>
              <a:gs pos="77000">
                <a:srgbClr val="6E33FF"/>
              </a:gs>
            </a:gsLst>
            <a:lin ang="18000000" scaled="0"/>
            <a:tileRect/>
          </a:gradFill>
          <a:ln w="19050" cap="flat" cmpd="sng" algn="ctr">
            <a:noFill/>
            <a:prstDash val="solid"/>
            <a:miter lim="800000"/>
          </a:ln>
          <a:effectLst/>
        </p:spPr>
        <p:txBody>
          <a:bodyPr wrap="square" rtlCol="0" anchor="ctr">
            <a:noAutofit/>
          </a:bodyPr>
          <a:lstStyle/>
          <a:p>
            <a:pPr marL="0" marR="0" lvl="0" indent="0" algn="ctr" defTabSz="200470" eaLnBrk="1" fontAlgn="auto" latinLnBrk="0" hangingPunct="1">
              <a:lnSpc>
                <a:spcPct val="100000"/>
              </a:lnSpc>
              <a:spcBef>
                <a:spcPts val="0"/>
              </a:spcBef>
              <a:spcAft>
                <a:spcPts val="0"/>
              </a:spcAft>
              <a:buClrTx/>
              <a:buSzTx/>
              <a:buFontTx/>
              <a:buNone/>
              <a:tabLst/>
              <a:defRPr/>
            </a:pPr>
            <a:endParaRPr kumimoji="0" lang="en-US" sz="411" b="0" i="0" u="none" strike="noStrike" kern="0" cap="none" spc="0" normalizeH="0" baseline="0" noProof="0" dirty="0">
              <a:ln>
                <a:noFill/>
              </a:ln>
              <a:solidFill>
                <a:srgbClr val="F4F6FE"/>
              </a:solidFill>
              <a:effectLst/>
              <a:uLnTx/>
              <a:uFillTx/>
              <a:latin typeface="+mj-lt"/>
              <a:ea typeface="+mn-ea"/>
              <a:cs typeface="+mn-cs"/>
            </a:endParaRPr>
          </a:p>
        </p:txBody>
      </p:sp>
      <p:sp>
        <p:nvSpPr>
          <p:cNvPr id="2" name="Title 1">
            <a:extLst>
              <a:ext uri="{FF2B5EF4-FFF2-40B4-BE49-F238E27FC236}">
                <a16:creationId xmlns:a16="http://schemas.microsoft.com/office/drawing/2014/main" id="{F9305455-0959-C32E-D147-7E2BC23644BB}"/>
              </a:ext>
            </a:extLst>
          </p:cNvPr>
          <p:cNvSpPr>
            <a:spLocks noGrp="1"/>
          </p:cNvSpPr>
          <p:nvPr>
            <p:ph type="title"/>
          </p:nvPr>
        </p:nvSpPr>
        <p:spPr>
          <a:xfrm>
            <a:off x="476655" y="624033"/>
            <a:ext cx="9482218" cy="478919"/>
          </a:xfrm>
          <a:noFill/>
        </p:spPr>
        <p:txBody>
          <a:bodyPr/>
          <a:lstStyle/>
          <a:p>
            <a:r>
              <a:rPr lang="en-US"/>
              <a:t>Click to edit Master title style</a:t>
            </a:r>
          </a:p>
        </p:txBody>
      </p:sp>
      <p:sp>
        <p:nvSpPr>
          <p:cNvPr id="27" name="Content Placeholder 26">
            <a:extLst>
              <a:ext uri="{FF2B5EF4-FFF2-40B4-BE49-F238E27FC236}">
                <a16:creationId xmlns:a16="http://schemas.microsoft.com/office/drawing/2014/main" id="{CF737E81-0EE6-9397-0495-996F0308E78B}"/>
              </a:ext>
            </a:extLst>
          </p:cNvPr>
          <p:cNvSpPr>
            <a:spLocks noGrp="1"/>
          </p:cNvSpPr>
          <p:nvPr>
            <p:ph sz="quarter" idx="13"/>
          </p:nvPr>
        </p:nvSpPr>
        <p:spPr>
          <a:xfrm>
            <a:off x="476250" y="1516064"/>
            <a:ext cx="4487863" cy="41009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Picture Placeholder 28">
            <a:extLst>
              <a:ext uri="{FF2B5EF4-FFF2-40B4-BE49-F238E27FC236}">
                <a16:creationId xmlns:a16="http://schemas.microsoft.com/office/drawing/2014/main" id="{AE7DC570-2058-D416-F8B3-C886A5D0C67F}"/>
              </a:ext>
            </a:extLst>
          </p:cNvPr>
          <p:cNvSpPr>
            <a:spLocks noGrp="1"/>
          </p:cNvSpPr>
          <p:nvPr>
            <p:ph type="pic" sz="quarter" idx="14" hasCustomPrompt="1"/>
          </p:nvPr>
        </p:nvSpPr>
        <p:spPr>
          <a:xfrm>
            <a:off x="5710238" y="1730375"/>
            <a:ext cx="5616575" cy="3395663"/>
          </a:xfrm>
        </p:spPr>
        <p:txBody>
          <a:bodyPr lIns="182880" rIns="182880" anchor="ctr"/>
          <a:lstStyle>
            <a:lvl1pPr marL="0" indent="0" algn="ctr">
              <a:buNone/>
              <a:defRPr>
                <a:solidFill>
                  <a:schemeClr val="bg2"/>
                </a:solidFill>
              </a:defRPr>
            </a:lvl1pPr>
          </a:lstStyle>
          <a:p>
            <a:r>
              <a:rPr lang="en-US" dirty="0"/>
              <a:t>Click to add or drop screen shot into placeholder or remove and adjust to screen manually. </a:t>
            </a:r>
          </a:p>
        </p:txBody>
      </p:sp>
    </p:spTree>
    <p:extLst>
      <p:ext uri="{BB962C8B-B14F-4D97-AF65-F5344CB8AC3E}">
        <p14:creationId xmlns:p14="http://schemas.microsoft.com/office/powerpoint/2010/main" val="4174748332"/>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 ">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83CD73B-97C6-61EC-23DC-9F071ED7FB11}"/>
              </a:ext>
            </a:extLst>
          </p:cNvPr>
          <p:cNvPicPr>
            <a:picLocks noChangeAspect="1"/>
          </p:cNvPicPr>
          <p:nvPr userDrawn="1"/>
        </p:nvPicPr>
        <p:blipFill>
          <a:blip r:embed="rId2"/>
          <a:srcRect r="3007"/>
          <a:stretch/>
        </p:blipFill>
        <p:spPr>
          <a:xfrm>
            <a:off x="-1" y="0"/>
            <a:ext cx="12192001" cy="6858000"/>
          </a:xfrm>
          <a:prstGeom prst="rect">
            <a:avLst/>
          </a:prstGeom>
        </p:spPr>
      </p:pic>
      <p:sp>
        <p:nvSpPr>
          <p:cNvPr id="3" name="TextBox 2">
            <a:extLst>
              <a:ext uri="{FF2B5EF4-FFF2-40B4-BE49-F238E27FC236}">
                <a16:creationId xmlns:a16="http://schemas.microsoft.com/office/drawing/2014/main" id="{BC14978E-603E-B460-5989-B92B27334DFA}"/>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2590874032"/>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creenshot Purpl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54655B9-DCA3-A7C3-FC59-4286C9A8F237}"/>
              </a:ext>
            </a:extLst>
          </p:cNvPr>
          <p:cNvSpPr>
            <a:spLocks noGrp="1"/>
          </p:cNvSpPr>
          <p:nvPr>
            <p:ph type="pic" sz="quarter" idx="10"/>
          </p:nvPr>
        </p:nvSpPr>
        <p:spPr>
          <a:xfrm>
            <a:off x="0" y="0"/>
            <a:ext cx="12192000" cy="6063341"/>
          </a:xfrm>
          <a:prstGeom prst="rect">
            <a:avLst/>
          </a:prstGeom>
          <a:solidFill>
            <a:schemeClr val="tx1">
              <a:lumMod val="85000"/>
            </a:schemeClr>
          </a:solidFill>
        </p:spPr>
        <p:txBody>
          <a:bodyPr anchor="ctr"/>
          <a:lstStyle>
            <a:lvl1pPr marL="0" indent="0" algn="ctr">
              <a:buFontTx/>
              <a:buNone/>
              <a:defRPr sz="2400">
                <a:solidFill>
                  <a:schemeClr val="bg2"/>
                </a:solidFill>
              </a:defRPr>
            </a:lvl1pPr>
          </a:lstStyle>
          <a:p>
            <a:pPr marL="0" marR="0" lvl="0" indent="0" algn="ctr" defTabSz="914400" rtl="0" eaLnBrk="1" fontAlgn="auto" latinLnBrk="0" hangingPunct="1">
              <a:lnSpc>
                <a:spcPct val="90000"/>
              </a:lnSpc>
              <a:spcBef>
                <a:spcPts val="1000"/>
              </a:spcBef>
              <a:spcAft>
                <a:spcPts val="0"/>
              </a:spcAft>
              <a:buClr>
                <a:schemeClr val="accent3"/>
              </a:buClr>
              <a:buSzTx/>
              <a:buFontTx/>
              <a:buNone/>
              <a:tabLst/>
              <a:defRPr/>
            </a:pPr>
            <a:r>
              <a:rPr lang="en-US"/>
              <a:t>Click icon to add picture</a:t>
            </a:r>
            <a:endParaRPr lang="en-US" dirty="0"/>
          </a:p>
        </p:txBody>
      </p:sp>
      <p:sp>
        <p:nvSpPr>
          <p:cNvPr id="14" name="Text Placeholder 13">
            <a:extLst>
              <a:ext uri="{FF2B5EF4-FFF2-40B4-BE49-F238E27FC236}">
                <a16:creationId xmlns:a16="http://schemas.microsoft.com/office/drawing/2014/main" id="{0CBFF214-8D97-F164-CD81-66A3108F7755}"/>
              </a:ext>
            </a:extLst>
          </p:cNvPr>
          <p:cNvSpPr>
            <a:spLocks noGrp="1"/>
          </p:cNvSpPr>
          <p:nvPr>
            <p:ph type="body" sz="quarter" idx="11" hasCustomPrompt="1"/>
          </p:nvPr>
        </p:nvSpPr>
        <p:spPr>
          <a:xfrm>
            <a:off x="0" y="6063343"/>
            <a:ext cx="12192000" cy="794657"/>
          </a:xfrm>
          <a:custGeom>
            <a:avLst/>
            <a:gdLst>
              <a:gd name="connsiteX0" fmla="*/ 11328349 w 12192000"/>
              <a:gd name="connsiteY0" fmla="*/ 391876 h 794657"/>
              <a:gd name="connsiteX1" fmla="*/ 11260238 w 12192000"/>
              <a:gd name="connsiteY1" fmla="*/ 511136 h 794657"/>
              <a:gd name="connsiteX2" fmla="*/ 11339126 w 12192000"/>
              <a:gd name="connsiteY2" fmla="*/ 511136 h 794657"/>
              <a:gd name="connsiteX3" fmla="*/ 11407237 w 12192000"/>
              <a:gd name="connsiteY3" fmla="*/ 391876 h 794657"/>
              <a:gd name="connsiteX4" fmla="*/ 11633205 w 12192000"/>
              <a:gd name="connsiteY4" fmla="*/ 272665 h 794657"/>
              <a:gd name="connsiteX5" fmla="*/ 11565087 w 12192000"/>
              <a:gd name="connsiteY5" fmla="*/ 391940 h 794657"/>
              <a:gd name="connsiteX6" fmla="*/ 11486199 w 12192000"/>
              <a:gd name="connsiteY6" fmla="*/ 391940 h 794657"/>
              <a:gd name="connsiteX7" fmla="*/ 11418088 w 12192000"/>
              <a:gd name="connsiteY7" fmla="*/ 511204 h 794657"/>
              <a:gd name="connsiteX8" fmla="*/ 11496976 w 12192000"/>
              <a:gd name="connsiteY8" fmla="*/ 511204 h 794657"/>
              <a:gd name="connsiteX9" fmla="*/ 11565087 w 12192000"/>
              <a:gd name="connsiteY9" fmla="*/ 391940 h 794657"/>
              <a:gd name="connsiteX10" fmla="*/ 11643982 w 12192000"/>
              <a:gd name="connsiteY10" fmla="*/ 391940 h 794657"/>
              <a:gd name="connsiteX11" fmla="*/ 11712101 w 12192000"/>
              <a:gd name="connsiteY11" fmla="*/ 272665 h 794657"/>
              <a:gd name="connsiteX12" fmla="*/ 11475351 w 12192000"/>
              <a:gd name="connsiteY12" fmla="*/ 272593 h 794657"/>
              <a:gd name="connsiteX13" fmla="*/ 11407236 w 12192000"/>
              <a:gd name="connsiteY13" fmla="*/ 391853 h 794657"/>
              <a:gd name="connsiteX14" fmla="*/ 11486124 w 12192000"/>
              <a:gd name="connsiteY14" fmla="*/ 391853 h 794657"/>
              <a:gd name="connsiteX15" fmla="*/ 11554238 w 12192000"/>
              <a:gd name="connsiteY15" fmla="*/ 272593 h 794657"/>
              <a:gd name="connsiteX16" fmla="*/ 0 w 12192000"/>
              <a:gd name="connsiteY16" fmla="*/ 0 h 794657"/>
              <a:gd name="connsiteX17" fmla="*/ 12192000 w 12192000"/>
              <a:gd name="connsiteY17" fmla="*/ 0 h 794657"/>
              <a:gd name="connsiteX18" fmla="*/ 12192000 w 12192000"/>
              <a:gd name="connsiteY18" fmla="*/ 794657 h 794657"/>
              <a:gd name="connsiteX19" fmla="*/ 0 w 12192000"/>
              <a:gd name="connsiteY19" fmla="*/ 794657 h 794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92000" h="794657">
                <a:moveTo>
                  <a:pt x="11328349" y="391876"/>
                </a:moveTo>
                <a:lnTo>
                  <a:pt x="11260238" y="511136"/>
                </a:lnTo>
                <a:lnTo>
                  <a:pt x="11339126" y="511136"/>
                </a:lnTo>
                <a:lnTo>
                  <a:pt x="11407237" y="391876"/>
                </a:lnTo>
                <a:close/>
                <a:moveTo>
                  <a:pt x="11633205" y="272665"/>
                </a:moveTo>
                <a:lnTo>
                  <a:pt x="11565087" y="391940"/>
                </a:lnTo>
                <a:lnTo>
                  <a:pt x="11486199" y="391940"/>
                </a:lnTo>
                <a:lnTo>
                  <a:pt x="11418088" y="511204"/>
                </a:lnTo>
                <a:lnTo>
                  <a:pt x="11496976" y="511204"/>
                </a:lnTo>
                <a:lnTo>
                  <a:pt x="11565087" y="391940"/>
                </a:lnTo>
                <a:lnTo>
                  <a:pt x="11643982" y="391940"/>
                </a:lnTo>
                <a:lnTo>
                  <a:pt x="11712101" y="272665"/>
                </a:lnTo>
                <a:close/>
                <a:moveTo>
                  <a:pt x="11475351" y="272593"/>
                </a:moveTo>
                <a:lnTo>
                  <a:pt x="11407236" y="391853"/>
                </a:lnTo>
                <a:lnTo>
                  <a:pt x="11486124" y="391853"/>
                </a:lnTo>
                <a:lnTo>
                  <a:pt x="11554238" y="272593"/>
                </a:lnTo>
                <a:close/>
                <a:moveTo>
                  <a:pt x="0" y="0"/>
                </a:moveTo>
                <a:lnTo>
                  <a:pt x="12192000" y="0"/>
                </a:lnTo>
                <a:lnTo>
                  <a:pt x="12192000" y="794657"/>
                </a:lnTo>
                <a:lnTo>
                  <a:pt x="0" y="794657"/>
                </a:lnTo>
                <a:close/>
              </a:path>
            </a:pathLst>
          </a:custGeom>
          <a:solidFill>
            <a:schemeClr val="accent2"/>
          </a:solidFill>
          <a:ln>
            <a:noFill/>
          </a:ln>
        </p:spPr>
        <p:txBody>
          <a:bodyPr wrap="square" lIns="548640" anchor="ctr">
            <a:noAutofit/>
          </a:bodyPr>
          <a:lstStyle>
            <a:lvl1pPr marL="0" indent="0" algn="l">
              <a:buFontTx/>
              <a:buNone/>
              <a:defRPr sz="2400">
                <a:solidFill>
                  <a:schemeClr val="tx1"/>
                </a:solidFill>
              </a:defRPr>
            </a:lvl1pPr>
            <a:lvl2pPr marL="457200" indent="0">
              <a:buNone/>
              <a:defRPr/>
            </a:lvl2pPr>
          </a:lstStyle>
          <a:p>
            <a:pPr lvl="0"/>
            <a:r>
              <a:rPr lang="en-US" dirty="0"/>
              <a:t>[Add text]</a:t>
            </a:r>
          </a:p>
        </p:txBody>
      </p:sp>
      <p:sp>
        <p:nvSpPr>
          <p:cNvPr id="2" name="Date Placeholder 1">
            <a:extLst>
              <a:ext uri="{FF2B5EF4-FFF2-40B4-BE49-F238E27FC236}">
                <a16:creationId xmlns:a16="http://schemas.microsoft.com/office/drawing/2014/main" id="{940CC4D3-4D66-36AA-1C81-7FFB306BB0A9}"/>
              </a:ext>
            </a:extLst>
          </p:cNvPr>
          <p:cNvSpPr>
            <a:spLocks noGrp="1"/>
          </p:cNvSpPr>
          <p:nvPr>
            <p:ph type="dt" sz="half" idx="12"/>
          </p:nvPr>
        </p:nvSpPr>
        <p:spPr/>
        <p:txBody>
          <a:bodyPr/>
          <a:lstStyle/>
          <a:p>
            <a:fld id="{FC20275D-F658-4E7A-AD9A-D9F0445659BB}" type="datetime1">
              <a:rPr lang="en-US" smtClean="0"/>
              <a:t>3/26/26</a:t>
            </a:fld>
            <a:endParaRPr lang="en-US"/>
          </a:p>
        </p:txBody>
      </p:sp>
      <p:sp>
        <p:nvSpPr>
          <p:cNvPr id="4" name="Footer Placeholder 3">
            <a:extLst>
              <a:ext uri="{FF2B5EF4-FFF2-40B4-BE49-F238E27FC236}">
                <a16:creationId xmlns:a16="http://schemas.microsoft.com/office/drawing/2014/main" id="{0F702C03-B5C0-380E-1A38-9CF63831F7AA}"/>
              </a:ext>
            </a:extLst>
          </p:cNvPr>
          <p:cNvSpPr>
            <a:spLocks noGrp="1"/>
          </p:cNvSpPr>
          <p:nvPr>
            <p:ph type="ftr" sz="quarter" idx="13"/>
          </p:nvPr>
        </p:nvSpPr>
        <p:spPr>
          <a:xfrm>
            <a:off x="0" y="6865832"/>
            <a:ext cx="7676745" cy="132176"/>
          </a:xfrm>
        </p:spPr>
        <p:txBody>
          <a:bodyPr/>
          <a:lstStyle/>
          <a:p>
            <a:endParaRPr lang="en-US" dirty="0"/>
          </a:p>
        </p:txBody>
      </p:sp>
      <p:sp>
        <p:nvSpPr>
          <p:cNvPr id="5" name="Slide Number Placeholder 4">
            <a:extLst>
              <a:ext uri="{FF2B5EF4-FFF2-40B4-BE49-F238E27FC236}">
                <a16:creationId xmlns:a16="http://schemas.microsoft.com/office/drawing/2014/main" id="{A1E86C50-240F-699A-81C1-A4A0DA0906B8}"/>
              </a:ext>
            </a:extLst>
          </p:cNvPr>
          <p:cNvSpPr>
            <a:spLocks noGrp="1"/>
          </p:cNvSpPr>
          <p:nvPr>
            <p:ph type="sldNum" sz="quarter" idx="14"/>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1057207759"/>
      </p:ext>
    </p:extLst>
  </p:cSld>
  <p:clrMapOvr>
    <a:masterClrMapping/>
  </p:clrMapOvr>
  <p:transition>
    <p:fade/>
  </p:transition>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creenshot Gree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54655B9-DCA3-A7C3-FC59-4286C9A8F237}"/>
              </a:ext>
            </a:extLst>
          </p:cNvPr>
          <p:cNvSpPr>
            <a:spLocks noGrp="1"/>
          </p:cNvSpPr>
          <p:nvPr>
            <p:ph type="pic" sz="quarter" idx="10"/>
          </p:nvPr>
        </p:nvSpPr>
        <p:spPr>
          <a:xfrm>
            <a:off x="0" y="0"/>
            <a:ext cx="12192000" cy="6063341"/>
          </a:xfrm>
          <a:prstGeom prst="rect">
            <a:avLst/>
          </a:prstGeom>
          <a:solidFill>
            <a:schemeClr val="tx1">
              <a:lumMod val="85000"/>
            </a:schemeClr>
          </a:solidFill>
        </p:spPr>
        <p:txBody>
          <a:bodyPr anchor="ctr"/>
          <a:lstStyle>
            <a:lvl1pPr marL="0" indent="0" algn="ctr">
              <a:buFontTx/>
              <a:buNone/>
              <a:defRPr sz="2400">
                <a:solidFill>
                  <a:schemeClr val="bg2"/>
                </a:solidFill>
              </a:defRPr>
            </a:lvl1pPr>
          </a:lstStyle>
          <a:p>
            <a:pPr marL="0" marR="0" lvl="0" indent="0" algn="ctr" defTabSz="914400" rtl="0" eaLnBrk="1" fontAlgn="auto" latinLnBrk="0" hangingPunct="1">
              <a:lnSpc>
                <a:spcPct val="90000"/>
              </a:lnSpc>
              <a:spcBef>
                <a:spcPts val="1000"/>
              </a:spcBef>
              <a:spcAft>
                <a:spcPts val="0"/>
              </a:spcAft>
              <a:buClr>
                <a:schemeClr val="accent3"/>
              </a:buClr>
              <a:buSzTx/>
              <a:buFontTx/>
              <a:buNone/>
              <a:tabLst/>
              <a:defRPr/>
            </a:pPr>
            <a:r>
              <a:rPr lang="en-US"/>
              <a:t>Click icon to add picture</a:t>
            </a:r>
            <a:endParaRPr lang="en-US" dirty="0"/>
          </a:p>
        </p:txBody>
      </p:sp>
      <p:sp>
        <p:nvSpPr>
          <p:cNvPr id="5" name="Text Placeholder 4">
            <a:extLst>
              <a:ext uri="{FF2B5EF4-FFF2-40B4-BE49-F238E27FC236}">
                <a16:creationId xmlns:a16="http://schemas.microsoft.com/office/drawing/2014/main" id="{49F5C03A-9F5D-8598-8D9C-865BE3777884}"/>
              </a:ext>
            </a:extLst>
          </p:cNvPr>
          <p:cNvSpPr>
            <a:spLocks noGrp="1"/>
          </p:cNvSpPr>
          <p:nvPr>
            <p:ph type="body" sz="quarter" idx="11" hasCustomPrompt="1"/>
          </p:nvPr>
        </p:nvSpPr>
        <p:spPr>
          <a:xfrm>
            <a:off x="0" y="6063343"/>
            <a:ext cx="12192000" cy="794657"/>
          </a:xfrm>
          <a:custGeom>
            <a:avLst/>
            <a:gdLst>
              <a:gd name="connsiteX0" fmla="*/ 11328349 w 12192000"/>
              <a:gd name="connsiteY0" fmla="*/ 391876 h 794657"/>
              <a:gd name="connsiteX1" fmla="*/ 11260238 w 12192000"/>
              <a:gd name="connsiteY1" fmla="*/ 511136 h 794657"/>
              <a:gd name="connsiteX2" fmla="*/ 11339126 w 12192000"/>
              <a:gd name="connsiteY2" fmla="*/ 511136 h 794657"/>
              <a:gd name="connsiteX3" fmla="*/ 11407237 w 12192000"/>
              <a:gd name="connsiteY3" fmla="*/ 391876 h 794657"/>
              <a:gd name="connsiteX4" fmla="*/ 11633205 w 12192000"/>
              <a:gd name="connsiteY4" fmla="*/ 272665 h 794657"/>
              <a:gd name="connsiteX5" fmla="*/ 11565087 w 12192000"/>
              <a:gd name="connsiteY5" fmla="*/ 391940 h 794657"/>
              <a:gd name="connsiteX6" fmla="*/ 11486199 w 12192000"/>
              <a:gd name="connsiteY6" fmla="*/ 391940 h 794657"/>
              <a:gd name="connsiteX7" fmla="*/ 11418088 w 12192000"/>
              <a:gd name="connsiteY7" fmla="*/ 511204 h 794657"/>
              <a:gd name="connsiteX8" fmla="*/ 11496976 w 12192000"/>
              <a:gd name="connsiteY8" fmla="*/ 511204 h 794657"/>
              <a:gd name="connsiteX9" fmla="*/ 11565087 w 12192000"/>
              <a:gd name="connsiteY9" fmla="*/ 391940 h 794657"/>
              <a:gd name="connsiteX10" fmla="*/ 11643982 w 12192000"/>
              <a:gd name="connsiteY10" fmla="*/ 391940 h 794657"/>
              <a:gd name="connsiteX11" fmla="*/ 11712101 w 12192000"/>
              <a:gd name="connsiteY11" fmla="*/ 272665 h 794657"/>
              <a:gd name="connsiteX12" fmla="*/ 11475351 w 12192000"/>
              <a:gd name="connsiteY12" fmla="*/ 272593 h 794657"/>
              <a:gd name="connsiteX13" fmla="*/ 11407236 w 12192000"/>
              <a:gd name="connsiteY13" fmla="*/ 391853 h 794657"/>
              <a:gd name="connsiteX14" fmla="*/ 11486124 w 12192000"/>
              <a:gd name="connsiteY14" fmla="*/ 391853 h 794657"/>
              <a:gd name="connsiteX15" fmla="*/ 11554238 w 12192000"/>
              <a:gd name="connsiteY15" fmla="*/ 272593 h 794657"/>
              <a:gd name="connsiteX16" fmla="*/ 0 w 12192000"/>
              <a:gd name="connsiteY16" fmla="*/ 0 h 794657"/>
              <a:gd name="connsiteX17" fmla="*/ 12192000 w 12192000"/>
              <a:gd name="connsiteY17" fmla="*/ 0 h 794657"/>
              <a:gd name="connsiteX18" fmla="*/ 12192000 w 12192000"/>
              <a:gd name="connsiteY18" fmla="*/ 794657 h 794657"/>
              <a:gd name="connsiteX19" fmla="*/ 0 w 12192000"/>
              <a:gd name="connsiteY19" fmla="*/ 794657 h 794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92000" h="794657">
                <a:moveTo>
                  <a:pt x="11328349" y="391876"/>
                </a:moveTo>
                <a:lnTo>
                  <a:pt x="11260238" y="511136"/>
                </a:lnTo>
                <a:lnTo>
                  <a:pt x="11339126" y="511136"/>
                </a:lnTo>
                <a:lnTo>
                  <a:pt x="11407237" y="391876"/>
                </a:lnTo>
                <a:close/>
                <a:moveTo>
                  <a:pt x="11633205" y="272665"/>
                </a:moveTo>
                <a:lnTo>
                  <a:pt x="11565087" y="391940"/>
                </a:lnTo>
                <a:lnTo>
                  <a:pt x="11486199" y="391940"/>
                </a:lnTo>
                <a:lnTo>
                  <a:pt x="11418088" y="511204"/>
                </a:lnTo>
                <a:lnTo>
                  <a:pt x="11496976" y="511204"/>
                </a:lnTo>
                <a:lnTo>
                  <a:pt x="11565087" y="391940"/>
                </a:lnTo>
                <a:lnTo>
                  <a:pt x="11643982" y="391940"/>
                </a:lnTo>
                <a:lnTo>
                  <a:pt x="11712101" y="272665"/>
                </a:lnTo>
                <a:close/>
                <a:moveTo>
                  <a:pt x="11475351" y="272593"/>
                </a:moveTo>
                <a:lnTo>
                  <a:pt x="11407236" y="391853"/>
                </a:lnTo>
                <a:lnTo>
                  <a:pt x="11486124" y="391853"/>
                </a:lnTo>
                <a:lnTo>
                  <a:pt x="11554238" y="272593"/>
                </a:lnTo>
                <a:close/>
                <a:moveTo>
                  <a:pt x="0" y="0"/>
                </a:moveTo>
                <a:lnTo>
                  <a:pt x="12192000" y="0"/>
                </a:lnTo>
                <a:lnTo>
                  <a:pt x="12192000" y="794657"/>
                </a:lnTo>
                <a:lnTo>
                  <a:pt x="0" y="794657"/>
                </a:lnTo>
                <a:close/>
              </a:path>
            </a:pathLst>
          </a:custGeom>
          <a:solidFill>
            <a:schemeClr val="accent1"/>
          </a:solidFill>
          <a:ln>
            <a:noFill/>
          </a:ln>
        </p:spPr>
        <p:txBody>
          <a:bodyPr wrap="square" lIns="548640" anchor="ctr">
            <a:noAutofit/>
          </a:bodyPr>
          <a:lstStyle>
            <a:lvl1pPr marL="0" indent="0" algn="l">
              <a:buFontTx/>
              <a:buNone/>
              <a:defRPr sz="2400">
                <a:solidFill>
                  <a:schemeClr val="bg2"/>
                </a:solidFill>
              </a:defRPr>
            </a:lvl1pPr>
            <a:lvl2pPr marL="457200" indent="0">
              <a:buNone/>
              <a:defRPr/>
            </a:lvl2pPr>
          </a:lstStyle>
          <a:p>
            <a:pPr lvl="0"/>
            <a:r>
              <a:rPr lang="en-US" dirty="0"/>
              <a:t>[Add text]</a:t>
            </a:r>
          </a:p>
        </p:txBody>
      </p:sp>
      <p:pic>
        <p:nvPicPr>
          <p:cNvPr id="8" name="Graphic 7">
            <a:extLst>
              <a:ext uri="{FF2B5EF4-FFF2-40B4-BE49-F238E27FC236}">
                <a16:creationId xmlns:a16="http://schemas.microsoft.com/office/drawing/2014/main" id="{A83D364B-15E1-BE1A-232E-41F891A00FA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2" name="Date Placeholder 1">
            <a:extLst>
              <a:ext uri="{FF2B5EF4-FFF2-40B4-BE49-F238E27FC236}">
                <a16:creationId xmlns:a16="http://schemas.microsoft.com/office/drawing/2014/main" id="{34165DC1-D431-B20E-8735-43605C232280}"/>
              </a:ext>
            </a:extLst>
          </p:cNvPr>
          <p:cNvSpPr>
            <a:spLocks noGrp="1"/>
          </p:cNvSpPr>
          <p:nvPr>
            <p:ph type="dt" sz="half" idx="12"/>
          </p:nvPr>
        </p:nvSpPr>
        <p:spPr/>
        <p:txBody>
          <a:bodyPr/>
          <a:lstStyle/>
          <a:p>
            <a:fld id="{FC20275D-F658-4E7A-AD9A-D9F0445659BB}" type="datetime1">
              <a:rPr lang="en-US" smtClean="0"/>
              <a:t>3/26/26</a:t>
            </a:fld>
            <a:endParaRPr lang="en-US"/>
          </a:p>
        </p:txBody>
      </p:sp>
      <p:sp>
        <p:nvSpPr>
          <p:cNvPr id="4" name="Footer Placeholder 3">
            <a:extLst>
              <a:ext uri="{FF2B5EF4-FFF2-40B4-BE49-F238E27FC236}">
                <a16:creationId xmlns:a16="http://schemas.microsoft.com/office/drawing/2014/main" id="{00335BE1-7AB0-801E-3519-EE3EB3607910}"/>
              </a:ext>
            </a:extLst>
          </p:cNvPr>
          <p:cNvSpPr>
            <a:spLocks noGrp="1"/>
          </p:cNvSpPr>
          <p:nvPr>
            <p:ph type="ftr" sz="quarter" idx="13"/>
          </p:nvPr>
        </p:nvSpPr>
        <p:spPr>
          <a:xfrm>
            <a:off x="0" y="6865832"/>
            <a:ext cx="7676745" cy="132176"/>
          </a:xfrm>
        </p:spPr>
        <p:txBody>
          <a:bodyPr/>
          <a:lstStyle/>
          <a:p>
            <a:endParaRPr lang="en-US" dirty="0"/>
          </a:p>
        </p:txBody>
      </p:sp>
      <p:sp>
        <p:nvSpPr>
          <p:cNvPr id="6" name="Slide Number Placeholder 5">
            <a:extLst>
              <a:ext uri="{FF2B5EF4-FFF2-40B4-BE49-F238E27FC236}">
                <a16:creationId xmlns:a16="http://schemas.microsoft.com/office/drawing/2014/main" id="{0C0AB2F8-D14E-BADE-EBE4-EE78F10C2F04}"/>
              </a:ext>
            </a:extLst>
          </p:cNvPr>
          <p:cNvSpPr>
            <a:spLocks noGrp="1"/>
          </p:cNvSpPr>
          <p:nvPr>
            <p:ph type="sldNum" sz="quarter" idx="14"/>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308635723"/>
      </p:ext>
    </p:extLst>
  </p:cSld>
  <p:clrMapOvr>
    <a:masterClrMapping/>
  </p:clrMapOvr>
  <p:transition>
    <p:fade/>
  </p:transition>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ull image">
    <p:bg>
      <p:bgPr>
        <a:solidFill>
          <a:schemeClr val="tx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203DBBE-6C03-D7A8-39E1-5DF74F932DEE}"/>
              </a:ext>
            </a:extLst>
          </p:cNvPr>
          <p:cNvSpPr>
            <a:spLocks noGrp="1"/>
          </p:cNvSpPr>
          <p:nvPr>
            <p:ph type="pic" sz="quarter" idx="10"/>
          </p:nvPr>
        </p:nvSpPr>
        <p:spPr>
          <a:xfrm>
            <a:off x="0" y="0"/>
            <a:ext cx="12192000" cy="6858000"/>
          </a:xfrm>
          <a:custGeom>
            <a:avLst/>
            <a:gdLst>
              <a:gd name="connsiteX0" fmla="*/ 11328349 w 12192000"/>
              <a:gd name="connsiteY0" fmla="*/ 6455219 h 6858000"/>
              <a:gd name="connsiteX1" fmla="*/ 11260238 w 12192000"/>
              <a:gd name="connsiteY1" fmla="*/ 6574479 h 6858000"/>
              <a:gd name="connsiteX2" fmla="*/ 11339126 w 12192000"/>
              <a:gd name="connsiteY2" fmla="*/ 6574479 h 6858000"/>
              <a:gd name="connsiteX3" fmla="*/ 11407237 w 12192000"/>
              <a:gd name="connsiteY3" fmla="*/ 6455219 h 6858000"/>
              <a:gd name="connsiteX4" fmla="*/ 11633205 w 12192000"/>
              <a:gd name="connsiteY4" fmla="*/ 6336008 h 6858000"/>
              <a:gd name="connsiteX5" fmla="*/ 11565087 w 12192000"/>
              <a:gd name="connsiteY5" fmla="*/ 6455283 h 6858000"/>
              <a:gd name="connsiteX6" fmla="*/ 11486199 w 12192000"/>
              <a:gd name="connsiteY6" fmla="*/ 6455283 h 6858000"/>
              <a:gd name="connsiteX7" fmla="*/ 11418088 w 12192000"/>
              <a:gd name="connsiteY7" fmla="*/ 6574547 h 6858000"/>
              <a:gd name="connsiteX8" fmla="*/ 11496976 w 12192000"/>
              <a:gd name="connsiteY8" fmla="*/ 6574547 h 6858000"/>
              <a:gd name="connsiteX9" fmla="*/ 11565087 w 12192000"/>
              <a:gd name="connsiteY9" fmla="*/ 6455283 h 6858000"/>
              <a:gd name="connsiteX10" fmla="*/ 11643982 w 12192000"/>
              <a:gd name="connsiteY10" fmla="*/ 6455283 h 6858000"/>
              <a:gd name="connsiteX11" fmla="*/ 11712101 w 12192000"/>
              <a:gd name="connsiteY11" fmla="*/ 6336008 h 6858000"/>
              <a:gd name="connsiteX12" fmla="*/ 11475351 w 12192000"/>
              <a:gd name="connsiteY12" fmla="*/ 6335936 h 6858000"/>
              <a:gd name="connsiteX13" fmla="*/ 11407236 w 12192000"/>
              <a:gd name="connsiteY13" fmla="*/ 6455196 h 6858000"/>
              <a:gd name="connsiteX14" fmla="*/ 11486124 w 12192000"/>
              <a:gd name="connsiteY14" fmla="*/ 6455196 h 6858000"/>
              <a:gd name="connsiteX15" fmla="*/ 11554238 w 12192000"/>
              <a:gd name="connsiteY15" fmla="*/ 6335936 h 6858000"/>
              <a:gd name="connsiteX16" fmla="*/ 0 w 12192000"/>
              <a:gd name="connsiteY16" fmla="*/ 0 h 6858000"/>
              <a:gd name="connsiteX17" fmla="*/ 12192000 w 12192000"/>
              <a:gd name="connsiteY17" fmla="*/ 0 h 6858000"/>
              <a:gd name="connsiteX18" fmla="*/ 12192000 w 12192000"/>
              <a:gd name="connsiteY18" fmla="*/ 6858000 h 6858000"/>
              <a:gd name="connsiteX19" fmla="*/ 0 w 12192000"/>
              <a:gd name="connsiteY1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92000" h="6858000">
                <a:moveTo>
                  <a:pt x="11328349" y="6455219"/>
                </a:moveTo>
                <a:lnTo>
                  <a:pt x="11260238" y="6574479"/>
                </a:lnTo>
                <a:lnTo>
                  <a:pt x="11339126" y="6574479"/>
                </a:lnTo>
                <a:lnTo>
                  <a:pt x="11407237" y="6455219"/>
                </a:lnTo>
                <a:close/>
                <a:moveTo>
                  <a:pt x="11633205" y="6336008"/>
                </a:moveTo>
                <a:lnTo>
                  <a:pt x="11565087" y="6455283"/>
                </a:lnTo>
                <a:lnTo>
                  <a:pt x="11486199" y="6455283"/>
                </a:lnTo>
                <a:lnTo>
                  <a:pt x="11418088" y="6574547"/>
                </a:lnTo>
                <a:lnTo>
                  <a:pt x="11496976" y="6574547"/>
                </a:lnTo>
                <a:lnTo>
                  <a:pt x="11565087" y="6455283"/>
                </a:lnTo>
                <a:lnTo>
                  <a:pt x="11643982" y="6455283"/>
                </a:lnTo>
                <a:lnTo>
                  <a:pt x="11712101" y="6336008"/>
                </a:lnTo>
                <a:close/>
                <a:moveTo>
                  <a:pt x="11475351" y="6335936"/>
                </a:moveTo>
                <a:lnTo>
                  <a:pt x="11407236" y="6455196"/>
                </a:lnTo>
                <a:lnTo>
                  <a:pt x="11486124" y="6455196"/>
                </a:lnTo>
                <a:lnTo>
                  <a:pt x="11554238" y="6335936"/>
                </a:lnTo>
                <a:close/>
                <a:moveTo>
                  <a:pt x="0" y="0"/>
                </a:moveTo>
                <a:lnTo>
                  <a:pt x="12192000" y="0"/>
                </a:lnTo>
                <a:lnTo>
                  <a:pt x="12192000" y="6858000"/>
                </a:lnTo>
                <a:lnTo>
                  <a:pt x="0" y="6858000"/>
                </a:lnTo>
                <a:close/>
              </a:path>
            </a:pathLst>
          </a:custGeom>
          <a:solidFill>
            <a:schemeClr val="tx1">
              <a:lumMod val="85000"/>
            </a:schemeClr>
          </a:solidFill>
        </p:spPr>
        <p:txBody>
          <a:bodyPr wrap="square" anchor="ctr">
            <a:noAutofit/>
          </a:bodyPr>
          <a:lstStyle>
            <a:lvl1pPr marL="0" indent="0" algn="ctr">
              <a:buFontTx/>
              <a:buNone/>
              <a:defRPr sz="2400">
                <a:solidFill>
                  <a:schemeClr val="bg2"/>
                </a:solidFill>
              </a:defRPr>
            </a:lvl1pPr>
          </a:lstStyle>
          <a:p>
            <a:pPr marL="0" marR="0" lvl="0" indent="0" algn="ctr" defTabSz="914400" rtl="0" eaLnBrk="1" fontAlgn="auto" latinLnBrk="0" hangingPunct="1">
              <a:lnSpc>
                <a:spcPct val="90000"/>
              </a:lnSpc>
              <a:spcBef>
                <a:spcPts val="1000"/>
              </a:spcBef>
              <a:spcAft>
                <a:spcPts val="0"/>
              </a:spcAft>
              <a:buClr>
                <a:schemeClr val="accent3"/>
              </a:buClr>
              <a:buSzTx/>
              <a:buFontTx/>
              <a:buNone/>
              <a:tabLst/>
              <a:defRPr/>
            </a:pPr>
            <a:r>
              <a:rPr lang="en-US"/>
              <a:t>Click icon to add picture</a:t>
            </a:r>
            <a:endParaRPr lang="en-US" dirty="0"/>
          </a:p>
        </p:txBody>
      </p:sp>
      <p:sp>
        <p:nvSpPr>
          <p:cNvPr id="12" name="Date Placeholder 11">
            <a:extLst>
              <a:ext uri="{FF2B5EF4-FFF2-40B4-BE49-F238E27FC236}">
                <a16:creationId xmlns:a16="http://schemas.microsoft.com/office/drawing/2014/main" id="{7C40A14F-4F07-69E2-1326-3007406F4234}"/>
              </a:ext>
            </a:extLst>
          </p:cNvPr>
          <p:cNvSpPr>
            <a:spLocks noGrp="1"/>
          </p:cNvSpPr>
          <p:nvPr>
            <p:ph type="dt" sz="half" idx="11"/>
          </p:nvPr>
        </p:nvSpPr>
        <p:spPr/>
        <p:txBody>
          <a:bodyPr/>
          <a:lstStyle/>
          <a:p>
            <a:fld id="{FC20275D-F658-4E7A-AD9A-D9F0445659BB}" type="datetime1">
              <a:rPr lang="en-US" smtClean="0"/>
              <a:t>3/26/26</a:t>
            </a:fld>
            <a:endParaRPr lang="en-US"/>
          </a:p>
        </p:txBody>
      </p:sp>
      <p:sp>
        <p:nvSpPr>
          <p:cNvPr id="13" name="Footer Placeholder 12">
            <a:extLst>
              <a:ext uri="{FF2B5EF4-FFF2-40B4-BE49-F238E27FC236}">
                <a16:creationId xmlns:a16="http://schemas.microsoft.com/office/drawing/2014/main" id="{908492EC-B9D6-3516-49A5-4D83BA633D3F}"/>
              </a:ext>
            </a:extLst>
          </p:cNvPr>
          <p:cNvSpPr>
            <a:spLocks noGrp="1"/>
          </p:cNvSpPr>
          <p:nvPr>
            <p:ph type="ftr" sz="quarter" idx="12"/>
          </p:nvPr>
        </p:nvSpPr>
        <p:spPr/>
        <p:txBody>
          <a:bodyPr/>
          <a:lstStyle/>
          <a:p>
            <a:endParaRPr lang="en-US" dirty="0"/>
          </a:p>
        </p:txBody>
      </p:sp>
      <p:sp>
        <p:nvSpPr>
          <p:cNvPr id="14" name="Slide Number Placeholder 13">
            <a:extLst>
              <a:ext uri="{FF2B5EF4-FFF2-40B4-BE49-F238E27FC236}">
                <a16:creationId xmlns:a16="http://schemas.microsoft.com/office/drawing/2014/main" id="{DD6BD6B3-DD03-80A4-188F-13B02C860565}"/>
              </a:ext>
            </a:extLst>
          </p:cNvPr>
          <p:cNvSpPr>
            <a:spLocks noGrp="1"/>
          </p:cNvSpPr>
          <p:nvPr>
            <p:ph type="sldNum" sz="quarter" idx="13"/>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1712298142"/>
      </p:ext>
    </p:extLst>
  </p:cSld>
  <p:clrMapOvr>
    <a:masterClrMapping/>
  </p:clrMapOvr>
  <p:transition>
    <p:fade/>
  </p:transition>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A71AB4-FABC-AD7F-DC5E-7AB048A841B2}"/>
              </a:ext>
            </a:extLst>
          </p:cNvPr>
          <p:cNvSpPr>
            <a:spLocks noGrp="1"/>
          </p:cNvSpPr>
          <p:nvPr>
            <p:ph type="pic" idx="1"/>
          </p:nvPr>
        </p:nvSpPr>
        <p:spPr>
          <a:xfrm>
            <a:off x="476655" y="1516063"/>
            <a:ext cx="11235446" cy="4662487"/>
          </a:xfrm>
          <a:solidFill>
            <a:schemeClr val="tx1">
              <a:lumMod val="85000"/>
            </a:schemeClr>
          </a:solidFill>
        </p:spPr>
        <p:txBody>
          <a:bodyPr anchor="ctr"/>
          <a:lstStyle>
            <a:lvl1pPr marL="0" indent="0" algn="ctr">
              <a:buNone/>
              <a:defRPr sz="2400">
                <a:solidFill>
                  <a:schemeClr val="bg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4ECB52F9-55E6-8907-3ACA-87F0F8707D42}"/>
              </a:ext>
            </a:extLst>
          </p:cNvPr>
          <p:cNvSpPr>
            <a:spLocks noGrp="1"/>
          </p:cNvSpPr>
          <p:nvPr>
            <p:ph type="body" sz="half" idx="2" hasCustomPrompt="1"/>
          </p:nvPr>
        </p:nvSpPr>
        <p:spPr>
          <a:xfrm>
            <a:off x="476250" y="1074746"/>
            <a:ext cx="11237914" cy="441318"/>
          </a:xfrm>
        </p:spPr>
        <p:txBody>
          <a:bodyPr/>
          <a:lstStyle>
            <a:lvl1pPr marL="0" indent="0">
              <a:buNone/>
              <a:defRPr sz="1800" b="1">
                <a:solidFill>
                  <a:schemeClr val="accent1"/>
                </a:solidFill>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[Add sub-title]</a:t>
            </a:r>
          </a:p>
        </p:txBody>
      </p:sp>
      <p:sp>
        <p:nvSpPr>
          <p:cNvPr id="5" name="Date Placeholder 4">
            <a:extLst>
              <a:ext uri="{FF2B5EF4-FFF2-40B4-BE49-F238E27FC236}">
                <a16:creationId xmlns:a16="http://schemas.microsoft.com/office/drawing/2014/main" id="{0A44FFCD-8FC4-4311-5461-99C6A743353D}"/>
              </a:ext>
            </a:extLst>
          </p:cNvPr>
          <p:cNvSpPr>
            <a:spLocks noGrp="1"/>
          </p:cNvSpPr>
          <p:nvPr>
            <p:ph type="dt" sz="half" idx="10"/>
          </p:nvPr>
        </p:nvSpPr>
        <p:spPr/>
        <p:txBody>
          <a:bodyPr/>
          <a:lstStyle/>
          <a:p>
            <a:fld id="{F603DED7-D871-4C40-9B36-CE4ECB78B9EB}" type="datetime1">
              <a:rPr lang="en-US" smtClean="0"/>
              <a:t>3/26/26</a:t>
            </a:fld>
            <a:endParaRPr lang="en-US"/>
          </a:p>
        </p:txBody>
      </p:sp>
      <p:sp>
        <p:nvSpPr>
          <p:cNvPr id="6" name="Footer Placeholder 5">
            <a:extLst>
              <a:ext uri="{FF2B5EF4-FFF2-40B4-BE49-F238E27FC236}">
                <a16:creationId xmlns:a16="http://schemas.microsoft.com/office/drawing/2014/main" id="{CC5F0C82-FFBF-CB58-5074-F0309A13E7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0C6B92-F97E-8060-74F4-4016C85EE330}"/>
              </a:ext>
            </a:extLst>
          </p:cNvPr>
          <p:cNvSpPr>
            <a:spLocks noGrp="1"/>
          </p:cNvSpPr>
          <p:nvPr>
            <p:ph type="sldNum" sz="quarter" idx="12"/>
          </p:nvPr>
        </p:nvSpPr>
        <p:spPr/>
        <p:txBody>
          <a:bodyPr/>
          <a:lstStyle/>
          <a:p>
            <a:fld id="{16C30856-2FD0-40BB-988B-8BB8612257E2}" type="slidenum">
              <a:rPr lang="en-US" smtClean="0"/>
              <a:t>‹#›</a:t>
            </a:fld>
            <a:endParaRPr lang="en-US"/>
          </a:p>
        </p:txBody>
      </p:sp>
      <p:sp>
        <p:nvSpPr>
          <p:cNvPr id="8" name="Title 7">
            <a:extLst>
              <a:ext uri="{FF2B5EF4-FFF2-40B4-BE49-F238E27FC236}">
                <a16:creationId xmlns:a16="http://schemas.microsoft.com/office/drawing/2014/main" id="{B21642E7-920C-F5DB-3D1B-FA8FB2F5D6AC}"/>
              </a:ext>
            </a:extLst>
          </p:cNvPr>
          <p:cNvSpPr>
            <a:spLocks noGrp="1"/>
          </p:cNvSpPr>
          <p:nvPr>
            <p:ph type="title" hasCustomPrompt="1"/>
          </p:nvPr>
        </p:nvSpPr>
        <p:spPr>
          <a:xfrm>
            <a:off x="476655" y="365125"/>
            <a:ext cx="11235446" cy="709621"/>
          </a:xfrm>
        </p:spPr>
        <p:txBody>
          <a:bodyPr/>
          <a:lstStyle/>
          <a:p>
            <a:r>
              <a:rPr lang="en-US" dirty="0"/>
              <a:t>[Add headline]</a:t>
            </a:r>
          </a:p>
        </p:txBody>
      </p:sp>
    </p:spTree>
    <p:extLst>
      <p:ext uri="{BB962C8B-B14F-4D97-AF65-F5344CB8AC3E}">
        <p14:creationId xmlns:p14="http://schemas.microsoft.com/office/powerpoint/2010/main" val="456465795"/>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  ~ ">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1D31C27-33A2-C17A-EDCB-3787CEA9B52D}"/>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4" name="TextBox 3">
            <a:extLst>
              <a:ext uri="{FF2B5EF4-FFF2-40B4-BE49-F238E27FC236}">
                <a16:creationId xmlns:a16="http://schemas.microsoft.com/office/drawing/2014/main" id="{7067EE46-232A-3E52-B735-BB1BF31C5BCE}"/>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3726236049"/>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 Topics / List">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8F8D865-96FD-09B2-A2E6-49776B4790B8}"/>
              </a:ext>
            </a:extLst>
          </p:cNvPr>
          <p:cNvSpPr/>
          <p:nvPr userDrawn="1"/>
        </p:nvSpPr>
        <p:spPr>
          <a:xfrm flipV="1">
            <a:off x="-1" y="-2"/>
            <a:ext cx="5627076" cy="6858002"/>
          </a:xfrm>
          <a:custGeom>
            <a:avLst/>
            <a:gdLst>
              <a:gd name="connsiteX0" fmla="*/ 0 w 5627076"/>
              <a:gd name="connsiteY0" fmla="*/ 6858002 h 6858002"/>
              <a:gd name="connsiteX1" fmla="*/ 5627076 w 5627076"/>
              <a:gd name="connsiteY1" fmla="*/ 6858002 h 6858002"/>
              <a:gd name="connsiteX2" fmla="*/ 1355301 w 5627076"/>
              <a:gd name="connsiteY2" fmla="*/ 0 h 6858002"/>
              <a:gd name="connsiteX3" fmla="*/ 0 w 5627076"/>
              <a:gd name="connsiteY3" fmla="*/ 0 h 6858002"/>
            </a:gdLst>
            <a:ahLst/>
            <a:cxnLst>
              <a:cxn ang="0">
                <a:pos x="connsiteX0" y="connsiteY0"/>
              </a:cxn>
              <a:cxn ang="0">
                <a:pos x="connsiteX1" y="connsiteY1"/>
              </a:cxn>
              <a:cxn ang="0">
                <a:pos x="connsiteX2" y="connsiteY2"/>
              </a:cxn>
              <a:cxn ang="0">
                <a:pos x="connsiteX3" y="connsiteY3"/>
              </a:cxn>
            </a:cxnLst>
            <a:rect l="l" t="t" r="r" b="b"/>
            <a:pathLst>
              <a:path w="5627076" h="6858002">
                <a:moveTo>
                  <a:pt x="0" y="6858002"/>
                </a:moveTo>
                <a:lnTo>
                  <a:pt x="5627076" y="6858002"/>
                </a:lnTo>
                <a:lnTo>
                  <a:pt x="1355301" y="0"/>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j-lt"/>
            </a:endParaRPr>
          </a:p>
        </p:txBody>
      </p:sp>
      <p:sp>
        <p:nvSpPr>
          <p:cNvPr id="7" name="Title 1">
            <a:extLst>
              <a:ext uri="{FF2B5EF4-FFF2-40B4-BE49-F238E27FC236}">
                <a16:creationId xmlns:a16="http://schemas.microsoft.com/office/drawing/2014/main" id="{8A5421EC-B0D1-1851-FBE5-7F53DFF45E04}"/>
              </a:ext>
            </a:extLst>
          </p:cNvPr>
          <p:cNvSpPr>
            <a:spLocks noGrp="1"/>
          </p:cNvSpPr>
          <p:nvPr>
            <p:ph type="title" hasCustomPrompt="1"/>
          </p:nvPr>
        </p:nvSpPr>
        <p:spPr>
          <a:xfrm>
            <a:off x="476655" y="555171"/>
            <a:ext cx="3942945" cy="2873829"/>
          </a:xfrm>
        </p:spPr>
        <p:txBody>
          <a:bodyPr anchor="t">
            <a:normAutofit/>
          </a:bodyPr>
          <a:lstStyle>
            <a:lvl1pPr>
              <a:lnSpc>
                <a:spcPct val="100000"/>
              </a:lnSpc>
              <a:spcAft>
                <a:spcPts val="600"/>
              </a:spcAft>
              <a:defRPr sz="4000">
                <a:solidFill>
                  <a:schemeClr val="bg2"/>
                </a:solidFill>
              </a:defRPr>
            </a:lvl1pPr>
          </a:lstStyle>
          <a:p>
            <a:r>
              <a:rPr lang="en-US" dirty="0"/>
              <a:t>[Add headline]</a:t>
            </a:r>
          </a:p>
        </p:txBody>
      </p:sp>
      <p:sp>
        <p:nvSpPr>
          <p:cNvPr id="6" name="Date Placeholder 5">
            <a:extLst>
              <a:ext uri="{FF2B5EF4-FFF2-40B4-BE49-F238E27FC236}">
                <a16:creationId xmlns:a16="http://schemas.microsoft.com/office/drawing/2014/main" id="{051A0023-D981-B14B-A4F9-A40A982F1DA4}"/>
              </a:ext>
            </a:extLst>
          </p:cNvPr>
          <p:cNvSpPr>
            <a:spLocks noGrp="1"/>
          </p:cNvSpPr>
          <p:nvPr>
            <p:ph type="dt" sz="half" idx="11"/>
          </p:nvPr>
        </p:nvSpPr>
        <p:spPr/>
        <p:txBody>
          <a:bodyPr/>
          <a:lstStyle/>
          <a:p>
            <a:fld id="{2FD36DF1-0EFA-467F-ACE6-A6B1BFFA7015}" type="datetime1">
              <a:rPr lang="en-US" smtClean="0"/>
              <a:t>3/26/26</a:t>
            </a:fld>
            <a:endParaRPr lang="en-US"/>
          </a:p>
        </p:txBody>
      </p:sp>
      <p:sp>
        <p:nvSpPr>
          <p:cNvPr id="10" name="Footer Placeholder 9">
            <a:extLst>
              <a:ext uri="{FF2B5EF4-FFF2-40B4-BE49-F238E27FC236}">
                <a16:creationId xmlns:a16="http://schemas.microsoft.com/office/drawing/2014/main" id="{FBCAD040-90A4-F373-D928-1CF0CA5B664C}"/>
              </a:ext>
            </a:extLst>
          </p:cNvPr>
          <p:cNvSpPr>
            <a:spLocks noGrp="1"/>
          </p:cNvSpPr>
          <p:nvPr>
            <p:ph type="ftr" sz="quarter" idx="12"/>
          </p:nvPr>
        </p:nvSpPr>
        <p:spPr/>
        <p:txBody>
          <a:bodyPr/>
          <a:lstStyle/>
          <a:p>
            <a:endParaRPr lang="en-US" dirty="0"/>
          </a:p>
        </p:txBody>
      </p:sp>
      <p:sp>
        <p:nvSpPr>
          <p:cNvPr id="11" name="Slide Number Placeholder 10">
            <a:extLst>
              <a:ext uri="{FF2B5EF4-FFF2-40B4-BE49-F238E27FC236}">
                <a16:creationId xmlns:a16="http://schemas.microsoft.com/office/drawing/2014/main" id="{6F661567-D826-E257-E4B1-FCB72926A775}"/>
              </a:ext>
            </a:extLst>
          </p:cNvPr>
          <p:cNvSpPr>
            <a:spLocks noGrp="1"/>
          </p:cNvSpPr>
          <p:nvPr>
            <p:ph type="sldNum" sz="quarter" idx="13"/>
          </p:nvPr>
        </p:nvSpPr>
        <p:spPr/>
        <p:txBody>
          <a:bodyPr/>
          <a:lstStyle/>
          <a:p>
            <a:fld id="{16C30856-2FD0-40BB-988B-8BB8612257E2}" type="slidenum">
              <a:rPr lang="en-US" smtClean="0"/>
              <a:pPr/>
              <a:t>‹#›</a:t>
            </a:fld>
            <a:endParaRPr lang="en-US"/>
          </a:p>
        </p:txBody>
      </p:sp>
      <p:sp>
        <p:nvSpPr>
          <p:cNvPr id="2" name="Text Placeholder 40">
            <a:extLst>
              <a:ext uri="{FF2B5EF4-FFF2-40B4-BE49-F238E27FC236}">
                <a16:creationId xmlns:a16="http://schemas.microsoft.com/office/drawing/2014/main" id="{2096B9FB-B2D9-759B-8AEC-03291D203AFC}"/>
              </a:ext>
            </a:extLst>
          </p:cNvPr>
          <p:cNvSpPr>
            <a:spLocks noGrp="1"/>
          </p:cNvSpPr>
          <p:nvPr>
            <p:ph type="body" sz="quarter" idx="19" hasCustomPrompt="1"/>
          </p:nvPr>
        </p:nvSpPr>
        <p:spPr>
          <a:xfrm>
            <a:off x="7295669" y="1121987"/>
            <a:ext cx="4371398" cy="1092046"/>
          </a:xfrm>
        </p:spPr>
        <p:txBody>
          <a:bodyPr anchor="t">
            <a:noAutofit/>
          </a:bodyPr>
          <a:lstStyle>
            <a:lvl1pPr marL="0" indent="0" algn="l">
              <a:lnSpc>
                <a:spcPct val="90000"/>
              </a:lnSpc>
              <a:spcBef>
                <a:spcPts val="600"/>
              </a:spcBef>
              <a:spcAft>
                <a:spcPts val="0"/>
              </a:spcAft>
              <a:buFont typeface="Arial" panose="020B0604020202020204" pitchFamily="34" charset="0"/>
              <a:buChar char="​"/>
              <a:defRPr sz="1800" b="0" cap="none" baseline="0">
                <a:solidFill>
                  <a:schemeClr val="tx1"/>
                </a:solidFill>
                <a:latin typeface="+mn-lt"/>
              </a:defRPr>
            </a:lvl1pPr>
            <a:lvl2pPr marL="0" indent="0" algn="l">
              <a:lnSpc>
                <a:spcPct val="90000"/>
              </a:lnSpc>
              <a:spcBef>
                <a:spcPts val="6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None/>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vl6pPr marL="2286000" indent="0">
              <a:buNone/>
              <a:defRPr/>
            </a:lvl6pPr>
          </a:lstStyle>
          <a:p>
            <a:pPr lvl="0"/>
            <a:r>
              <a:rPr lang="en-US" dirty="0"/>
              <a:t>[Add text] “enter” + “tab” to add content</a:t>
            </a:r>
          </a:p>
          <a:p>
            <a:pPr lvl="1"/>
            <a:r>
              <a:rPr lang="en-US" dirty="0"/>
              <a:t>Second level</a:t>
            </a:r>
          </a:p>
        </p:txBody>
      </p:sp>
      <p:sp>
        <p:nvSpPr>
          <p:cNvPr id="9" name="Text Placeholder 40">
            <a:extLst>
              <a:ext uri="{FF2B5EF4-FFF2-40B4-BE49-F238E27FC236}">
                <a16:creationId xmlns:a16="http://schemas.microsoft.com/office/drawing/2014/main" id="{7E2A1743-9F72-F5E8-CD7D-8955B76727D3}"/>
              </a:ext>
            </a:extLst>
          </p:cNvPr>
          <p:cNvSpPr>
            <a:spLocks noGrp="1"/>
          </p:cNvSpPr>
          <p:nvPr>
            <p:ph type="body" sz="quarter" idx="24" hasCustomPrompt="1"/>
          </p:nvPr>
        </p:nvSpPr>
        <p:spPr>
          <a:xfrm>
            <a:off x="6555531" y="944305"/>
            <a:ext cx="571758" cy="571758"/>
          </a:xfrm>
          <a:prstGeom prst="ellipse">
            <a:avLst/>
          </a:prstGeom>
          <a:solidFill>
            <a:schemeClr val="bg2"/>
          </a:solidFill>
          <a:ln w="25400">
            <a:gradFill flip="none" rotWithShape="1">
              <a:gsLst>
                <a:gs pos="0">
                  <a:schemeClr val="accent1"/>
                </a:gs>
                <a:gs pos="100000">
                  <a:schemeClr val="accent2"/>
                </a:gs>
              </a:gsLst>
              <a:lin ang="0" scaled="1"/>
              <a:tileRect/>
            </a:gradFill>
          </a:ln>
        </p:spPr>
        <p:txBody>
          <a:bodyPr anchor="ctr">
            <a:noAutofit/>
          </a:bodyPr>
          <a:lstStyle>
            <a:lvl1pPr marL="0" indent="0" algn="ctr">
              <a:lnSpc>
                <a:spcPct val="90000"/>
              </a:lnSpc>
              <a:spcBef>
                <a:spcPts val="200"/>
              </a:spcBef>
              <a:spcAft>
                <a:spcPts val="0"/>
              </a:spcAft>
              <a:buFont typeface="Arial" panose="020B0604020202020204" pitchFamily="34" charset="0"/>
              <a:buChar char="​"/>
              <a:defRPr sz="2400" b="0" cap="none" baseline="0">
                <a:solidFill>
                  <a:schemeClr val="accent1"/>
                </a:solidFill>
                <a:latin typeface="+mn-lt"/>
              </a:defRPr>
            </a:lvl1pPr>
            <a:lvl2pPr marL="0" indent="0" algn="ctr">
              <a:lnSpc>
                <a:spcPct val="90000"/>
              </a:lnSpc>
              <a:spcBef>
                <a:spcPts val="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a:t>
            </a:r>
          </a:p>
        </p:txBody>
      </p:sp>
      <p:sp>
        <p:nvSpPr>
          <p:cNvPr id="12" name="Text Placeholder 42">
            <a:extLst>
              <a:ext uri="{FF2B5EF4-FFF2-40B4-BE49-F238E27FC236}">
                <a16:creationId xmlns:a16="http://schemas.microsoft.com/office/drawing/2014/main" id="{AF539238-7D3D-0BEF-56CB-43BE0AD715B4}"/>
              </a:ext>
            </a:extLst>
          </p:cNvPr>
          <p:cNvSpPr>
            <a:spLocks noGrp="1"/>
          </p:cNvSpPr>
          <p:nvPr>
            <p:ph type="body" sz="quarter" idx="25" hasCustomPrompt="1"/>
          </p:nvPr>
        </p:nvSpPr>
        <p:spPr>
          <a:xfrm>
            <a:off x="5426059" y="2726198"/>
            <a:ext cx="571758" cy="571758"/>
          </a:xfrm>
          <a:prstGeom prst="ellipse">
            <a:avLst/>
          </a:prstGeom>
          <a:solidFill>
            <a:schemeClr val="bg2"/>
          </a:solidFill>
          <a:ln w="25400">
            <a:gradFill flip="none" rotWithShape="1">
              <a:gsLst>
                <a:gs pos="0">
                  <a:schemeClr val="accent1"/>
                </a:gs>
                <a:gs pos="100000">
                  <a:schemeClr val="accent2"/>
                </a:gs>
              </a:gsLst>
              <a:lin ang="0" scaled="1"/>
              <a:tileRect/>
            </a:gradFill>
          </a:ln>
        </p:spPr>
        <p:txBody>
          <a:bodyPr anchor="ctr">
            <a:noAutofit/>
          </a:bodyPr>
          <a:lstStyle>
            <a:lvl1pPr marL="0" indent="0" algn="ctr">
              <a:lnSpc>
                <a:spcPct val="90000"/>
              </a:lnSpc>
              <a:spcBef>
                <a:spcPts val="200"/>
              </a:spcBef>
              <a:spcAft>
                <a:spcPts val="0"/>
              </a:spcAft>
              <a:buFont typeface="Arial" panose="020B0604020202020204" pitchFamily="34" charset="0"/>
              <a:buNone/>
              <a:defRPr sz="2400" b="0" cap="none" baseline="0">
                <a:solidFill>
                  <a:schemeClr val="accent1"/>
                </a:solidFill>
                <a:latin typeface="+mn-lt"/>
              </a:defRPr>
            </a:lvl1pPr>
            <a:lvl2pPr marL="0" indent="0" algn="ctr">
              <a:lnSpc>
                <a:spcPct val="90000"/>
              </a:lnSpc>
              <a:spcBef>
                <a:spcPts val="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marL="0" marR="0" lvl="0" indent="0" algn="ctr" defTabSz="914400" rtl="0" eaLnBrk="1" fontAlgn="auto" latinLnBrk="0" hangingPunct="1">
              <a:lnSpc>
                <a:spcPct val="90000"/>
              </a:lnSpc>
              <a:spcBef>
                <a:spcPts val="200"/>
              </a:spcBef>
              <a:spcAft>
                <a:spcPts val="0"/>
              </a:spcAft>
              <a:buClr>
                <a:schemeClr val="accent3"/>
              </a:buClr>
              <a:buSzTx/>
              <a:buFont typeface="Arial" panose="020B0604020202020204" pitchFamily="34" charset="0"/>
              <a:buChar char="​"/>
              <a:tabLst/>
              <a:defRPr/>
            </a:pPr>
            <a:r>
              <a:rPr lang="en-US" dirty="0"/>
              <a:t>##</a:t>
            </a:r>
          </a:p>
        </p:txBody>
      </p:sp>
      <p:sp>
        <p:nvSpPr>
          <p:cNvPr id="13" name="Text Placeholder 46">
            <a:extLst>
              <a:ext uri="{FF2B5EF4-FFF2-40B4-BE49-F238E27FC236}">
                <a16:creationId xmlns:a16="http://schemas.microsoft.com/office/drawing/2014/main" id="{24C9999E-12DC-CCAB-C571-FA4A92546934}"/>
              </a:ext>
            </a:extLst>
          </p:cNvPr>
          <p:cNvSpPr>
            <a:spLocks noGrp="1"/>
          </p:cNvSpPr>
          <p:nvPr>
            <p:ph type="body" sz="quarter" idx="26" hasCustomPrompt="1"/>
          </p:nvPr>
        </p:nvSpPr>
        <p:spPr>
          <a:xfrm>
            <a:off x="4324498" y="4508091"/>
            <a:ext cx="571758" cy="571758"/>
          </a:xfrm>
          <a:prstGeom prst="ellipse">
            <a:avLst/>
          </a:prstGeom>
          <a:solidFill>
            <a:schemeClr val="bg2"/>
          </a:solidFill>
          <a:ln w="25400">
            <a:gradFill flip="none" rotWithShape="1">
              <a:gsLst>
                <a:gs pos="0">
                  <a:schemeClr val="accent1"/>
                </a:gs>
                <a:gs pos="100000">
                  <a:schemeClr val="accent2"/>
                </a:gs>
              </a:gsLst>
              <a:lin ang="0" scaled="1"/>
              <a:tileRect/>
            </a:gradFill>
          </a:ln>
        </p:spPr>
        <p:txBody>
          <a:bodyPr anchor="ctr">
            <a:noAutofit/>
          </a:bodyPr>
          <a:lstStyle>
            <a:lvl1pPr marL="0" indent="0" algn="ctr">
              <a:lnSpc>
                <a:spcPct val="90000"/>
              </a:lnSpc>
              <a:spcBef>
                <a:spcPts val="200"/>
              </a:spcBef>
              <a:spcAft>
                <a:spcPts val="0"/>
              </a:spcAft>
              <a:buFont typeface="Arial" panose="020B0604020202020204" pitchFamily="34" charset="0"/>
              <a:buNone/>
              <a:defRPr sz="2400" b="0" cap="none" baseline="0">
                <a:solidFill>
                  <a:schemeClr val="accent1"/>
                </a:solidFill>
                <a:latin typeface="+mn-lt"/>
              </a:defRPr>
            </a:lvl1pPr>
            <a:lvl2pPr marL="0" indent="0" algn="ctr">
              <a:lnSpc>
                <a:spcPct val="90000"/>
              </a:lnSpc>
              <a:spcBef>
                <a:spcPts val="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marL="0" marR="0" lvl="0" indent="0" algn="ctr" defTabSz="914400" rtl="0" eaLnBrk="1" fontAlgn="auto" latinLnBrk="0" hangingPunct="1">
              <a:lnSpc>
                <a:spcPct val="90000"/>
              </a:lnSpc>
              <a:spcBef>
                <a:spcPts val="200"/>
              </a:spcBef>
              <a:spcAft>
                <a:spcPts val="0"/>
              </a:spcAft>
              <a:buClr>
                <a:schemeClr val="accent3"/>
              </a:buClr>
              <a:buSzTx/>
              <a:buFont typeface="Arial" panose="020B0604020202020204" pitchFamily="34" charset="0"/>
              <a:buChar char="​"/>
              <a:tabLst/>
              <a:defRPr/>
            </a:pPr>
            <a:r>
              <a:rPr lang="en-US" dirty="0"/>
              <a:t>##</a:t>
            </a:r>
          </a:p>
        </p:txBody>
      </p:sp>
      <p:sp>
        <p:nvSpPr>
          <p:cNvPr id="16" name="Text Placeholder 40">
            <a:extLst>
              <a:ext uri="{FF2B5EF4-FFF2-40B4-BE49-F238E27FC236}">
                <a16:creationId xmlns:a16="http://schemas.microsoft.com/office/drawing/2014/main" id="{15E35BD6-A8D0-D086-B7C9-09DFE7C36C50}"/>
              </a:ext>
            </a:extLst>
          </p:cNvPr>
          <p:cNvSpPr>
            <a:spLocks noGrp="1"/>
          </p:cNvSpPr>
          <p:nvPr>
            <p:ph type="body" sz="quarter" idx="27" hasCustomPrompt="1"/>
          </p:nvPr>
        </p:nvSpPr>
        <p:spPr>
          <a:xfrm>
            <a:off x="6144203" y="2882976"/>
            <a:ext cx="4371398" cy="1092046"/>
          </a:xfrm>
        </p:spPr>
        <p:txBody>
          <a:bodyPr anchor="t">
            <a:noAutofit/>
          </a:bodyPr>
          <a:lstStyle>
            <a:lvl1pPr marL="0" indent="0" algn="l">
              <a:lnSpc>
                <a:spcPct val="90000"/>
              </a:lnSpc>
              <a:spcBef>
                <a:spcPts val="600"/>
              </a:spcBef>
              <a:spcAft>
                <a:spcPts val="0"/>
              </a:spcAft>
              <a:buFont typeface="Arial" panose="020B0604020202020204" pitchFamily="34" charset="0"/>
              <a:buChar char="​"/>
              <a:defRPr sz="1800" b="0" cap="none" baseline="0">
                <a:solidFill>
                  <a:schemeClr val="tx1"/>
                </a:solidFill>
                <a:latin typeface="+mn-lt"/>
              </a:defRPr>
            </a:lvl1pPr>
            <a:lvl2pPr marL="0" indent="0" algn="l">
              <a:lnSpc>
                <a:spcPct val="90000"/>
              </a:lnSpc>
              <a:spcBef>
                <a:spcPts val="6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[Add text] “enter” + “tab” to add content</a:t>
            </a:r>
          </a:p>
          <a:p>
            <a:pPr lvl="1"/>
            <a:r>
              <a:rPr lang="en-US" dirty="0"/>
              <a:t>Second level</a:t>
            </a:r>
          </a:p>
        </p:txBody>
      </p:sp>
      <p:sp>
        <p:nvSpPr>
          <p:cNvPr id="17" name="Text Placeholder 40">
            <a:extLst>
              <a:ext uri="{FF2B5EF4-FFF2-40B4-BE49-F238E27FC236}">
                <a16:creationId xmlns:a16="http://schemas.microsoft.com/office/drawing/2014/main" id="{88984719-91A4-1AF8-2BA4-D5FD844BAD83}"/>
              </a:ext>
            </a:extLst>
          </p:cNvPr>
          <p:cNvSpPr>
            <a:spLocks noGrp="1"/>
          </p:cNvSpPr>
          <p:nvPr>
            <p:ph type="body" sz="quarter" idx="28" hasCustomPrompt="1"/>
          </p:nvPr>
        </p:nvSpPr>
        <p:spPr>
          <a:xfrm>
            <a:off x="5109970" y="4664869"/>
            <a:ext cx="4371398" cy="1092046"/>
          </a:xfrm>
        </p:spPr>
        <p:txBody>
          <a:bodyPr anchor="t">
            <a:noAutofit/>
          </a:bodyPr>
          <a:lstStyle>
            <a:lvl1pPr marL="0" indent="0" algn="l">
              <a:lnSpc>
                <a:spcPct val="90000"/>
              </a:lnSpc>
              <a:spcBef>
                <a:spcPts val="600"/>
              </a:spcBef>
              <a:spcAft>
                <a:spcPts val="0"/>
              </a:spcAft>
              <a:buFont typeface="Arial" panose="020B0604020202020204" pitchFamily="34" charset="0"/>
              <a:buChar char="​"/>
              <a:defRPr sz="1800" b="0" cap="none" baseline="0">
                <a:solidFill>
                  <a:schemeClr val="tx1"/>
                </a:solidFill>
                <a:latin typeface="+mn-lt"/>
              </a:defRPr>
            </a:lvl1pPr>
            <a:lvl2pPr marL="0" indent="0" algn="l">
              <a:lnSpc>
                <a:spcPct val="90000"/>
              </a:lnSpc>
              <a:spcBef>
                <a:spcPts val="6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[Add text] “enter” + “tab” to add content</a:t>
            </a:r>
          </a:p>
          <a:p>
            <a:pPr lvl="1"/>
            <a:r>
              <a:rPr lang="en-US" dirty="0"/>
              <a:t>Second level</a:t>
            </a:r>
          </a:p>
        </p:txBody>
      </p:sp>
    </p:spTree>
    <p:extLst>
      <p:ext uri="{BB962C8B-B14F-4D97-AF65-F5344CB8AC3E}">
        <p14:creationId xmlns:p14="http://schemas.microsoft.com/office/powerpoint/2010/main" val="2260535882"/>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 Topics /  Lis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256CB0B-8772-2148-F394-EBB730700C8D}"/>
              </a:ext>
            </a:extLst>
          </p:cNvPr>
          <p:cNvSpPr/>
          <p:nvPr userDrawn="1"/>
        </p:nvSpPr>
        <p:spPr>
          <a:xfrm>
            <a:off x="8899730" y="1749117"/>
            <a:ext cx="2063908" cy="3889683"/>
          </a:xfrm>
          <a:prstGeom prst="rect">
            <a:avLst/>
          </a:prstGeom>
          <a:noFill/>
          <a:ln w="952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4F6FE"/>
              </a:solidFill>
              <a:effectLst/>
              <a:uLnTx/>
              <a:uFillTx/>
              <a:latin typeface="+mn-lt"/>
              <a:ea typeface="+mn-ea"/>
              <a:cs typeface="+mn-cs"/>
            </a:endParaRPr>
          </a:p>
        </p:txBody>
      </p:sp>
      <p:sp>
        <p:nvSpPr>
          <p:cNvPr id="15" name="Rectangle 14">
            <a:extLst>
              <a:ext uri="{FF2B5EF4-FFF2-40B4-BE49-F238E27FC236}">
                <a16:creationId xmlns:a16="http://schemas.microsoft.com/office/drawing/2014/main" id="{C682DE72-ABDB-CF06-8954-11C4621E8FF7}"/>
              </a:ext>
            </a:extLst>
          </p:cNvPr>
          <p:cNvSpPr/>
          <p:nvPr userDrawn="1"/>
        </p:nvSpPr>
        <p:spPr>
          <a:xfrm>
            <a:off x="6096000" y="1749117"/>
            <a:ext cx="2063908" cy="3889683"/>
          </a:xfrm>
          <a:prstGeom prst="rect">
            <a:avLst/>
          </a:prstGeom>
          <a:noFill/>
          <a:ln w="952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4F6FE"/>
              </a:solidFill>
              <a:effectLst/>
              <a:uLnTx/>
              <a:uFillTx/>
              <a:latin typeface="+mn-lt"/>
              <a:ea typeface="+mn-ea"/>
              <a:cs typeface="+mn-cs"/>
            </a:endParaRPr>
          </a:p>
        </p:txBody>
      </p:sp>
      <p:sp>
        <p:nvSpPr>
          <p:cNvPr id="16" name="Rectangle 15">
            <a:extLst>
              <a:ext uri="{FF2B5EF4-FFF2-40B4-BE49-F238E27FC236}">
                <a16:creationId xmlns:a16="http://schemas.microsoft.com/office/drawing/2014/main" id="{54D3AEC6-28E3-49B9-7D11-B8B569766787}"/>
              </a:ext>
            </a:extLst>
          </p:cNvPr>
          <p:cNvSpPr/>
          <p:nvPr userDrawn="1"/>
        </p:nvSpPr>
        <p:spPr>
          <a:xfrm>
            <a:off x="3279980" y="1749117"/>
            <a:ext cx="2063908" cy="3889683"/>
          </a:xfrm>
          <a:prstGeom prst="rect">
            <a:avLst/>
          </a:prstGeom>
          <a:noFill/>
          <a:ln w="952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4F6FE"/>
              </a:solidFill>
              <a:effectLst/>
              <a:uLnTx/>
              <a:uFillTx/>
              <a:latin typeface="+mn-lt"/>
              <a:ea typeface="+mn-ea"/>
              <a:cs typeface="+mn-cs"/>
            </a:endParaRPr>
          </a:p>
        </p:txBody>
      </p:sp>
      <p:sp>
        <p:nvSpPr>
          <p:cNvPr id="17" name="Rectangle 16">
            <a:extLst>
              <a:ext uri="{FF2B5EF4-FFF2-40B4-BE49-F238E27FC236}">
                <a16:creationId xmlns:a16="http://schemas.microsoft.com/office/drawing/2014/main" id="{BA429318-9662-5A08-72CD-07F07B183DAF}"/>
              </a:ext>
            </a:extLst>
          </p:cNvPr>
          <p:cNvSpPr/>
          <p:nvPr userDrawn="1"/>
        </p:nvSpPr>
        <p:spPr>
          <a:xfrm>
            <a:off x="476250" y="1749117"/>
            <a:ext cx="2063908" cy="3889683"/>
          </a:xfrm>
          <a:prstGeom prst="rect">
            <a:avLst/>
          </a:prstGeom>
          <a:noFill/>
          <a:ln w="952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4F6FE"/>
              </a:solidFill>
              <a:effectLst/>
              <a:uLnTx/>
              <a:uFillTx/>
              <a:latin typeface="+mn-lt"/>
              <a:ea typeface="+mn-ea"/>
              <a:cs typeface="+mn-cs"/>
            </a:endParaRPr>
          </a:p>
        </p:txBody>
      </p:sp>
      <p:sp>
        <p:nvSpPr>
          <p:cNvPr id="2" name="Title 1">
            <a:extLst>
              <a:ext uri="{FF2B5EF4-FFF2-40B4-BE49-F238E27FC236}">
                <a16:creationId xmlns:a16="http://schemas.microsoft.com/office/drawing/2014/main" id="{CEE913D1-FA5D-AA51-7BE2-537BC0D376C6}"/>
              </a:ext>
            </a:extLst>
          </p:cNvPr>
          <p:cNvSpPr>
            <a:spLocks noGrp="1"/>
          </p:cNvSpPr>
          <p:nvPr>
            <p:ph type="title" hasCustomPrompt="1"/>
          </p:nvPr>
        </p:nvSpPr>
        <p:spPr/>
        <p:txBody>
          <a:bodyPr/>
          <a:lstStyle/>
          <a:p>
            <a:r>
              <a:rPr lang="en-US" dirty="0"/>
              <a:t>[Add headline]</a:t>
            </a:r>
          </a:p>
        </p:txBody>
      </p:sp>
      <p:sp>
        <p:nvSpPr>
          <p:cNvPr id="3" name="Date Placeholder 2">
            <a:extLst>
              <a:ext uri="{FF2B5EF4-FFF2-40B4-BE49-F238E27FC236}">
                <a16:creationId xmlns:a16="http://schemas.microsoft.com/office/drawing/2014/main" id="{84578097-B5DC-96C8-0C3C-3FFFBC2BA62F}"/>
              </a:ext>
            </a:extLst>
          </p:cNvPr>
          <p:cNvSpPr>
            <a:spLocks noGrp="1"/>
          </p:cNvSpPr>
          <p:nvPr>
            <p:ph type="dt" sz="half" idx="10"/>
          </p:nvPr>
        </p:nvSpPr>
        <p:spPr/>
        <p:txBody>
          <a:bodyPr/>
          <a:lstStyle/>
          <a:p>
            <a:fld id="{0041AAAD-936D-42D9-9338-95D87D419747}" type="datetime1">
              <a:rPr lang="en-US" smtClean="0"/>
              <a:t>3/26/26</a:t>
            </a:fld>
            <a:endParaRPr lang="en-US"/>
          </a:p>
        </p:txBody>
      </p:sp>
      <p:sp>
        <p:nvSpPr>
          <p:cNvPr id="4" name="Footer Placeholder 3">
            <a:extLst>
              <a:ext uri="{FF2B5EF4-FFF2-40B4-BE49-F238E27FC236}">
                <a16:creationId xmlns:a16="http://schemas.microsoft.com/office/drawing/2014/main" id="{35AE171C-DF8C-0DF4-D063-59012A2EF68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630F029-9D4E-6DB1-FC78-FD05C488ECC6}"/>
              </a:ext>
            </a:extLst>
          </p:cNvPr>
          <p:cNvSpPr>
            <a:spLocks noGrp="1"/>
          </p:cNvSpPr>
          <p:nvPr>
            <p:ph type="sldNum" sz="quarter" idx="12"/>
          </p:nvPr>
        </p:nvSpPr>
        <p:spPr/>
        <p:txBody>
          <a:bodyPr/>
          <a:lstStyle/>
          <a:p>
            <a:fld id="{16C30856-2FD0-40BB-988B-8BB8612257E2}" type="slidenum">
              <a:rPr lang="en-US" smtClean="0"/>
              <a:pPr/>
              <a:t>‹#›</a:t>
            </a:fld>
            <a:endParaRPr lang="en-US"/>
          </a:p>
        </p:txBody>
      </p:sp>
      <p:sp>
        <p:nvSpPr>
          <p:cNvPr id="10" name="Text Placeholder 40">
            <a:extLst>
              <a:ext uri="{FF2B5EF4-FFF2-40B4-BE49-F238E27FC236}">
                <a16:creationId xmlns:a16="http://schemas.microsoft.com/office/drawing/2014/main" id="{4B7A3F10-F9C6-2DEF-3255-5D66542E464D}"/>
              </a:ext>
            </a:extLst>
          </p:cNvPr>
          <p:cNvSpPr>
            <a:spLocks noGrp="1"/>
          </p:cNvSpPr>
          <p:nvPr>
            <p:ph type="body" sz="quarter" idx="19" hasCustomPrompt="1"/>
          </p:nvPr>
        </p:nvSpPr>
        <p:spPr>
          <a:xfrm>
            <a:off x="649336" y="2542162"/>
            <a:ext cx="1729562" cy="2844987"/>
          </a:xfrm>
        </p:spPr>
        <p:txBody>
          <a:bodyPr anchor="t">
            <a:noAutofit/>
          </a:bodyPr>
          <a:lstStyle>
            <a:lvl1pPr marL="0" indent="0" algn="ctr">
              <a:lnSpc>
                <a:spcPct val="90000"/>
              </a:lnSpc>
              <a:spcBef>
                <a:spcPts val="1200"/>
              </a:spcBef>
              <a:spcAft>
                <a:spcPts val="0"/>
              </a:spcAft>
              <a:buFont typeface="Arial" panose="020B0604020202020204" pitchFamily="34" charset="0"/>
              <a:buChar char="​"/>
              <a:defRPr sz="1800" b="0" cap="none" baseline="0">
                <a:solidFill>
                  <a:schemeClr val="accent1"/>
                </a:solidFill>
                <a:latin typeface="+mn-lt"/>
              </a:defRPr>
            </a:lvl1pPr>
            <a:lvl2pPr marL="0" indent="0" algn="ctr">
              <a:lnSpc>
                <a:spcPct val="90000"/>
              </a:lnSpc>
              <a:spcBef>
                <a:spcPts val="1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[Title] </a:t>
            </a:r>
            <a:br>
              <a:rPr lang="en-US" dirty="0"/>
            </a:br>
            <a:r>
              <a:rPr lang="en-US" dirty="0"/>
              <a:t>“enter” + “tab” to add content</a:t>
            </a:r>
          </a:p>
          <a:p>
            <a:pPr lvl="1"/>
            <a:r>
              <a:rPr lang="en-US" dirty="0"/>
              <a:t>Second level</a:t>
            </a:r>
          </a:p>
        </p:txBody>
      </p:sp>
      <p:sp>
        <p:nvSpPr>
          <p:cNvPr id="11" name="Text Placeholder 42">
            <a:extLst>
              <a:ext uri="{FF2B5EF4-FFF2-40B4-BE49-F238E27FC236}">
                <a16:creationId xmlns:a16="http://schemas.microsoft.com/office/drawing/2014/main" id="{B534BD12-F515-A24D-1B5C-36D77F71F74A}"/>
              </a:ext>
            </a:extLst>
          </p:cNvPr>
          <p:cNvSpPr>
            <a:spLocks noGrp="1"/>
          </p:cNvSpPr>
          <p:nvPr>
            <p:ph type="body" sz="quarter" idx="20" hasCustomPrompt="1"/>
          </p:nvPr>
        </p:nvSpPr>
        <p:spPr>
          <a:xfrm>
            <a:off x="3464811" y="2541052"/>
            <a:ext cx="1726662" cy="2847405"/>
          </a:xfrm>
        </p:spPr>
        <p:txBody>
          <a:bodyPr anchor="t">
            <a:noAutofit/>
          </a:bodyPr>
          <a:lstStyle>
            <a:lvl1pPr marL="0" indent="0" algn="ctr">
              <a:lnSpc>
                <a:spcPct val="90000"/>
              </a:lnSpc>
              <a:spcBef>
                <a:spcPts val="1200"/>
              </a:spcBef>
              <a:spcAft>
                <a:spcPts val="0"/>
              </a:spcAft>
              <a:buFont typeface="Arial" panose="020B0604020202020204" pitchFamily="34" charset="0"/>
              <a:buNone/>
              <a:defRPr sz="1800" b="0" cap="none" baseline="0">
                <a:solidFill>
                  <a:schemeClr val="accent1"/>
                </a:solidFill>
                <a:latin typeface="+mn-lt"/>
              </a:defRPr>
            </a:lvl1pPr>
            <a:lvl2pPr marL="0" indent="0" algn="ctr">
              <a:lnSpc>
                <a:spcPct val="90000"/>
              </a:lnSpc>
              <a:spcBef>
                <a:spcPts val="1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marL="0" marR="0" lvl="0" indent="0" algn="ctr" defTabSz="914400" rtl="0" eaLnBrk="1" fontAlgn="auto" latinLnBrk="0" hangingPunct="1">
              <a:lnSpc>
                <a:spcPct val="90000"/>
              </a:lnSpc>
              <a:spcBef>
                <a:spcPts val="200"/>
              </a:spcBef>
              <a:spcAft>
                <a:spcPts val="0"/>
              </a:spcAft>
              <a:buClr>
                <a:schemeClr val="accent3"/>
              </a:buClr>
              <a:buSzTx/>
              <a:buFont typeface="Arial" panose="020B0604020202020204" pitchFamily="34" charset="0"/>
              <a:buChar char="​"/>
              <a:tabLst/>
              <a:defRPr/>
            </a:pPr>
            <a:r>
              <a:rPr lang="en-US" dirty="0"/>
              <a:t>[Title] </a:t>
            </a:r>
            <a:br>
              <a:rPr lang="en-US" dirty="0"/>
            </a:br>
            <a:r>
              <a:rPr lang="en-US" dirty="0"/>
              <a:t>“enter” + “tab” to add content</a:t>
            </a:r>
          </a:p>
          <a:p>
            <a:pPr lvl="1"/>
            <a:r>
              <a:rPr lang="en-US" dirty="0"/>
              <a:t>Second level</a:t>
            </a:r>
          </a:p>
        </p:txBody>
      </p:sp>
      <p:sp>
        <p:nvSpPr>
          <p:cNvPr id="12" name="Text Placeholder 46">
            <a:extLst>
              <a:ext uri="{FF2B5EF4-FFF2-40B4-BE49-F238E27FC236}">
                <a16:creationId xmlns:a16="http://schemas.microsoft.com/office/drawing/2014/main" id="{B69B4B29-70BF-C058-13D7-7B0150194119}"/>
              </a:ext>
            </a:extLst>
          </p:cNvPr>
          <p:cNvSpPr>
            <a:spLocks noGrp="1"/>
          </p:cNvSpPr>
          <p:nvPr>
            <p:ph type="body" sz="quarter" idx="22" hasCustomPrompt="1"/>
          </p:nvPr>
        </p:nvSpPr>
        <p:spPr>
          <a:xfrm>
            <a:off x="6263857" y="2521496"/>
            <a:ext cx="1726662" cy="2847405"/>
          </a:xfrm>
        </p:spPr>
        <p:txBody>
          <a:bodyPr anchor="t">
            <a:noAutofit/>
          </a:bodyPr>
          <a:lstStyle>
            <a:lvl1pPr marL="0" indent="0" algn="ctr">
              <a:lnSpc>
                <a:spcPct val="90000"/>
              </a:lnSpc>
              <a:spcBef>
                <a:spcPts val="1200"/>
              </a:spcBef>
              <a:spcAft>
                <a:spcPts val="0"/>
              </a:spcAft>
              <a:buFont typeface="Arial" panose="020B0604020202020204" pitchFamily="34" charset="0"/>
              <a:buNone/>
              <a:defRPr sz="1800" b="0" cap="none" baseline="0">
                <a:solidFill>
                  <a:schemeClr val="accent1"/>
                </a:solidFill>
                <a:latin typeface="+mn-lt"/>
              </a:defRPr>
            </a:lvl1pPr>
            <a:lvl2pPr marL="0" indent="0" algn="ctr">
              <a:lnSpc>
                <a:spcPct val="90000"/>
              </a:lnSpc>
              <a:spcBef>
                <a:spcPts val="1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marL="0" marR="0" lvl="0" indent="0" algn="ctr" defTabSz="914400" rtl="0" eaLnBrk="1" fontAlgn="auto" latinLnBrk="0" hangingPunct="1">
              <a:lnSpc>
                <a:spcPct val="90000"/>
              </a:lnSpc>
              <a:spcBef>
                <a:spcPts val="200"/>
              </a:spcBef>
              <a:spcAft>
                <a:spcPts val="0"/>
              </a:spcAft>
              <a:buClr>
                <a:schemeClr val="accent3"/>
              </a:buClr>
              <a:buSzTx/>
              <a:buFont typeface="Arial" panose="020B0604020202020204" pitchFamily="34" charset="0"/>
              <a:buChar char="​"/>
              <a:tabLst/>
              <a:defRPr/>
            </a:pPr>
            <a:r>
              <a:rPr lang="en-US" dirty="0"/>
              <a:t>[Title] </a:t>
            </a:r>
            <a:br>
              <a:rPr lang="en-US" dirty="0"/>
            </a:br>
            <a:r>
              <a:rPr lang="en-US" dirty="0"/>
              <a:t>“enter” + “tab” to add content</a:t>
            </a:r>
          </a:p>
          <a:p>
            <a:pPr lvl="1"/>
            <a:r>
              <a:rPr lang="en-US" dirty="0"/>
              <a:t>Second level</a:t>
            </a:r>
          </a:p>
        </p:txBody>
      </p:sp>
      <p:sp>
        <p:nvSpPr>
          <p:cNvPr id="13" name="Text Placeholder 48">
            <a:extLst>
              <a:ext uri="{FF2B5EF4-FFF2-40B4-BE49-F238E27FC236}">
                <a16:creationId xmlns:a16="http://schemas.microsoft.com/office/drawing/2014/main" id="{970239FF-E27F-69EE-C7B1-BF2DA2E0BDFA}"/>
              </a:ext>
            </a:extLst>
          </p:cNvPr>
          <p:cNvSpPr>
            <a:spLocks noGrp="1"/>
          </p:cNvSpPr>
          <p:nvPr>
            <p:ph type="body" sz="quarter" idx="23" hasCustomPrompt="1"/>
          </p:nvPr>
        </p:nvSpPr>
        <p:spPr>
          <a:xfrm>
            <a:off x="9064249" y="2521496"/>
            <a:ext cx="1726662" cy="2847405"/>
          </a:xfrm>
        </p:spPr>
        <p:txBody>
          <a:bodyPr anchor="t">
            <a:noAutofit/>
          </a:bodyPr>
          <a:lstStyle>
            <a:lvl1pPr marL="0" indent="0" algn="ctr">
              <a:lnSpc>
                <a:spcPct val="90000"/>
              </a:lnSpc>
              <a:spcBef>
                <a:spcPts val="1200"/>
              </a:spcBef>
              <a:spcAft>
                <a:spcPts val="0"/>
              </a:spcAft>
              <a:buFont typeface="Arial" panose="020B0604020202020204" pitchFamily="34" charset="0"/>
              <a:buNone/>
              <a:defRPr sz="1800" b="0" cap="none" baseline="0">
                <a:solidFill>
                  <a:schemeClr val="accent1"/>
                </a:solidFill>
                <a:latin typeface="+mn-lt"/>
              </a:defRPr>
            </a:lvl1pPr>
            <a:lvl2pPr marL="0" indent="0" algn="ctr">
              <a:lnSpc>
                <a:spcPct val="90000"/>
              </a:lnSpc>
              <a:spcBef>
                <a:spcPts val="1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marL="0" marR="0" lvl="0" indent="0" algn="ctr" defTabSz="914400" rtl="0" eaLnBrk="1" fontAlgn="auto" latinLnBrk="0" hangingPunct="1">
              <a:lnSpc>
                <a:spcPct val="90000"/>
              </a:lnSpc>
              <a:spcBef>
                <a:spcPts val="200"/>
              </a:spcBef>
              <a:spcAft>
                <a:spcPts val="0"/>
              </a:spcAft>
              <a:buClr>
                <a:schemeClr val="accent3"/>
              </a:buClr>
              <a:buSzTx/>
              <a:buFont typeface="Arial" panose="020B0604020202020204" pitchFamily="34" charset="0"/>
              <a:buChar char="​"/>
              <a:tabLst/>
              <a:defRPr/>
            </a:pPr>
            <a:r>
              <a:rPr lang="en-US" dirty="0"/>
              <a:t>[Title] </a:t>
            </a:r>
            <a:br>
              <a:rPr lang="en-US" dirty="0"/>
            </a:br>
            <a:r>
              <a:rPr lang="en-US" dirty="0"/>
              <a:t>“enter” + “tab” to add content</a:t>
            </a:r>
          </a:p>
          <a:p>
            <a:pPr lvl="1"/>
            <a:r>
              <a:rPr lang="en-US" dirty="0"/>
              <a:t>Second level</a:t>
            </a:r>
          </a:p>
        </p:txBody>
      </p:sp>
      <p:sp>
        <p:nvSpPr>
          <p:cNvPr id="18" name="Text Placeholder 40">
            <a:extLst>
              <a:ext uri="{FF2B5EF4-FFF2-40B4-BE49-F238E27FC236}">
                <a16:creationId xmlns:a16="http://schemas.microsoft.com/office/drawing/2014/main" id="{E142635D-38C7-8CDC-A15A-45E43269507F}"/>
              </a:ext>
            </a:extLst>
          </p:cNvPr>
          <p:cNvSpPr>
            <a:spLocks noGrp="1"/>
          </p:cNvSpPr>
          <p:nvPr>
            <p:ph type="body" sz="quarter" idx="24" hasCustomPrompt="1"/>
          </p:nvPr>
        </p:nvSpPr>
        <p:spPr>
          <a:xfrm>
            <a:off x="1228362" y="1509705"/>
            <a:ext cx="571758" cy="571758"/>
          </a:xfrm>
          <a:prstGeom prst="ellipse">
            <a:avLst/>
          </a:prstGeom>
          <a:solidFill>
            <a:schemeClr val="bg2"/>
          </a:solidFill>
          <a:ln w="25400">
            <a:gradFill flip="none" rotWithShape="1">
              <a:gsLst>
                <a:gs pos="0">
                  <a:schemeClr val="accent1"/>
                </a:gs>
                <a:gs pos="100000">
                  <a:schemeClr val="accent2"/>
                </a:gs>
              </a:gsLst>
              <a:lin ang="0" scaled="1"/>
              <a:tileRect/>
            </a:gradFill>
          </a:ln>
        </p:spPr>
        <p:txBody>
          <a:bodyPr anchor="ctr">
            <a:noAutofit/>
          </a:bodyPr>
          <a:lstStyle>
            <a:lvl1pPr marL="0" indent="0" algn="ctr">
              <a:lnSpc>
                <a:spcPct val="90000"/>
              </a:lnSpc>
              <a:spcBef>
                <a:spcPts val="200"/>
              </a:spcBef>
              <a:spcAft>
                <a:spcPts val="0"/>
              </a:spcAft>
              <a:buFont typeface="Arial" panose="020B0604020202020204" pitchFamily="34" charset="0"/>
              <a:buChar char="​"/>
              <a:defRPr sz="2400" b="0" cap="none" baseline="0">
                <a:solidFill>
                  <a:schemeClr val="accent1"/>
                </a:solidFill>
                <a:latin typeface="+mn-lt"/>
              </a:defRPr>
            </a:lvl1pPr>
            <a:lvl2pPr marL="0" indent="0" algn="ctr">
              <a:lnSpc>
                <a:spcPct val="90000"/>
              </a:lnSpc>
              <a:spcBef>
                <a:spcPts val="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a:t>
            </a:r>
          </a:p>
        </p:txBody>
      </p:sp>
      <p:sp>
        <p:nvSpPr>
          <p:cNvPr id="19" name="Text Placeholder 42">
            <a:extLst>
              <a:ext uri="{FF2B5EF4-FFF2-40B4-BE49-F238E27FC236}">
                <a16:creationId xmlns:a16="http://schemas.microsoft.com/office/drawing/2014/main" id="{B6E4CD86-1564-28BF-E1E5-3657F03F7E39}"/>
              </a:ext>
            </a:extLst>
          </p:cNvPr>
          <p:cNvSpPr>
            <a:spLocks noGrp="1"/>
          </p:cNvSpPr>
          <p:nvPr>
            <p:ph type="body" sz="quarter" idx="25" hasCustomPrompt="1"/>
          </p:nvPr>
        </p:nvSpPr>
        <p:spPr>
          <a:xfrm>
            <a:off x="4043837" y="1508655"/>
            <a:ext cx="571758" cy="571758"/>
          </a:xfrm>
          <a:prstGeom prst="ellipse">
            <a:avLst/>
          </a:prstGeom>
          <a:solidFill>
            <a:schemeClr val="bg2"/>
          </a:solidFill>
          <a:ln w="25400">
            <a:gradFill flip="none" rotWithShape="1">
              <a:gsLst>
                <a:gs pos="0">
                  <a:schemeClr val="accent1"/>
                </a:gs>
                <a:gs pos="100000">
                  <a:schemeClr val="accent2"/>
                </a:gs>
              </a:gsLst>
              <a:lin ang="0" scaled="1"/>
              <a:tileRect/>
            </a:gradFill>
          </a:ln>
        </p:spPr>
        <p:txBody>
          <a:bodyPr anchor="ctr">
            <a:noAutofit/>
          </a:bodyPr>
          <a:lstStyle>
            <a:lvl1pPr marL="0" indent="0" algn="ctr">
              <a:lnSpc>
                <a:spcPct val="90000"/>
              </a:lnSpc>
              <a:spcBef>
                <a:spcPts val="200"/>
              </a:spcBef>
              <a:spcAft>
                <a:spcPts val="0"/>
              </a:spcAft>
              <a:buFont typeface="Arial" panose="020B0604020202020204" pitchFamily="34" charset="0"/>
              <a:buNone/>
              <a:defRPr sz="2400" b="0" cap="none" baseline="0">
                <a:solidFill>
                  <a:schemeClr val="accent1"/>
                </a:solidFill>
                <a:latin typeface="+mn-lt"/>
              </a:defRPr>
            </a:lvl1pPr>
            <a:lvl2pPr marL="0" indent="0" algn="ctr">
              <a:lnSpc>
                <a:spcPct val="90000"/>
              </a:lnSpc>
              <a:spcBef>
                <a:spcPts val="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marL="0" marR="0" lvl="0" indent="0" algn="ctr" defTabSz="914400" rtl="0" eaLnBrk="1" fontAlgn="auto" latinLnBrk="0" hangingPunct="1">
              <a:lnSpc>
                <a:spcPct val="90000"/>
              </a:lnSpc>
              <a:spcBef>
                <a:spcPts val="200"/>
              </a:spcBef>
              <a:spcAft>
                <a:spcPts val="0"/>
              </a:spcAft>
              <a:buClr>
                <a:schemeClr val="accent3"/>
              </a:buClr>
              <a:buSzTx/>
              <a:buFont typeface="Arial" panose="020B0604020202020204" pitchFamily="34" charset="0"/>
              <a:buChar char="​"/>
              <a:tabLst/>
              <a:defRPr/>
            </a:pPr>
            <a:r>
              <a:rPr lang="en-US" dirty="0"/>
              <a:t>##</a:t>
            </a:r>
          </a:p>
        </p:txBody>
      </p:sp>
      <p:sp>
        <p:nvSpPr>
          <p:cNvPr id="20" name="Text Placeholder 46">
            <a:extLst>
              <a:ext uri="{FF2B5EF4-FFF2-40B4-BE49-F238E27FC236}">
                <a16:creationId xmlns:a16="http://schemas.microsoft.com/office/drawing/2014/main" id="{35EF8B6A-1273-B4B1-C0C3-C4E0016FEF4E}"/>
              </a:ext>
            </a:extLst>
          </p:cNvPr>
          <p:cNvSpPr>
            <a:spLocks noGrp="1"/>
          </p:cNvSpPr>
          <p:nvPr>
            <p:ph type="body" sz="quarter" idx="26" hasCustomPrompt="1"/>
          </p:nvPr>
        </p:nvSpPr>
        <p:spPr>
          <a:xfrm>
            <a:off x="6842883" y="1489099"/>
            <a:ext cx="571758" cy="571758"/>
          </a:xfrm>
          <a:prstGeom prst="ellipse">
            <a:avLst/>
          </a:prstGeom>
          <a:solidFill>
            <a:schemeClr val="bg2"/>
          </a:solidFill>
          <a:ln w="25400">
            <a:gradFill flip="none" rotWithShape="1">
              <a:gsLst>
                <a:gs pos="0">
                  <a:schemeClr val="accent1"/>
                </a:gs>
                <a:gs pos="100000">
                  <a:schemeClr val="accent2"/>
                </a:gs>
              </a:gsLst>
              <a:lin ang="0" scaled="1"/>
              <a:tileRect/>
            </a:gradFill>
          </a:ln>
        </p:spPr>
        <p:txBody>
          <a:bodyPr anchor="ctr">
            <a:noAutofit/>
          </a:bodyPr>
          <a:lstStyle>
            <a:lvl1pPr marL="0" indent="0" algn="ctr">
              <a:lnSpc>
                <a:spcPct val="90000"/>
              </a:lnSpc>
              <a:spcBef>
                <a:spcPts val="200"/>
              </a:spcBef>
              <a:spcAft>
                <a:spcPts val="0"/>
              </a:spcAft>
              <a:buFont typeface="Arial" panose="020B0604020202020204" pitchFamily="34" charset="0"/>
              <a:buNone/>
              <a:defRPr sz="2400" b="0" cap="none" baseline="0">
                <a:solidFill>
                  <a:schemeClr val="accent1"/>
                </a:solidFill>
                <a:latin typeface="+mn-lt"/>
              </a:defRPr>
            </a:lvl1pPr>
            <a:lvl2pPr marL="0" indent="0" algn="ctr">
              <a:lnSpc>
                <a:spcPct val="90000"/>
              </a:lnSpc>
              <a:spcBef>
                <a:spcPts val="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marL="0" marR="0" lvl="0" indent="0" algn="ctr" defTabSz="914400" rtl="0" eaLnBrk="1" fontAlgn="auto" latinLnBrk="0" hangingPunct="1">
              <a:lnSpc>
                <a:spcPct val="90000"/>
              </a:lnSpc>
              <a:spcBef>
                <a:spcPts val="200"/>
              </a:spcBef>
              <a:spcAft>
                <a:spcPts val="0"/>
              </a:spcAft>
              <a:buClr>
                <a:schemeClr val="accent3"/>
              </a:buClr>
              <a:buSzTx/>
              <a:buFont typeface="Arial" panose="020B0604020202020204" pitchFamily="34" charset="0"/>
              <a:buChar char="​"/>
              <a:tabLst/>
              <a:defRPr/>
            </a:pPr>
            <a:r>
              <a:rPr lang="en-US" dirty="0"/>
              <a:t>##</a:t>
            </a:r>
          </a:p>
        </p:txBody>
      </p:sp>
      <p:sp>
        <p:nvSpPr>
          <p:cNvPr id="21" name="Text Placeholder 48">
            <a:extLst>
              <a:ext uri="{FF2B5EF4-FFF2-40B4-BE49-F238E27FC236}">
                <a16:creationId xmlns:a16="http://schemas.microsoft.com/office/drawing/2014/main" id="{D00D31BE-395E-95F1-0D47-32196FDAADB4}"/>
              </a:ext>
            </a:extLst>
          </p:cNvPr>
          <p:cNvSpPr>
            <a:spLocks noGrp="1"/>
          </p:cNvSpPr>
          <p:nvPr>
            <p:ph type="body" sz="quarter" idx="27" hasCustomPrompt="1"/>
          </p:nvPr>
        </p:nvSpPr>
        <p:spPr>
          <a:xfrm>
            <a:off x="9643275" y="1489099"/>
            <a:ext cx="571758" cy="571758"/>
          </a:xfrm>
          <a:prstGeom prst="ellipse">
            <a:avLst/>
          </a:prstGeom>
          <a:solidFill>
            <a:schemeClr val="bg2"/>
          </a:solidFill>
          <a:ln w="25400">
            <a:gradFill flip="none" rotWithShape="1">
              <a:gsLst>
                <a:gs pos="0">
                  <a:schemeClr val="accent1"/>
                </a:gs>
                <a:gs pos="100000">
                  <a:schemeClr val="accent2"/>
                </a:gs>
              </a:gsLst>
              <a:lin ang="0" scaled="1"/>
              <a:tileRect/>
            </a:gradFill>
          </a:ln>
        </p:spPr>
        <p:txBody>
          <a:bodyPr anchor="ctr">
            <a:noAutofit/>
          </a:bodyPr>
          <a:lstStyle>
            <a:lvl1pPr marL="0" indent="0" algn="ctr">
              <a:lnSpc>
                <a:spcPct val="90000"/>
              </a:lnSpc>
              <a:spcBef>
                <a:spcPts val="200"/>
              </a:spcBef>
              <a:spcAft>
                <a:spcPts val="0"/>
              </a:spcAft>
              <a:buFont typeface="Arial" panose="020B0604020202020204" pitchFamily="34" charset="0"/>
              <a:buNone/>
              <a:defRPr sz="2400" b="0" cap="none" baseline="0">
                <a:solidFill>
                  <a:schemeClr val="accent1"/>
                </a:solidFill>
                <a:latin typeface="+mn-lt"/>
              </a:defRPr>
            </a:lvl1pPr>
            <a:lvl2pPr marL="0" indent="0" algn="ctr">
              <a:lnSpc>
                <a:spcPct val="90000"/>
              </a:lnSpc>
              <a:spcBef>
                <a:spcPts val="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marL="0" marR="0" lvl="0" indent="0" algn="ctr" defTabSz="914400" rtl="0" eaLnBrk="1" fontAlgn="auto" latinLnBrk="0" hangingPunct="1">
              <a:lnSpc>
                <a:spcPct val="90000"/>
              </a:lnSpc>
              <a:spcBef>
                <a:spcPts val="200"/>
              </a:spcBef>
              <a:spcAft>
                <a:spcPts val="0"/>
              </a:spcAft>
              <a:buClr>
                <a:schemeClr val="accent3"/>
              </a:buClr>
              <a:buSzTx/>
              <a:buFont typeface="Arial" panose="020B0604020202020204" pitchFamily="34" charset="0"/>
              <a:buChar char="​"/>
              <a:tabLst/>
              <a:defRPr/>
            </a:pPr>
            <a:r>
              <a:rPr lang="en-US" dirty="0"/>
              <a:t>##</a:t>
            </a:r>
          </a:p>
        </p:txBody>
      </p:sp>
    </p:spTree>
    <p:extLst>
      <p:ext uri="{BB962C8B-B14F-4D97-AF65-F5344CB8AC3E}">
        <p14:creationId xmlns:p14="http://schemas.microsoft.com/office/powerpoint/2010/main" val="19344049"/>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0F680B9-3D9B-3696-0F71-B62E4341B9E0}"/>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TextBox 2">
            <a:extLst>
              <a:ext uri="{FF2B5EF4-FFF2-40B4-BE49-F238E27FC236}">
                <a16:creationId xmlns:a16="http://schemas.microsoft.com/office/drawing/2014/main" id="{1386311E-6DE9-D1C4-6409-F288D9A1FCA2}"/>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2888752330"/>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secHead" preserve="1">
  <p:cSld name="Section 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6D239-1871-2A1F-29F3-BD2B3F67F065}"/>
              </a:ext>
            </a:extLst>
          </p:cNvPr>
          <p:cNvSpPr>
            <a:spLocks noGrp="1"/>
          </p:cNvSpPr>
          <p:nvPr>
            <p:ph type="title" hasCustomPrompt="1"/>
          </p:nvPr>
        </p:nvSpPr>
        <p:spPr>
          <a:xfrm>
            <a:off x="476250" y="365125"/>
            <a:ext cx="9848132" cy="2612015"/>
          </a:xfrm>
        </p:spPr>
        <p:txBody>
          <a:bodyPr anchor="b"/>
          <a:lstStyle>
            <a:lvl1pPr>
              <a:defRPr sz="4800">
                <a:solidFill>
                  <a:schemeClr val="tx2"/>
                </a:solidFill>
              </a:defRPr>
            </a:lvl1pPr>
          </a:lstStyle>
          <a:p>
            <a:r>
              <a:rPr lang="en-US" dirty="0"/>
              <a:t>[Add section headline]</a:t>
            </a:r>
          </a:p>
        </p:txBody>
      </p:sp>
      <p:sp>
        <p:nvSpPr>
          <p:cNvPr id="3" name="Text Placeholder 2">
            <a:extLst>
              <a:ext uri="{FF2B5EF4-FFF2-40B4-BE49-F238E27FC236}">
                <a16:creationId xmlns:a16="http://schemas.microsoft.com/office/drawing/2014/main" id="{2ADFEAD5-7613-0B17-648A-9BEB4CAB2EE0}"/>
              </a:ext>
            </a:extLst>
          </p:cNvPr>
          <p:cNvSpPr>
            <a:spLocks noGrp="1"/>
          </p:cNvSpPr>
          <p:nvPr>
            <p:ph type="body" idx="1" hasCustomPrompt="1"/>
          </p:nvPr>
        </p:nvSpPr>
        <p:spPr>
          <a:xfrm>
            <a:off x="476250" y="3143266"/>
            <a:ext cx="9848132" cy="795495"/>
          </a:xfrm>
        </p:spPr>
        <p:txBody>
          <a:bodyPr/>
          <a:lstStyle>
            <a:lvl1pPr marL="0" indent="0">
              <a:buNone/>
              <a:defRPr sz="2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Subtitle / Presenter Name, Title</a:t>
            </a:r>
          </a:p>
        </p:txBody>
      </p:sp>
      <p:sp>
        <p:nvSpPr>
          <p:cNvPr id="4" name="Date Placeholder 3">
            <a:extLst>
              <a:ext uri="{FF2B5EF4-FFF2-40B4-BE49-F238E27FC236}">
                <a16:creationId xmlns:a16="http://schemas.microsoft.com/office/drawing/2014/main" id="{351F9C78-3636-46EB-96A2-8B8959D6D877}"/>
              </a:ext>
            </a:extLst>
          </p:cNvPr>
          <p:cNvSpPr>
            <a:spLocks noGrp="1"/>
          </p:cNvSpPr>
          <p:nvPr>
            <p:ph type="dt" sz="half" idx="10"/>
          </p:nvPr>
        </p:nvSpPr>
        <p:spPr/>
        <p:txBody>
          <a:bodyPr/>
          <a:lstStyle/>
          <a:p>
            <a:fld id="{D2477538-DDFD-4008-BAB3-CA2F4B29F291}" type="datetime1">
              <a:rPr lang="en-US" smtClean="0"/>
              <a:t>3/26/26</a:t>
            </a:fld>
            <a:endParaRPr lang="en-US"/>
          </a:p>
        </p:txBody>
      </p:sp>
      <p:sp>
        <p:nvSpPr>
          <p:cNvPr id="5" name="Footer Placeholder 4">
            <a:extLst>
              <a:ext uri="{FF2B5EF4-FFF2-40B4-BE49-F238E27FC236}">
                <a16:creationId xmlns:a16="http://schemas.microsoft.com/office/drawing/2014/main" id="{3A2E5A38-7750-7523-2517-AFF7E3428F8B}"/>
              </a:ext>
            </a:extLst>
          </p:cNvPr>
          <p:cNvSpPr>
            <a:spLocks noGrp="1"/>
          </p:cNvSpPr>
          <p:nvPr>
            <p:ph type="ftr" sz="quarter" idx="11"/>
          </p:nvPr>
        </p:nvSpPr>
        <p:spPr/>
        <p:txBody>
          <a:bodyPr/>
          <a:lstStyle/>
          <a:p>
            <a:endParaRPr lang="en-US"/>
          </a:p>
        </p:txBody>
      </p:sp>
      <p:sp>
        <p:nvSpPr>
          <p:cNvPr id="8" name="Right Triangle 2">
            <a:extLst>
              <a:ext uri="{FF2B5EF4-FFF2-40B4-BE49-F238E27FC236}">
                <a16:creationId xmlns:a16="http://schemas.microsoft.com/office/drawing/2014/main" id="{18B06690-16EF-1C32-E01C-0A08B1285DC5}"/>
              </a:ext>
            </a:extLst>
          </p:cNvPr>
          <p:cNvSpPr/>
          <p:nvPr userDrawn="1"/>
        </p:nvSpPr>
        <p:spPr>
          <a:xfrm rot="16200000">
            <a:off x="5734591" y="1438169"/>
            <a:ext cx="3219409" cy="7620254"/>
          </a:xfrm>
          <a:custGeom>
            <a:avLst/>
            <a:gdLst>
              <a:gd name="connsiteX0" fmla="*/ 0 w 3080478"/>
              <a:gd name="connsiteY0" fmla="*/ 7220204 h 7220204"/>
              <a:gd name="connsiteX1" fmla="*/ 0 w 3080478"/>
              <a:gd name="connsiteY1" fmla="*/ 0 h 7220204"/>
              <a:gd name="connsiteX2" fmla="*/ 3080478 w 3080478"/>
              <a:gd name="connsiteY2" fmla="*/ 7220204 h 7220204"/>
              <a:gd name="connsiteX3" fmla="*/ 0 w 3080478"/>
              <a:gd name="connsiteY3" fmla="*/ 7220204 h 7220204"/>
              <a:gd name="connsiteX0" fmla="*/ 0 w 3236341"/>
              <a:gd name="connsiteY0" fmla="*/ 7220204 h 7620254"/>
              <a:gd name="connsiteX1" fmla="*/ 0 w 3236341"/>
              <a:gd name="connsiteY1" fmla="*/ 0 h 7620254"/>
              <a:gd name="connsiteX2" fmla="*/ 3236341 w 3236341"/>
              <a:gd name="connsiteY2" fmla="*/ 7620254 h 7620254"/>
              <a:gd name="connsiteX3" fmla="*/ 0 w 3236341"/>
              <a:gd name="connsiteY3" fmla="*/ 7220204 h 7620254"/>
            </a:gdLst>
            <a:ahLst/>
            <a:cxnLst>
              <a:cxn ang="0">
                <a:pos x="connsiteX0" y="connsiteY0"/>
              </a:cxn>
              <a:cxn ang="0">
                <a:pos x="connsiteX1" y="connsiteY1"/>
              </a:cxn>
              <a:cxn ang="0">
                <a:pos x="connsiteX2" y="connsiteY2"/>
              </a:cxn>
              <a:cxn ang="0">
                <a:pos x="connsiteX3" y="connsiteY3"/>
              </a:cxn>
            </a:cxnLst>
            <a:rect l="l" t="t" r="r" b="b"/>
            <a:pathLst>
              <a:path w="3236341" h="7620254">
                <a:moveTo>
                  <a:pt x="0" y="7220204"/>
                </a:moveTo>
                <a:lnTo>
                  <a:pt x="0" y="0"/>
                </a:lnTo>
                <a:lnTo>
                  <a:pt x="3236341" y="7620254"/>
                </a:lnTo>
                <a:lnTo>
                  <a:pt x="0" y="722020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7">
            <a:extLst>
              <a:ext uri="{FF2B5EF4-FFF2-40B4-BE49-F238E27FC236}">
                <a16:creationId xmlns:a16="http://schemas.microsoft.com/office/drawing/2014/main" id="{32849439-FA95-1807-60C5-1621147AF273}"/>
              </a:ext>
            </a:extLst>
          </p:cNvPr>
          <p:cNvSpPr/>
          <p:nvPr userDrawn="1"/>
        </p:nvSpPr>
        <p:spPr>
          <a:xfrm rot="13020306">
            <a:off x="10522537" y="77042"/>
            <a:ext cx="2383252" cy="3557165"/>
          </a:xfrm>
          <a:custGeom>
            <a:avLst/>
            <a:gdLst>
              <a:gd name="connsiteX0" fmla="*/ 0 w 2989034"/>
              <a:gd name="connsiteY0" fmla="*/ 3747387 h 3747387"/>
              <a:gd name="connsiteX1" fmla="*/ 1494517 w 2989034"/>
              <a:gd name="connsiteY1" fmla="*/ 0 h 3747387"/>
              <a:gd name="connsiteX2" fmla="*/ 2989034 w 2989034"/>
              <a:gd name="connsiteY2" fmla="*/ 3747387 h 3747387"/>
              <a:gd name="connsiteX3" fmla="*/ 0 w 2989034"/>
              <a:gd name="connsiteY3" fmla="*/ 3747387 h 3747387"/>
              <a:gd name="connsiteX0" fmla="*/ 0 w 3309786"/>
              <a:gd name="connsiteY0" fmla="*/ 3747387 h 3747387"/>
              <a:gd name="connsiteX1" fmla="*/ 1494517 w 3309786"/>
              <a:gd name="connsiteY1" fmla="*/ 0 h 3747387"/>
              <a:gd name="connsiteX2" fmla="*/ 3309786 w 3309786"/>
              <a:gd name="connsiteY2" fmla="*/ 3180929 h 3747387"/>
              <a:gd name="connsiteX3" fmla="*/ 0 w 3309786"/>
              <a:gd name="connsiteY3" fmla="*/ 3747387 h 3747387"/>
              <a:gd name="connsiteX0" fmla="*/ 91038 w 1815269"/>
              <a:gd name="connsiteY0" fmla="*/ 4479261 h 4479261"/>
              <a:gd name="connsiteX1" fmla="*/ 0 w 1815269"/>
              <a:gd name="connsiteY1" fmla="*/ 0 h 4479261"/>
              <a:gd name="connsiteX2" fmla="*/ 1815269 w 1815269"/>
              <a:gd name="connsiteY2" fmla="*/ 3180929 h 4479261"/>
              <a:gd name="connsiteX3" fmla="*/ 91038 w 1815269"/>
              <a:gd name="connsiteY3" fmla="*/ 4479261 h 4479261"/>
              <a:gd name="connsiteX0" fmla="*/ 91038 w 1815269"/>
              <a:gd name="connsiteY0" fmla="*/ 4479261 h 4479261"/>
              <a:gd name="connsiteX1" fmla="*/ 78524 w 1815269"/>
              <a:gd name="connsiteY1" fmla="*/ 4014238 h 4479261"/>
              <a:gd name="connsiteX2" fmla="*/ 0 w 1815269"/>
              <a:gd name="connsiteY2" fmla="*/ 0 h 4479261"/>
              <a:gd name="connsiteX3" fmla="*/ 1815269 w 1815269"/>
              <a:gd name="connsiteY3" fmla="*/ 3180929 h 4479261"/>
              <a:gd name="connsiteX4" fmla="*/ 91038 w 1815269"/>
              <a:gd name="connsiteY4" fmla="*/ 4479261 h 4479261"/>
              <a:gd name="connsiteX0" fmla="*/ 1494918 w 3219149"/>
              <a:gd name="connsiteY0" fmla="*/ 4479261 h 4479261"/>
              <a:gd name="connsiteX1" fmla="*/ 0 w 3219149"/>
              <a:gd name="connsiteY1" fmla="*/ 2461205 h 4479261"/>
              <a:gd name="connsiteX2" fmla="*/ 1403880 w 3219149"/>
              <a:gd name="connsiteY2" fmla="*/ 0 h 4479261"/>
              <a:gd name="connsiteX3" fmla="*/ 3219149 w 3219149"/>
              <a:gd name="connsiteY3" fmla="*/ 3180929 h 4479261"/>
              <a:gd name="connsiteX4" fmla="*/ 1494918 w 3219149"/>
              <a:gd name="connsiteY4" fmla="*/ 4479261 h 4479261"/>
              <a:gd name="connsiteX0" fmla="*/ 1505145 w 3219149"/>
              <a:gd name="connsiteY0" fmla="*/ 4475824 h 4475824"/>
              <a:gd name="connsiteX1" fmla="*/ 0 w 3219149"/>
              <a:gd name="connsiteY1" fmla="*/ 2461205 h 4475824"/>
              <a:gd name="connsiteX2" fmla="*/ 1403880 w 3219149"/>
              <a:gd name="connsiteY2" fmla="*/ 0 h 4475824"/>
              <a:gd name="connsiteX3" fmla="*/ 3219149 w 3219149"/>
              <a:gd name="connsiteY3" fmla="*/ 3180929 h 4475824"/>
              <a:gd name="connsiteX4" fmla="*/ 1505145 w 3219149"/>
              <a:gd name="connsiteY4" fmla="*/ 4475824 h 4475824"/>
              <a:gd name="connsiteX0" fmla="*/ 1511534 w 3219149"/>
              <a:gd name="connsiteY0" fmla="*/ 4291563 h 4291563"/>
              <a:gd name="connsiteX1" fmla="*/ 0 w 3219149"/>
              <a:gd name="connsiteY1" fmla="*/ 2461205 h 4291563"/>
              <a:gd name="connsiteX2" fmla="*/ 1403880 w 3219149"/>
              <a:gd name="connsiteY2" fmla="*/ 0 h 4291563"/>
              <a:gd name="connsiteX3" fmla="*/ 3219149 w 3219149"/>
              <a:gd name="connsiteY3" fmla="*/ 3180929 h 4291563"/>
              <a:gd name="connsiteX4" fmla="*/ 1511534 w 3219149"/>
              <a:gd name="connsiteY4" fmla="*/ 4291563 h 4291563"/>
              <a:gd name="connsiteX0" fmla="*/ 1499655 w 3219149"/>
              <a:gd name="connsiteY0" fmla="*/ 4462871 h 4462871"/>
              <a:gd name="connsiteX1" fmla="*/ 0 w 3219149"/>
              <a:gd name="connsiteY1" fmla="*/ 2461205 h 4462871"/>
              <a:gd name="connsiteX2" fmla="*/ 1403880 w 3219149"/>
              <a:gd name="connsiteY2" fmla="*/ 0 h 4462871"/>
              <a:gd name="connsiteX3" fmla="*/ 3219149 w 3219149"/>
              <a:gd name="connsiteY3" fmla="*/ 3180929 h 4462871"/>
              <a:gd name="connsiteX4" fmla="*/ 1499655 w 3219149"/>
              <a:gd name="connsiteY4" fmla="*/ 4462871 h 4462871"/>
              <a:gd name="connsiteX0" fmla="*/ 1499655 w 3214370"/>
              <a:gd name="connsiteY0" fmla="*/ 4462871 h 4462871"/>
              <a:gd name="connsiteX1" fmla="*/ 0 w 3214370"/>
              <a:gd name="connsiteY1" fmla="*/ 2461205 h 4462871"/>
              <a:gd name="connsiteX2" fmla="*/ 1403880 w 3214370"/>
              <a:gd name="connsiteY2" fmla="*/ 0 h 4462871"/>
              <a:gd name="connsiteX3" fmla="*/ 3214370 w 3214370"/>
              <a:gd name="connsiteY3" fmla="*/ 3180258 h 4462871"/>
              <a:gd name="connsiteX4" fmla="*/ 1499655 w 3214370"/>
              <a:gd name="connsiteY4" fmla="*/ 4462871 h 4462871"/>
              <a:gd name="connsiteX0" fmla="*/ 1499655 w 3214370"/>
              <a:gd name="connsiteY0" fmla="*/ 4373505 h 4373505"/>
              <a:gd name="connsiteX1" fmla="*/ 0 w 3214370"/>
              <a:gd name="connsiteY1" fmla="*/ 2371839 h 4373505"/>
              <a:gd name="connsiteX2" fmla="*/ 1415692 w 3214370"/>
              <a:gd name="connsiteY2" fmla="*/ 0 h 4373505"/>
              <a:gd name="connsiteX3" fmla="*/ 3214370 w 3214370"/>
              <a:gd name="connsiteY3" fmla="*/ 3090892 h 4373505"/>
              <a:gd name="connsiteX4" fmla="*/ 1499655 w 3214370"/>
              <a:gd name="connsiteY4" fmla="*/ 4373505 h 4373505"/>
              <a:gd name="connsiteX0" fmla="*/ 1499655 w 3214370"/>
              <a:gd name="connsiteY0" fmla="*/ 4435543 h 4435543"/>
              <a:gd name="connsiteX1" fmla="*/ 0 w 3214370"/>
              <a:gd name="connsiteY1" fmla="*/ 2433877 h 4435543"/>
              <a:gd name="connsiteX2" fmla="*/ 1390297 w 3214370"/>
              <a:gd name="connsiteY2" fmla="*/ 0 h 4435543"/>
              <a:gd name="connsiteX3" fmla="*/ 3214370 w 3214370"/>
              <a:gd name="connsiteY3" fmla="*/ 3152930 h 4435543"/>
              <a:gd name="connsiteX4" fmla="*/ 1499655 w 3214370"/>
              <a:gd name="connsiteY4" fmla="*/ 4435543 h 4435543"/>
              <a:gd name="connsiteX0" fmla="*/ 1499655 w 3237631"/>
              <a:gd name="connsiteY0" fmla="*/ 4435543 h 4435543"/>
              <a:gd name="connsiteX1" fmla="*/ 0 w 3237631"/>
              <a:gd name="connsiteY1" fmla="*/ 2433877 h 4435543"/>
              <a:gd name="connsiteX2" fmla="*/ 1390297 w 3237631"/>
              <a:gd name="connsiteY2" fmla="*/ 0 h 4435543"/>
              <a:gd name="connsiteX3" fmla="*/ 3237631 w 3237631"/>
              <a:gd name="connsiteY3" fmla="*/ 3178124 h 4435543"/>
              <a:gd name="connsiteX4" fmla="*/ 1499655 w 3237631"/>
              <a:gd name="connsiteY4" fmla="*/ 4435543 h 4435543"/>
              <a:gd name="connsiteX0" fmla="*/ 1499655 w 3208881"/>
              <a:gd name="connsiteY0" fmla="*/ 4435543 h 4435543"/>
              <a:gd name="connsiteX1" fmla="*/ 0 w 3208881"/>
              <a:gd name="connsiteY1" fmla="*/ 2433877 h 4435543"/>
              <a:gd name="connsiteX2" fmla="*/ 1390297 w 3208881"/>
              <a:gd name="connsiteY2" fmla="*/ 0 h 4435543"/>
              <a:gd name="connsiteX3" fmla="*/ 3208881 w 3208881"/>
              <a:gd name="connsiteY3" fmla="*/ 3139978 h 4435543"/>
              <a:gd name="connsiteX4" fmla="*/ 1499655 w 3208881"/>
              <a:gd name="connsiteY4" fmla="*/ 4435543 h 4435543"/>
              <a:gd name="connsiteX0" fmla="*/ 1496890 w 3208881"/>
              <a:gd name="connsiteY0" fmla="*/ 4420537 h 4420537"/>
              <a:gd name="connsiteX1" fmla="*/ 0 w 3208881"/>
              <a:gd name="connsiteY1" fmla="*/ 2433877 h 4420537"/>
              <a:gd name="connsiteX2" fmla="*/ 1390297 w 3208881"/>
              <a:gd name="connsiteY2" fmla="*/ 0 h 4420537"/>
              <a:gd name="connsiteX3" fmla="*/ 3208881 w 3208881"/>
              <a:gd name="connsiteY3" fmla="*/ 3139978 h 4420537"/>
              <a:gd name="connsiteX4" fmla="*/ 1496890 w 3208881"/>
              <a:gd name="connsiteY4" fmla="*/ 4420537 h 4420537"/>
              <a:gd name="connsiteX0" fmla="*/ 1503051 w 3208881"/>
              <a:gd name="connsiteY0" fmla="*/ 4428711 h 4428711"/>
              <a:gd name="connsiteX1" fmla="*/ 0 w 3208881"/>
              <a:gd name="connsiteY1" fmla="*/ 2433877 h 4428711"/>
              <a:gd name="connsiteX2" fmla="*/ 1390297 w 3208881"/>
              <a:gd name="connsiteY2" fmla="*/ 0 h 4428711"/>
              <a:gd name="connsiteX3" fmla="*/ 3208881 w 3208881"/>
              <a:gd name="connsiteY3" fmla="*/ 3139978 h 4428711"/>
              <a:gd name="connsiteX4" fmla="*/ 1503051 w 3208881"/>
              <a:gd name="connsiteY4" fmla="*/ 4428711 h 4428711"/>
              <a:gd name="connsiteX0" fmla="*/ 1503051 w 3215042"/>
              <a:gd name="connsiteY0" fmla="*/ 4428711 h 4428711"/>
              <a:gd name="connsiteX1" fmla="*/ 0 w 3215042"/>
              <a:gd name="connsiteY1" fmla="*/ 2433877 h 4428711"/>
              <a:gd name="connsiteX2" fmla="*/ 1390297 w 3215042"/>
              <a:gd name="connsiteY2" fmla="*/ 0 h 4428711"/>
              <a:gd name="connsiteX3" fmla="*/ 3215042 w 3215042"/>
              <a:gd name="connsiteY3" fmla="*/ 3148153 h 4428711"/>
              <a:gd name="connsiteX4" fmla="*/ 1503051 w 3215042"/>
              <a:gd name="connsiteY4" fmla="*/ 4428711 h 4428711"/>
              <a:gd name="connsiteX0" fmla="*/ 1506487 w 3215042"/>
              <a:gd name="connsiteY0" fmla="*/ 4438939 h 4438939"/>
              <a:gd name="connsiteX1" fmla="*/ 0 w 3215042"/>
              <a:gd name="connsiteY1" fmla="*/ 2433877 h 4438939"/>
              <a:gd name="connsiteX2" fmla="*/ 1390297 w 3215042"/>
              <a:gd name="connsiteY2" fmla="*/ 0 h 4438939"/>
              <a:gd name="connsiteX3" fmla="*/ 3215042 w 3215042"/>
              <a:gd name="connsiteY3" fmla="*/ 3148153 h 4438939"/>
              <a:gd name="connsiteX4" fmla="*/ 1506487 w 3215042"/>
              <a:gd name="connsiteY4" fmla="*/ 4438939 h 4438939"/>
              <a:gd name="connsiteX0" fmla="*/ 1420343 w 3215042"/>
              <a:gd name="connsiteY0" fmla="*/ 4088648 h 4088648"/>
              <a:gd name="connsiteX1" fmla="*/ 0 w 3215042"/>
              <a:gd name="connsiteY1" fmla="*/ 2433877 h 4088648"/>
              <a:gd name="connsiteX2" fmla="*/ 1390297 w 3215042"/>
              <a:gd name="connsiteY2" fmla="*/ 0 h 4088648"/>
              <a:gd name="connsiteX3" fmla="*/ 3215042 w 3215042"/>
              <a:gd name="connsiteY3" fmla="*/ 3148153 h 4088648"/>
              <a:gd name="connsiteX4" fmla="*/ 1420343 w 3215042"/>
              <a:gd name="connsiteY4" fmla="*/ 4088648 h 4088648"/>
              <a:gd name="connsiteX0" fmla="*/ 2750218 w 3215042"/>
              <a:gd name="connsiteY0" fmla="*/ 3480066 h 3480066"/>
              <a:gd name="connsiteX1" fmla="*/ 0 w 3215042"/>
              <a:gd name="connsiteY1" fmla="*/ 2433877 h 3480066"/>
              <a:gd name="connsiteX2" fmla="*/ 1390297 w 3215042"/>
              <a:gd name="connsiteY2" fmla="*/ 0 h 3480066"/>
              <a:gd name="connsiteX3" fmla="*/ 3215042 w 3215042"/>
              <a:gd name="connsiteY3" fmla="*/ 3148153 h 3480066"/>
              <a:gd name="connsiteX4" fmla="*/ 2750218 w 3215042"/>
              <a:gd name="connsiteY4" fmla="*/ 3480066 h 3480066"/>
              <a:gd name="connsiteX0" fmla="*/ 1921864 w 2386688"/>
              <a:gd name="connsiteY0" fmla="*/ 3480066 h 3480066"/>
              <a:gd name="connsiteX1" fmla="*/ 0 w 2386688"/>
              <a:gd name="connsiteY1" fmla="*/ 991285 h 3480066"/>
              <a:gd name="connsiteX2" fmla="*/ 561943 w 2386688"/>
              <a:gd name="connsiteY2" fmla="*/ 0 h 3480066"/>
              <a:gd name="connsiteX3" fmla="*/ 2386688 w 2386688"/>
              <a:gd name="connsiteY3" fmla="*/ 3148153 h 3480066"/>
              <a:gd name="connsiteX4" fmla="*/ 1921864 w 2386688"/>
              <a:gd name="connsiteY4" fmla="*/ 3480066 h 3480066"/>
              <a:gd name="connsiteX0" fmla="*/ 1921864 w 2383252"/>
              <a:gd name="connsiteY0" fmla="*/ 3480066 h 3480066"/>
              <a:gd name="connsiteX1" fmla="*/ 0 w 2383252"/>
              <a:gd name="connsiteY1" fmla="*/ 991285 h 3480066"/>
              <a:gd name="connsiteX2" fmla="*/ 561943 w 2383252"/>
              <a:gd name="connsiteY2" fmla="*/ 0 h 3480066"/>
              <a:gd name="connsiteX3" fmla="*/ 2383252 w 2383252"/>
              <a:gd name="connsiteY3" fmla="*/ 3138147 h 3480066"/>
              <a:gd name="connsiteX4" fmla="*/ 1921864 w 2383252"/>
              <a:gd name="connsiteY4" fmla="*/ 3480066 h 3480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3252" h="3480066">
                <a:moveTo>
                  <a:pt x="1921864" y="3480066"/>
                </a:moveTo>
                <a:lnTo>
                  <a:pt x="0" y="991285"/>
                </a:lnTo>
                <a:lnTo>
                  <a:pt x="561943" y="0"/>
                </a:lnTo>
                <a:lnTo>
                  <a:pt x="2383252" y="3138147"/>
                </a:lnTo>
                <a:lnTo>
                  <a:pt x="1921864" y="3480066"/>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0BFEE090-0D6F-2B15-3688-F36CB80D2F2B}"/>
              </a:ext>
            </a:extLst>
          </p:cNvPr>
          <p:cNvSpPr>
            <a:spLocks noGrp="1"/>
          </p:cNvSpPr>
          <p:nvPr>
            <p:ph type="sldNum" sz="quarter" idx="12"/>
          </p:nvPr>
        </p:nvSpPr>
        <p:spPr/>
        <p:txBody>
          <a:bodyPr/>
          <a:lstStyle/>
          <a:p>
            <a:fld id="{16C30856-2FD0-40BB-988B-8BB8612257E2}" type="slidenum">
              <a:rPr lang="en-US" smtClean="0"/>
              <a:t>‹#›</a:t>
            </a:fld>
            <a:endParaRPr lang="en-US"/>
          </a:p>
        </p:txBody>
      </p:sp>
      <p:sp>
        <p:nvSpPr>
          <p:cNvPr id="7" name="Rectangle 6">
            <a:extLst>
              <a:ext uri="{FF2B5EF4-FFF2-40B4-BE49-F238E27FC236}">
                <a16:creationId xmlns:a16="http://schemas.microsoft.com/office/drawing/2014/main" id="{1182ED29-72B5-B6DB-CB96-2D069E4183E7}"/>
              </a:ext>
            </a:extLst>
          </p:cNvPr>
          <p:cNvSpPr/>
          <p:nvPr userDrawn="1"/>
        </p:nvSpPr>
        <p:spPr>
          <a:xfrm>
            <a:off x="9948334" y="-172308"/>
            <a:ext cx="2258191" cy="1342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2"/>
                </a:solidFill>
              </a:rPr>
              <a:t>To add slide numbers, go to Insert  &gt; Slide Number  </a:t>
            </a:r>
          </a:p>
        </p:txBody>
      </p:sp>
    </p:spTree>
    <p:extLst>
      <p:ext uri="{BB962C8B-B14F-4D97-AF65-F5344CB8AC3E}">
        <p14:creationId xmlns:p14="http://schemas.microsoft.com/office/powerpoint/2010/main" val="3012686758"/>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2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ivider / Statement 1">
    <p:spTree>
      <p:nvGrpSpPr>
        <p:cNvPr id="1" name=""/>
        <p:cNvGrpSpPr/>
        <p:nvPr/>
      </p:nvGrpSpPr>
      <p:grpSpPr>
        <a:xfrm>
          <a:off x="0" y="0"/>
          <a:ext cx="0" cy="0"/>
          <a:chOff x="0" y="0"/>
          <a:chExt cx="0" cy="0"/>
        </a:xfrm>
      </p:grpSpPr>
      <p:sp>
        <p:nvSpPr>
          <p:cNvPr id="3" name="Arrow: Pentagon 1">
            <a:extLst>
              <a:ext uri="{FF2B5EF4-FFF2-40B4-BE49-F238E27FC236}">
                <a16:creationId xmlns:a16="http://schemas.microsoft.com/office/drawing/2014/main" id="{34BF74F0-2EB2-16A3-FBDE-A80374B42673}"/>
              </a:ext>
            </a:extLst>
          </p:cNvPr>
          <p:cNvSpPr/>
          <p:nvPr userDrawn="1"/>
        </p:nvSpPr>
        <p:spPr>
          <a:xfrm>
            <a:off x="0" y="5172094"/>
            <a:ext cx="5932170" cy="1691600"/>
          </a:xfrm>
          <a:custGeom>
            <a:avLst/>
            <a:gdLst>
              <a:gd name="connsiteX0" fmla="*/ 0 w 5932170"/>
              <a:gd name="connsiteY0" fmla="*/ 0 h 1680210"/>
              <a:gd name="connsiteX1" fmla="*/ 5932170 w 5932170"/>
              <a:gd name="connsiteY1" fmla="*/ 0 h 1680210"/>
              <a:gd name="connsiteX2" fmla="*/ 5932170 w 5932170"/>
              <a:gd name="connsiteY2" fmla="*/ 840105 h 1680210"/>
              <a:gd name="connsiteX3" fmla="*/ 5932170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932170 w 5932170"/>
              <a:gd name="connsiteY2" fmla="*/ 840105 h 1680210"/>
              <a:gd name="connsiteX3" fmla="*/ 5208114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208114 w 5932170"/>
              <a:gd name="connsiteY2" fmla="*/ 1680210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5103612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894607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972984 w 5932170"/>
              <a:gd name="connsiteY2" fmla="*/ 1676478 h 1680210"/>
              <a:gd name="connsiteX3" fmla="*/ 0 w 5932170"/>
              <a:gd name="connsiteY3" fmla="*/ 1680210 h 1680210"/>
              <a:gd name="connsiteX4" fmla="*/ 0 w 5932170"/>
              <a:gd name="connsiteY4" fmla="*/ 0 h 1680210"/>
              <a:gd name="connsiteX0" fmla="*/ 0 w 5932170"/>
              <a:gd name="connsiteY0" fmla="*/ 0 h 1682762"/>
              <a:gd name="connsiteX1" fmla="*/ 5932170 w 5932170"/>
              <a:gd name="connsiteY1" fmla="*/ 0 h 1682762"/>
              <a:gd name="connsiteX2" fmla="*/ 4966700 w 5932170"/>
              <a:gd name="connsiteY2" fmla="*/ 1682762 h 1682762"/>
              <a:gd name="connsiteX3" fmla="*/ 0 w 5932170"/>
              <a:gd name="connsiteY3" fmla="*/ 1680210 h 1682762"/>
              <a:gd name="connsiteX4" fmla="*/ 0 w 5932170"/>
              <a:gd name="connsiteY4" fmla="*/ 0 h 1682762"/>
              <a:gd name="connsiteX0" fmla="*/ 0 w 5932170"/>
              <a:gd name="connsiteY0" fmla="*/ 0 h 1685904"/>
              <a:gd name="connsiteX1" fmla="*/ 5932170 w 5932170"/>
              <a:gd name="connsiteY1" fmla="*/ 0 h 1685904"/>
              <a:gd name="connsiteX2" fmla="*/ 4960415 w 5932170"/>
              <a:gd name="connsiteY2" fmla="*/ 1685904 h 1685904"/>
              <a:gd name="connsiteX3" fmla="*/ 0 w 5932170"/>
              <a:gd name="connsiteY3" fmla="*/ 1680210 h 1685904"/>
              <a:gd name="connsiteX4" fmla="*/ 0 w 5932170"/>
              <a:gd name="connsiteY4" fmla="*/ 0 h 1685904"/>
              <a:gd name="connsiteX0" fmla="*/ 0 w 5932170"/>
              <a:gd name="connsiteY0" fmla="*/ 0 h 1685904"/>
              <a:gd name="connsiteX1" fmla="*/ 5932170 w 5932170"/>
              <a:gd name="connsiteY1" fmla="*/ 0 h 1685904"/>
              <a:gd name="connsiteX2" fmla="*/ 4960415 w 5932170"/>
              <a:gd name="connsiteY2" fmla="*/ 1685904 h 1685904"/>
              <a:gd name="connsiteX3" fmla="*/ 0 w 5932170"/>
              <a:gd name="connsiteY3" fmla="*/ 1685406 h 1685904"/>
              <a:gd name="connsiteX4" fmla="*/ 0 w 5932170"/>
              <a:gd name="connsiteY4" fmla="*/ 0 h 1685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2170" h="1685904">
                <a:moveTo>
                  <a:pt x="0" y="0"/>
                </a:moveTo>
                <a:lnTo>
                  <a:pt x="5932170" y="0"/>
                </a:lnTo>
                <a:lnTo>
                  <a:pt x="4960415" y="1685904"/>
                </a:lnTo>
                <a:lnTo>
                  <a:pt x="0" y="1685406"/>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Pentagon 1">
            <a:extLst>
              <a:ext uri="{FF2B5EF4-FFF2-40B4-BE49-F238E27FC236}">
                <a16:creationId xmlns:a16="http://schemas.microsoft.com/office/drawing/2014/main" id="{8273C4E2-E5B1-C405-BE2B-6C568B6EA9C2}"/>
              </a:ext>
            </a:extLst>
          </p:cNvPr>
          <p:cNvSpPr/>
          <p:nvPr userDrawn="1"/>
        </p:nvSpPr>
        <p:spPr>
          <a:xfrm rot="10800000">
            <a:off x="4951644" y="5172094"/>
            <a:ext cx="7246106" cy="1685906"/>
          </a:xfrm>
          <a:custGeom>
            <a:avLst/>
            <a:gdLst>
              <a:gd name="connsiteX0" fmla="*/ 0 w 5932170"/>
              <a:gd name="connsiteY0" fmla="*/ 0 h 1680210"/>
              <a:gd name="connsiteX1" fmla="*/ 5932170 w 5932170"/>
              <a:gd name="connsiteY1" fmla="*/ 0 h 1680210"/>
              <a:gd name="connsiteX2" fmla="*/ 5932170 w 5932170"/>
              <a:gd name="connsiteY2" fmla="*/ 840105 h 1680210"/>
              <a:gd name="connsiteX3" fmla="*/ 5932170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932170 w 5932170"/>
              <a:gd name="connsiteY2" fmla="*/ 840105 h 1680210"/>
              <a:gd name="connsiteX3" fmla="*/ 5208114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208114 w 5932170"/>
              <a:gd name="connsiteY2" fmla="*/ 1680210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5103612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894607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972984 w 5932170"/>
              <a:gd name="connsiteY2" fmla="*/ 1676478 h 1680210"/>
              <a:gd name="connsiteX3" fmla="*/ 0 w 5932170"/>
              <a:gd name="connsiteY3" fmla="*/ 1680210 h 1680210"/>
              <a:gd name="connsiteX4" fmla="*/ 0 w 5932170"/>
              <a:gd name="connsiteY4" fmla="*/ 0 h 1680210"/>
              <a:gd name="connsiteX0" fmla="*/ 0 w 5932170"/>
              <a:gd name="connsiteY0" fmla="*/ 0 h 1682762"/>
              <a:gd name="connsiteX1" fmla="*/ 5932170 w 5932170"/>
              <a:gd name="connsiteY1" fmla="*/ 0 h 1682762"/>
              <a:gd name="connsiteX2" fmla="*/ 4966700 w 5932170"/>
              <a:gd name="connsiteY2" fmla="*/ 1682762 h 1682762"/>
              <a:gd name="connsiteX3" fmla="*/ 0 w 5932170"/>
              <a:gd name="connsiteY3" fmla="*/ 1680210 h 1682762"/>
              <a:gd name="connsiteX4" fmla="*/ 0 w 5932170"/>
              <a:gd name="connsiteY4" fmla="*/ 0 h 1682762"/>
              <a:gd name="connsiteX0" fmla="*/ 0 w 5932170"/>
              <a:gd name="connsiteY0" fmla="*/ 0 h 1685904"/>
              <a:gd name="connsiteX1" fmla="*/ 5932170 w 5932170"/>
              <a:gd name="connsiteY1" fmla="*/ 0 h 1685904"/>
              <a:gd name="connsiteX2" fmla="*/ 4960415 w 5932170"/>
              <a:gd name="connsiteY2" fmla="*/ 1685904 h 1685904"/>
              <a:gd name="connsiteX3" fmla="*/ 0 w 5932170"/>
              <a:gd name="connsiteY3" fmla="*/ 1680210 h 1685904"/>
              <a:gd name="connsiteX4" fmla="*/ 0 w 5932170"/>
              <a:gd name="connsiteY4" fmla="*/ 0 h 1685904"/>
              <a:gd name="connsiteX0" fmla="*/ 0 w 5932170"/>
              <a:gd name="connsiteY0" fmla="*/ 0 h 1680210"/>
              <a:gd name="connsiteX1" fmla="*/ 5932170 w 5932170"/>
              <a:gd name="connsiteY1" fmla="*/ 0 h 1680210"/>
              <a:gd name="connsiteX2" fmla="*/ 5144371 w 5932170"/>
              <a:gd name="connsiteY2" fmla="*/ 1680153 h 1680210"/>
              <a:gd name="connsiteX3" fmla="*/ 0 w 5932170"/>
              <a:gd name="connsiteY3" fmla="*/ 1680210 h 1680210"/>
              <a:gd name="connsiteX4" fmla="*/ 0 w 5932170"/>
              <a:gd name="connsiteY4" fmla="*/ 0 h 1680210"/>
              <a:gd name="connsiteX0" fmla="*/ 0 w 5943145"/>
              <a:gd name="connsiteY0" fmla="*/ 0 h 1680210"/>
              <a:gd name="connsiteX1" fmla="*/ 5943145 w 5943145"/>
              <a:gd name="connsiteY1" fmla="*/ 0 h 1680210"/>
              <a:gd name="connsiteX2" fmla="*/ 5144371 w 5943145"/>
              <a:gd name="connsiteY2" fmla="*/ 1680153 h 1680210"/>
              <a:gd name="connsiteX3" fmla="*/ 0 w 5943145"/>
              <a:gd name="connsiteY3" fmla="*/ 1680210 h 1680210"/>
              <a:gd name="connsiteX4" fmla="*/ 0 w 5943145"/>
              <a:gd name="connsiteY4" fmla="*/ 0 h 1680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145" h="1680210">
                <a:moveTo>
                  <a:pt x="0" y="0"/>
                </a:moveTo>
                <a:lnTo>
                  <a:pt x="5943145" y="0"/>
                </a:lnTo>
                <a:lnTo>
                  <a:pt x="5144371" y="1680153"/>
                </a:lnTo>
                <a:lnTo>
                  <a:pt x="0" y="168021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B59CC345-43E1-CC91-02FC-1C3BB99B1EA5}"/>
              </a:ext>
            </a:extLst>
          </p:cNvPr>
          <p:cNvSpPr>
            <a:spLocks noGrp="1"/>
          </p:cNvSpPr>
          <p:nvPr>
            <p:ph type="dt" sz="half" idx="10"/>
          </p:nvPr>
        </p:nvSpPr>
        <p:spPr/>
        <p:txBody>
          <a:bodyPr/>
          <a:lstStyle/>
          <a:p>
            <a:fld id="{4B3618B4-8EC0-429A-8307-550B7AD1DEFA}" type="datetime1">
              <a:rPr lang="en-US" smtClean="0"/>
              <a:t>3/26/26</a:t>
            </a:fld>
            <a:endParaRPr lang="en-US"/>
          </a:p>
        </p:txBody>
      </p:sp>
      <p:sp>
        <p:nvSpPr>
          <p:cNvPr id="9" name="Footer Placeholder 8">
            <a:extLst>
              <a:ext uri="{FF2B5EF4-FFF2-40B4-BE49-F238E27FC236}">
                <a16:creationId xmlns:a16="http://schemas.microsoft.com/office/drawing/2014/main" id="{2F3FA376-B76F-802A-6F7C-21CF97C5F811}"/>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3A226D8A-B3D5-4091-A61C-A34CE3B821D6}"/>
              </a:ext>
            </a:extLst>
          </p:cNvPr>
          <p:cNvSpPr>
            <a:spLocks noGrp="1"/>
          </p:cNvSpPr>
          <p:nvPr>
            <p:ph type="sldNum" sz="quarter" idx="12"/>
          </p:nvPr>
        </p:nvSpPr>
        <p:spPr/>
        <p:txBody>
          <a:bodyPr/>
          <a:lstStyle/>
          <a:p>
            <a:fld id="{16C30856-2FD0-40BB-988B-8BB8612257E2}" type="slidenum">
              <a:rPr lang="en-US" smtClean="0"/>
              <a:pPr/>
              <a:t>‹#›</a:t>
            </a:fld>
            <a:endParaRPr lang="en-US"/>
          </a:p>
        </p:txBody>
      </p:sp>
      <p:sp>
        <p:nvSpPr>
          <p:cNvPr id="13" name="Arrow: Pentagon 1">
            <a:extLst>
              <a:ext uri="{FF2B5EF4-FFF2-40B4-BE49-F238E27FC236}">
                <a16:creationId xmlns:a16="http://schemas.microsoft.com/office/drawing/2014/main" id="{50238C67-5F1F-3146-4EAF-ADDE84E0EED8}"/>
              </a:ext>
            </a:extLst>
          </p:cNvPr>
          <p:cNvSpPr/>
          <p:nvPr userDrawn="1"/>
        </p:nvSpPr>
        <p:spPr>
          <a:xfrm>
            <a:off x="0" y="0"/>
            <a:ext cx="8962569" cy="5172094"/>
          </a:xfrm>
          <a:custGeom>
            <a:avLst/>
            <a:gdLst>
              <a:gd name="connsiteX0" fmla="*/ 0 w 5932170"/>
              <a:gd name="connsiteY0" fmla="*/ 0 h 1680210"/>
              <a:gd name="connsiteX1" fmla="*/ 5932170 w 5932170"/>
              <a:gd name="connsiteY1" fmla="*/ 0 h 1680210"/>
              <a:gd name="connsiteX2" fmla="*/ 5932170 w 5932170"/>
              <a:gd name="connsiteY2" fmla="*/ 840105 h 1680210"/>
              <a:gd name="connsiteX3" fmla="*/ 5932170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932170 w 5932170"/>
              <a:gd name="connsiteY2" fmla="*/ 840105 h 1680210"/>
              <a:gd name="connsiteX3" fmla="*/ 5208114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208114 w 5932170"/>
              <a:gd name="connsiteY2" fmla="*/ 1680210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5103612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894607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972984 w 5932170"/>
              <a:gd name="connsiteY2" fmla="*/ 1676478 h 1680210"/>
              <a:gd name="connsiteX3" fmla="*/ 0 w 5932170"/>
              <a:gd name="connsiteY3" fmla="*/ 1680210 h 1680210"/>
              <a:gd name="connsiteX4" fmla="*/ 0 w 5932170"/>
              <a:gd name="connsiteY4" fmla="*/ 0 h 1680210"/>
              <a:gd name="connsiteX0" fmla="*/ 0 w 5932170"/>
              <a:gd name="connsiteY0" fmla="*/ 0 h 1682762"/>
              <a:gd name="connsiteX1" fmla="*/ 5932170 w 5932170"/>
              <a:gd name="connsiteY1" fmla="*/ 0 h 1682762"/>
              <a:gd name="connsiteX2" fmla="*/ 4966700 w 5932170"/>
              <a:gd name="connsiteY2" fmla="*/ 1682762 h 1682762"/>
              <a:gd name="connsiteX3" fmla="*/ 0 w 5932170"/>
              <a:gd name="connsiteY3" fmla="*/ 1680210 h 1682762"/>
              <a:gd name="connsiteX4" fmla="*/ 0 w 5932170"/>
              <a:gd name="connsiteY4" fmla="*/ 0 h 1682762"/>
              <a:gd name="connsiteX0" fmla="*/ 0 w 5932170"/>
              <a:gd name="connsiteY0" fmla="*/ 0 h 1685904"/>
              <a:gd name="connsiteX1" fmla="*/ 5932170 w 5932170"/>
              <a:gd name="connsiteY1" fmla="*/ 0 h 1685904"/>
              <a:gd name="connsiteX2" fmla="*/ 4960415 w 5932170"/>
              <a:gd name="connsiteY2" fmla="*/ 1685904 h 1685904"/>
              <a:gd name="connsiteX3" fmla="*/ 0 w 5932170"/>
              <a:gd name="connsiteY3" fmla="*/ 1680210 h 1685904"/>
              <a:gd name="connsiteX4" fmla="*/ 0 w 5932170"/>
              <a:gd name="connsiteY4" fmla="*/ 0 h 1685904"/>
              <a:gd name="connsiteX0" fmla="*/ 0 w 5932170"/>
              <a:gd name="connsiteY0" fmla="*/ 0 h 1685904"/>
              <a:gd name="connsiteX1" fmla="*/ 5932170 w 5932170"/>
              <a:gd name="connsiteY1" fmla="*/ 0 h 1685904"/>
              <a:gd name="connsiteX2" fmla="*/ 4960415 w 5932170"/>
              <a:gd name="connsiteY2" fmla="*/ 1685904 h 1685904"/>
              <a:gd name="connsiteX3" fmla="*/ 0 w 5932170"/>
              <a:gd name="connsiteY3" fmla="*/ 1685406 h 1685904"/>
              <a:gd name="connsiteX4" fmla="*/ 0 w 5932170"/>
              <a:gd name="connsiteY4" fmla="*/ 0 h 1685904"/>
              <a:gd name="connsiteX0" fmla="*/ 0 w 5932170"/>
              <a:gd name="connsiteY0" fmla="*/ 0 h 1685904"/>
              <a:gd name="connsiteX1" fmla="*/ 5932170 w 5932170"/>
              <a:gd name="connsiteY1" fmla="*/ 0 h 1685904"/>
              <a:gd name="connsiteX2" fmla="*/ 3951855 w 5932170"/>
              <a:gd name="connsiteY2" fmla="*/ 1685904 h 1685904"/>
              <a:gd name="connsiteX3" fmla="*/ 0 w 5932170"/>
              <a:gd name="connsiteY3" fmla="*/ 1685406 h 1685904"/>
              <a:gd name="connsiteX4" fmla="*/ 0 w 5932170"/>
              <a:gd name="connsiteY4" fmla="*/ 0 h 1685904"/>
              <a:gd name="connsiteX0" fmla="*/ 0 w 5932170"/>
              <a:gd name="connsiteY0" fmla="*/ 0 h 1685904"/>
              <a:gd name="connsiteX1" fmla="*/ 5932170 w 5932170"/>
              <a:gd name="connsiteY1" fmla="*/ 0 h 1685904"/>
              <a:gd name="connsiteX2" fmla="*/ 3937176 w 5932170"/>
              <a:gd name="connsiteY2" fmla="*/ 1685904 h 1685904"/>
              <a:gd name="connsiteX3" fmla="*/ 0 w 5932170"/>
              <a:gd name="connsiteY3" fmla="*/ 1685406 h 1685904"/>
              <a:gd name="connsiteX4" fmla="*/ 0 w 5932170"/>
              <a:gd name="connsiteY4" fmla="*/ 0 h 1685904"/>
              <a:gd name="connsiteX0" fmla="*/ 0 w 5946849"/>
              <a:gd name="connsiteY0" fmla="*/ 0 h 1685904"/>
              <a:gd name="connsiteX1" fmla="*/ 5946849 w 5946849"/>
              <a:gd name="connsiteY1" fmla="*/ 0 h 1685904"/>
              <a:gd name="connsiteX2" fmla="*/ 3937176 w 5946849"/>
              <a:gd name="connsiteY2" fmla="*/ 1685904 h 1685904"/>
              <a:gd name="connsiteX3" fmla="*/ 0 w 5946849"/>
              <a:gd name="connsiteY3" fmla="*/ 1685406 h 1685904"/>
              <a:gd name="connsiteX4" fmla="*/ 0 w 5946849"/>
              <a:gd name="connsiteY4" fmla="*/ 0 h 1685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6849" h="1685904">
                <a:moveTo>
                  <a:pt x="0" y="0"/>
                </a:moveTo>
                <a:lnTo>
                  <a:pt x="5946849" y="0"/>
                </a:lnTo>
                <a:lnTo>
                  <a:pt x="3937176" y="1685904"/>
                </a:lnTo>
                <a:lnTo>
                  <a:pt x="0" y="1685406"/>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6FF84B68-B0F8-BA6E-6ED7-5F2DAF5F1317}"/>
              </a:ext>
            </a:extLst>
          </p:cNvPr>
          <p:cNvSpPr>
            <a:spLocks noGrp="1"/>
          </p:cNvSpPr>
          <p:nvPr>
            <p:ph type="title" hasCustomPrompt="1"/>
          </p:nvPr>
        </p:nvSpPr>
        <p:spPr>
          <a:xfrm>
            <a:off x="476655" y="555171"/>
            <a:ext cx="5449767" cy="4103915"/>
          </a:xfrm>
        </p:spPr>
        <p:txBody>
          <a:bodyPr anchor="ctr"/>
          <a:lstStyle>
            <a:lvl1pPr>
              <a:defRPr/>
            </a:lvl1pPr>
          </a:lstStyle>
          <a:p>
            <a:r>
              <a:rPr lang="en-US" dirty="0"/>
              <a:t>[Add divider text, statement or mention]</a:t>
            </a:r>
          </a:p>
        </p:txBody>
      </p:sp>
      <p:pic>
        <p:nvPicPr>
          <p:cNvPr id="5" name="Picture 4">
            <a:extLst>
              <a:ext uri="{FF2B5EF4-FFF2-40B4-BE49-F238E27FC236}">
                <a16:creationId xmlns:a16="http://schemas.microsoft.com/office/drawing/2014/main" id="{D554E1F4-EDB9-FEFF-5060-7825C8560B69}"/>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5935077" y="0"/>
            <a:ext cx="6256923" cy="5169856"/>
          </a:xfrm>
          <a:custGeom>
            <a:avLst/>
            <a:gdLst>
              <a:gd name="connsiteX0" fmla="*/ 3027492 w 6256923"/>
              <a:gd name="connsiteY0" fmla="*/ 0 h 5169856"/>
              <a:gd name="connsiteX1" fmla="*/ 6256923 w 6256923"/>
              <a:gd name="connsiteY1" fmla="*/ 0 h 5169856"/>
              <a:gd name="connsiteX2" fmla="*/ 6256923 w 6256923"/>
              <a:gd name="connsiteY2" fmla="*/ 5169856 h 5169856"/>
              <a:gd name="connsiteX3" fmla="*/ 0 w 6256923"/>
              <a:gd name="connsiteY3" fmla="*/ 5169856 h 5169856"/>
            </a:gdLst>
            <a:ahLst/>
            <a:cxnLst>
              <a:cxn ang="0">
                <a:pos x="connsiteX0" y="connsiteY0"/>
              </a:cxn>
              <a:cxn ang="0">
                <a:pos x="connsiteX1" y="connsiteY1"/>
              </a:cxn>
              <a:cxn ang="0">
                <a:pos x="connsiteX2" y="connsiteY2"/>
              </a:cxn>
              <a:cxn ang="0">
                <a:pos x="connsiteX3" y="connsiteY3"/>
              </a:cxn>
            </a:cxnLst>
            <a:rect l="l" t="t" r="r" b="b"/>
            <a:pathLst>
              <a:path w="6256923" h="5169856">
                <a:moveTo>
                  <a:pt x="3027492" y="0"/>
                </a:moveTo>
                <a:lnTo>
                  <a:pt x="6256923" y="0"/>
                </a:lnTo>
                <a:lnTo>
                  <a:pt x="6256923" y="5169856"/>
                </a:lnTo>
                <a:lnTo>
                  <a:pt x="0" y="5169856"/>
                </a:lnTo>
                <a:close/>
              </a:path>
            </a:pathLst>
          </a:custGeom>
        </p:spPr>
      </p:pic>
      <p:pic>
        <p:nvPicPr>
          <p:cNvPr id="6" name="Graphic 5">
            <a:extLst>
              <a:ext uri="{FF2B5EF4-FFF2-40B4-BE49-F238E27FC236}">
                <a16:creationId xmlns:a16="http://schemas.microsoft.com/office/drawing/2014/main" id="{4D56EB81-659A-6BE1-C64D-4C59710555F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60238" y="6336008"/>
            <a:ext cx="451863" cy="238317"/>
          </a:xfrm>
          <a:prstGeom prst="rect">
            <a:avLst/>
          </a:prstGeom>
        </p:spPr>
      </p:pic>
      <p:sp>
        <p:nvSpPr>
          <p:cNvPr id="17" name="Picture Placeholder 16">
            <a:extLst>
              <a:ext uri="{FF2B5EF4-FFF2-40B4-BE49-F238E27FC236}">
                <a16:creationId xmlns:a16="http://schemas.microsoft.com/office/drawing/2014/main" id="{DC514E8F-25C7-8BAB-CE9A-F10E3E5E69CB}"/>
              </a:ext>
            </a:extLst>
          </p:cNvPr>
          <p:cNvSpPr>
            <a:spLocks noGrp="1"/>
          </p:cNvSpPr>
          <p:nvPr>
            <p:ph type="pic" sz="quarter" idx="13" hasCustomPrompt="1"/>
          </p:nvPr>
        </p:nvSpPr>
        <p:spPr>
          <a:xfrm>
            <a:off x="5935663" y="0"/>
            <a:ext cx="6255749" cy="5165724"/>
          </a:xfrm>
          <a:custGeom>
            <a:avLst/>
            <a:gdLst>
              <a:gd name="connsiteX0" fmla="*/ 6255408 w 6255749"/>
              <a:gd name="connsiteY0" fmla="*/ 0 h 5165724"/>
              <a:gd name="connsiteX1" fmla="*/ 6255749 w 6255749"/>
              <a:gd name="connsiteY1" fmla="*/ 0 h 5165724"/>
              <a:gd name="connsiteX2" fmla="*/ 6255749 w 6255749"/>
              <a:gd name="connsiteY2" fmla="*/ 5165724 h 5165724"/>
              <a:gd name="connsiteX3" fmla="*/ 0 w 6255749"/>
              <a:gd name="connsiteY3" fmla="*/ 5165724 h 5165724"/>
              <a:gd name="connsiteX4" fmla="*/ 0 w 6255749"/>
              <a:gd name="connsiteY4" fmla="*/ 5164718 h 5165724"/>
              <a:gd name="connsiteX5" fmla="*/ 3008312 w 6255749"/>
              <a:gd name="connsiteY5" fmla="*/ 9526 h 5165724"/>
              <a:gd name="connsiteX0" fmla="*/ 6255408 w 6255749"/>
              <a:gd name="connsiteY0" fmla="*/ 0 h 5165724"/>
              <a:gd name="connsiteX1" fmla="*/ 6255749 w 6255749"/>
              <a:gd name="connsiteY1" fmla="*/ 0 h 5165724"/>
              <a:gd name="connsiteX2" fmla="*/ 6255749 w 6255749"/>
              <a:gd name="connsiteY2" fmla="*/ 5165724 h 5165724"/>
              <a:gd name="connsiteX3" fmla="*/ 0 w 6255749"/>
              <a:gd name="connsiteY3" fmla="*/ 5165724 h 5165724"/>
              <a:gd name="connsiteX4" fmla="*/ 0 w 6255749"/>
              <a:gd name="connsiteY4" fmla="*/ 5164718 h 5165724"/>
              <a:gd name="connsiteX5" fmla="*/ 3019165 w 6255749"/>
              <a:gd name="connsiteY5" fmla="*/ 1386 h 5165724"/>
              <a:gd name="connsiteX6" fmla="*/ 6255408 w 6255749"/>
              <a:gd name="connsiteY6" fmla="*/ 0 h 5165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55749" h="5165724">
                <a:moveTo>
                  <a:pt x="6255408" y="0"/>
                </a:moveTo>
                <a:lnTo>
                  <a:pt x="6255749" y="0"/>
                </a:lnTo>
                <a:lnTo>
                  <a:pt x="6255749" y="5165724"/>
                </a:lnTo>
                <a:lnTo>
                  <a:pt x="0" y="5165724"/>
                </a:lnTo>
                <a:lnTo>
                  <a:pt x="0" y="5164718"/>
                </a:lnTo>
                <a:lnTo>
                  <a:pt x="3019165" y="1386"/>
                </a:lnTo>
                <a:lnTo>
                  <a:pt x="6255408" y="0"/>
                </a:lnTo>
                <a:close/>
              </a:path>
            </a:pathLst>
          </a:custGeom>
        </p:spPr>
        <p:txBody>
          <a:bodyPr wrap="square" anchor="ctr">
            <a:noAutofit/>
          </a:bodyPr>
          <a:lstStyle>
            <a:lvl1pPr marL="0" indent="0" algn="ctr">
              <a:buNone/>
              <a:defRPr sz="1200"/>
            </a:lvl1pPr>
          </a:lstStyle>
          <a:p>
            <a:r>
              <a:rPr lang="en-US" dirty="0"/>
              <a:t> </a:t>
            </a:r>
          </a:p>
        </p:txBody>
      </p:sp>
      <p:sp>
        <p:nvSpPr>
          <p:cNvPr id="18" name="Rectangle 17">
            <a:extLst>
              <a:ext uri="{FF2B5EF4-FFF2-40B4-BE49-F238E27FC236}">
                <a16:creationId xmlns:a16="http://schemas.microsoft.com/office/drawing/2014/main" id="{17942029-3358-E09E-4245-B0DD3B34C3C5}"/>
              </a:ext>
            </a:extLst>
          </p:cNvPr>
          <p:cNvSpPr/>
          <p:nvPr userDrawn="1"/>
        </p:nvSpPr>
        <p:spPr>
          <a:xfrm>
            <a:off x="12269021" y="0"/>
            <a:ext cx="1199151" cy="132887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t"/>
          <a:lstStyle/>
          <a:p>
            <a:pPr algn="l">
              <a:lnSpc>
                <a:spcPct val="90000"/>
              </a:lnSpc>
              <a:spcBef>
                <a:spcPts val="600"/>
              </a:spcBef>
            </a:pPr>
            <a:r>
              <a:rPr lang="en-US" sz="800" dirty="0">
                <a:solidFill>
                  <a:schemeClr val="bg2"/>
                </a:solidFill>
              </a:rPr>
              <a:t>To insert a custom image, use the icon in the image placeholder. </a:t>
            </a:r>
          </a:p>
          <a:p>
            <a:pPr algn="l">
              <a:lnSpc>
                <a:spcPct val="90000"/>
              </a:lnSpc>
              <a:spcBef>
                <a:spcPts val="600"/>
              </a:spcBef>
            </a:pPr>
            <a:r>
              <a:rPr lang="en-US" sz="800" dirty="0">
                <a:solidFill>
                  <a:schemeClr val="bg2"/>
                </a:solidFill>
              </a:rPr>
              <a:t>If the inserted image needs to be adjusted / cropped inside the placeholder, select the image, and use the Crop tool on the Image Tab.  </a:t>
            </a:r>
          </a:p>
        </p:txBody>
      </p:sp>
    </p:spTree>
    <p:extLst>
      <p:ext uri="{BB962C8B-B14F-4D97-AF65-F5344CB8AC3E}">
        <p14:creationId xmlns:p14="http://schemas.microsoft.com/office/powerpoint/2010/main" val="35792574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p:bldLst>
  </p:timing>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vider / Statement 2">
    <p:bg>
      <p:bgPr>
        <a:solidFill>
          <a:srgbClr val="021155"/>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F97D6D7-AC79-1D56-A6FA-C421D7E196E6}"/>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6106818" y="0"/>
            <a:ext cx="6085182" cy="6858000"/>
          </a:xfrm>
          <a:custGeom>
            <a:avLst/>
            <a:gdLst>
              <a:gd name="connsiteX0" fmla="*/ 6085182 w 6085182"/>
              <a:gd name="connsiteY0" fmla="*/ 0 h 6858000"/>
              <a:gd name="connsiteX1" fmla="*/ 6085182 w 6085182"/>
              <a:gd name="connsiteY1" fmla="*/ 6858000 h 6858000"/>
              <a:gd name="connsiteX2" fmla="*/ 0 w 6085182"/>
              <a:gd name="connsiteY2" fmla="*/ 6858000 h 6858000"/>
              <a:gd name="connsiteX3" fmla="*/ 0 w 6085182"/>
              <a:gd name="connsiteY3" fmla="*/ 4553145 h 6858000"/>
            </a:gdLst>
            <a:ahLst/>
            <a:cxnLst>
              <a:cxn ang="0">
                <a:pos x="connsiteX0" y="connsiteY0"/>
              </a:cxn>
              <a:cxn ang="0">
                <a:pos x="connsiteX1" y="connsiteY1"/>
              </a:cxn>
              <a:cxn ang="0">
                <a:pos x="connsiteX2" y="connsiteY2"/>
              </a:cxn>
              <a:cxn ang="0">
                <a:pos x="connsiteX3" y="connsiteY3"/>
              </a:cxn>
            </a:cxnLst>
            <a:rect l="l" t="t" r="r" b="b"/>
            <a:pathLst>
              <a:path w="6085182" h="6858000">
                <a:moveTo>
                  <a:pt x="6085182" y="0"/>
                </a:moveTo>
                <a:lnTo>
                  <a:pt x="6085182" y="6858000"/>
                </a:lnTo>
                <a:lnTo>
                  <a:pt x="0" y="6858000"/>
                </a:lnTo>
                <a:lnTo>
                  <a:pt x="0" y="4553145"/>
                </a:lnTo>
                <a:close/>
              </a:path>
            </a:pathLst>
          </a:custGeom>
        </p:spPr>
      </p:pic>
      <p:sp>
        <p:nvSpPr>
          <p:cNvPr id="9" name="Rectangle 8">
            <a:extLst>
              <a:ext uri="{FF2B5EF4-FFF2-40B4-BE49-F238E27FC236}">
                <a16:creationId xmlns:a16="http://schemas.microsoft.com/office/drawing/2014/main" id="{784C812B-626F-A983-2C66-856E4140B049}"/>
              </a:ext>
            </a:extLst>
          </p:cNvPr>
          <p:cNvSpPr/>
          <p:nvPr userDrawn="1"/>
        </p:nvSpPr>
        <p:spPr>
          <a:xfrm>
            <a:off x="-2" y="-246"/>
            <a:ext cx="6096001" cy="6858246"/>
          </a:xfrm>
          <a:prstGeom prst="rect">
            <a:avLst/>
          </a:prstGeom>
          <a:solidFill>
            <a:srgbClr val="0211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C972A0E5-3C22-CFC8-FBFF-E915611E6FE0}"/>
              </a:ext>
            </a:extLst>
          </p:cNvPr>
          <p:cNvSpPr/>
          <p:nvPr userDrawn="1"/>
        </p:nvSpPr>
        <p:spPr>
          <a:xfrm rot="10800000" flipH="1">
            <a:off x="6095998" y="-250"/>
            <a:ext cx="6096002" cy="4561241"/>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2D4F891-9813-183A-A245-1CB670A590B6}"/>
              </a:ext>
            </a:extLst>
          </p:cNvPr>
          <p:cNvPicPr>
            <a:picLocks noChangeAspect="1"/>
          </p:cNvPicPr>
          <p:nvPr userDrawn="1"/>
        </p:nvPicPr>
        <p:blipFill>
          <a:blip r:embed="rId3"/>
          <a:stretch>
            <a:fillRect/>
          </a:stretch>
        </p:blipFill>
        <p:spPr>
          <a:xfrm>
            <a:off x="2267378" y="4559609"/>
            <a:ext cx="3828620" cy="2298391"/>
          </a:xfrm>
          <a:prstGeom prst="rect">
            <a:avLst/>
          </a:prstGeom>
        </p:spPr>
      </p:pic>
      <p:sp>
        <p:nvSpPr>
          <p:cNvPr id="2" name="Title 1">
            <a:extLst>
              <a:ext uri="{FF2B5EF4-FFF2-40B4-BE49-F238E27FC236}">
                <a16:creationId xmlns:a16="http://schemas.microsoft.com/office/drawing/2014/main" id="{433EB2F3-179D-7B1B-13BC-F850A8AE1788}"/>
              </a:ext>
            </a:extLst>
          </p:cNvPr>
          <p:cNvSpPr>
            <a:spLocks noGrp="1"/>
          </p:cNvSpPr>
          <p:nvPr>
            <p:ph type="title" hasCustomPrompt="1"/>
          </p:nvPr>
        </p:nvSpPr>
        <p:spPr>
          <a:xfrm>
            <a:off x="476655" y="555171"/>
            <a:ext cx="5449767" cy="4103915"/>
          </a:xfrm>
        </p:spPr>
        <p:txBody>
          <a:bodyPr anchor="ctr"/>
          <a:lstStyle/>
          <a:p>
            <a:r>
              <a:rPr lang="en-US" dirty="0"/>
              <a:t>[Add divider text, statement or mention]</a:t>
            </a:r>
          </a:p>
        </p:txBody>
      </p:sp>
      <p:sp>
        <p:nvSpPr>
          <p:cNvPr id="3" name="Date Placeholder 2">
            <a:extLst>
              <a:ext uri="{FF2B5EF4-FFF2-40B4-BE49-F238E27FC236}">
                <a16:creationId xmlns:a16="http://schemas.microsoft.com/office/drawing/2014/main" id="{C8F785B4-9921-0B66-6B0E-DACB85578A5E}"/>
              </a:ext>
            </a:extLst>
          </p:cNvPr>
          <p:cNvSpPr>
            <a:spLocks noGrp="1"/>
          </p:cNvSpPr>
          <p:nvPr>
            <p:ph type="dt" sz="half" idx="10"/>
          </p:nvPr>
        </p:nvSpPr>
        <p:spPr/>
        <p:txBody>
          <a:bodyPr/>
          <a:lstStyle/>
          <a:p>
            <a:fld id="{9C3EFC2A-47EA-4919-B452-4EC20657A092}" type="datetime1">
              <a:rPr lang="en-US" smtClean="0"/>
              <a:t>3/26/26</a:t>
            </a:fld>
            <a:endParaRPr lang="en-US"/>
          </a:p>
        </p:txBody>
      </p:sp>
      <p:sp>
        <p:nvSpPr>
          <p:cNvPr id="6" name="Footer Placeholder 5">
            <a:extLst>
              <a:ext uri="{FF2B5EF4-FFF2-40B4-BE49-F238E27FC236}">
                <a16:creationId xmlns:a16="http://schemas.microsoft.com/office/drawing/2014/main" id="{5E222858-B3F8-C598-38C3-777D229C4F2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391A55A-B9C6-3265-6358-745998F9C8DA}"/>
              </a:ext>
            </a:extLst>
          </p:cNvPr>
          <p:cNvSpPr>
            <a:spLocks noGrp="1"/>
          </p:cNvSpPr>
          <p:nvPr>
            <p:ph type="sldNum" sz="quarter" idx="12"/>
          </p:nvPr>
        </p:nvSpPr>
        <p:spPr/>
        <p:txBody>
          <a:bodyPr/>
          <a:lstStyle/>
          <a:p>
            <a:fld id="{16C30856-2FD0-40BB-988B-8BB8612257E2}" type="slidenum">
              <a:rPr lang="en-US" smtClean="0"/>
              <a:pPr/>
              <a:t>‹#›</a:t>
            </a:fld>
            <a:endParaRPr lang="en-US"/>
          </a:p>
        </p:txBody>
      </p:sp>
      <p:pic>
        <p:nvPicPr>
          <p:cNvPr id="4" name="Graphic 3">
            <a:extLst>
              <a:ext uri="{FF2B5EF4-FFF2-40B4-BE49-F238E27FC236}">
                <a16:creationId xmlns:a16="http://schemas.microsoft.com/office/drawing/2014/main" id="{35C42065-81FC-852B-F714-81B3BE63EF6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260238" y="6336008"/>
            <a:ext cx="451863" cy="238317"/>
          </a:xfrm>
          <a:prstGeom prst="rect">
            <a:avLst/>
          </a:prstGeom>
        </p:spPr>
      </p:pic>
      <p:sp>
        <p:nvSpPr>
          <p:cNvPr id="16" name="Picture Placeholder 15">
            <a:extLst>
              <a:ext uri="{FF2B5EF4-FFF2-40B4-BE49-F238E27FC236}">
                <a16:creationId xmlns:a16="http://schemas.microsoft.com/office/drawing/2014/main" id="{E4F97A55-CDD7-1CA6-FB06-CDFFBE52B764}"/>
              </a:ext>
            </a:extLst>
          </p:cNvPr>
          <p:cNvSpPr>
            <a:spLocks noGrp="1"/>
          </p:cNvSpPr>
          <p:nvPr>
            <p:ph type="pic" sz="quarter" idx="13" hasCustomPrompt="1"/>
          </p:nvPr>
        </p:nvSpPr>
        <p:spPr>
          <a:xfrm>
            <a:off x="6096000" y="0"/>
            <a:ext cx="6096000" cy="6858000"/>
          </a:xfrm>
          <a:custGeom>
            <a:avLst/>
            <a:gdLst>
              <a:gd name="connsiteX0" fmla="*/ 6096000 w 6096000"/>
              <a:gd name="connsiteY0" fmla="*/ 0 h 6858000"/>
              <a:gd name="connsiteX1" fmla="*/ 6096000 w 6096000"/>
              <a:gd name="connsiteY1" fmla="*/ 6858000 h 6858000"/>
              <a:gd name="connsiteX2" fmla="*/ 0 w 6096000"/>
              <a:gd name="connsiteY2" fmla="*/ 6858000 h 6858000"/>
              <a:gd name="connsiteX3" fmla="*/ 0 w 6096000"/>
              <a:gd name="connsiteY3" fmla="*/ 456124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6096000" y="0"/>
                </a:moveTo>
                <a:lnTo>
                  <a:pt x="6096000" y="6858000"/>
                </a:lnTo>
                <a:lnTo>
                  <a:pt x="0" y="6858000"/>
                </a:lnTo>
                <a:lnTo>
                  <a:pt x="0" y="4561240"/>
                </a:lnTo>
                <a:close/>
              </a:path>
            </a:pathLst>
          </a:custGeom>
        </p:spPr>
        <p:txBody>
          <a:bodyPr wrap="square" anchor="ctr">
            <a:noAutofit/>
          </a:bodyPr>
          <a:lstStyle>
            <a:lvl1pPr marL="0" indent="0" algn="ctr">
              <a:buNone/>
              <a:defRPr/>
            </a:lvl1pPr>
          </a:lstStyle>
          <a:p>
            <a:r>
              <a:rPr lang="en-US" dirty="0"/>
              <a:t> </a:t>
            </a:r>
          </a:p>
        </p:txBody>
      </p:sp>
      <p:sp>
        <p:nvSpPr>
          <p:cNvPr id="17" name="Rectangle 16">
            <a:extLst>
              <a:ext uri="{FF2B5EF4-FFF2-40B4-BE49-F238E27FC236}">
                <a16:creationId xmlns:a16="http://schemas.microsoft.com/office/drawing/2014/main" id="{EF14B85C-C44D-C4C8-58D4-11B8535AE41F}"/>
              </a:ext>
            </a:extLst>
          </p:cNvPr>
          <p:cNvSpPr/>
          <p:nvPr userDrawn="1"/>
        </p:nvSpPr>
        <p:spPr>
          <a:xfrm>
            <a:off x="12269021" y="-250"/>
            <a:ext cx="1199151" cy="132887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t"/>
          <a:lstStyle/>
          <a:p>
            <a:pPr algn="l">
              <a:lnSpc>
                <a:spcPct val="90000"/>
              </a:lnSpc>
              <a:spcBef>
                <a:spcPts val="600"/>
              </a:spcBef>
            </a:pPr>
            <a:r>
              <a:rPr lang="en-US" sz="800" dirty="0">
                <a:solidFill>
                  <a:schemeClr val="bg2"/>
                </a:solidFill>
              </a:rPr>
              <a:t>To insert a custom image, use the icon in the image placeholder. </a:t>
            </a:r>
          </a:p>
          <a:p>
            <a:pPr algn="l">
              <a:lnSpc>
                <a:spcPct val="90000"/>
              </a:lnSpc>
              <a:spcBef>
                <a:spcPts val="600"/>
              </a:spcBef>
            </a:pPr>
            <a:r>
              <a:rPr lang="en-US" sz="800" dirty="0">
                <a:solidFill>
                  <a:schemeClr val="bg2"/>
                </a:solidFill>
              </a:rPr>
              <a:t>If the inserted image needs to be adjusted / cropped inside the placeholder, select the image, and use the Crop tool on the Image Tab.  </a:t>
            </a:r>
          </a:p>
        </p:txBody>
      </p:sp>
    </p:spTree>
    <p:extLst>
      <p:ext uri="{BB962C8B-B14F-4D97-AF65-F5344CB8AC3E}">
        <p14:creationId xmlns:p14="http://schemas.microsoft.com/office/powerpoint/2010/main" val="8567222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0-#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p:bldLst>
  </p:timing>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ivider / Statement 3">
    <p:spTree>
      <p:nvGrpSpPr>
        <p:cNvPr id="1" name=""/>
        <p:cNvGrpSpPr/>
        <p:nvPr/>
      </p:nvGrpSpPr>
      <p:grpSpPr>
        <a:xfrm>
          <a:off x="0" y="0"/>
          <a:ext cx="0" cy="0"/>
          <a:chOff x="0" y="0"/>
          <a:chExt cx="0" cy="0"/>
        </a:xfrm>
      </p:grpSpPr>
      <p:sp>
        <p:nvSpPr>
          <p:cNvPr id="3" name="Arrow: Pentagon 1">
            <a:extLst>
              <a:ext uri="{FF2B5EF4-FFF2-40B4-BE49-F238E27FC236}">
                <a16:creationId xmlns:a16="http://schemas.microsoft.com/office/drawing/2014/main" id="{34BF74F0-2EB2-16A3-FBDE-A80374B42673}"/>
              </a:ext>
            </a:extLst>
          </p:cNvPr>
          <p:cNvSpPr/>
          <p:nvPr userDrawn="1"/>
        </p:nvSpPr>
        <p:spPr>
          <a:xfrm>
            <a:off x="0" y="5172094"/>
            <a:ext cx="5932170" cy="1691600"/>
          </a:xfrm>
          <a:custGeom>
            <a:avLst/>
            <a:gdLst>
              <a:gd name="connsiteX0" fmla="*/ 0 w 5932170"/>
              <a:gd name="connsiteY0" fmla="*/ 0 h 1680210"/>
              <a:gd name="connsiteX1" fmla="*/ 5932170 w 5932170"/>
              <a:gd name="connsiteY1" fmla="*/ 0 h 1680210"/>
              <a:gd name="connsiteX2" fmla="*/ 5932170 w 5932170"/>
              <a:gd name="connsiteY2" fmla="*/ 840105 h 1680210"/>
              <a:gd name="connsiteX3" fmla="*/ 5932170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932170 w 5932170"/>
              <a:gd name="connsiteY2" fmla="*/ 840105 h 1680210"/>
              <a:gd name="connsiteX3" fmla="*/ 5208114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208114 w 5932170"/>
              <a:gd name="connsiteY2" fmla="*/ 1680210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5103612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894607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972984 w 5932170"/>
              <a:gd name="connsiteY2" fmla="*/ 1676478 h 1680210"/>
              <a:gd name="connsiteX3" fmla="*/ 0 w 5932170"/>
              <a:gd name="connsiteY3" fmla="*/ 1680210 h 1680210"/>
              <a:gd name="connsiteX4" fmla="*/ 0 w 5932170"/>
              <a:gd name="connsiteY4" fmla="*/ 0 h 1680210"/>
              <a:gd name="connsiteX0" fmla="*/ 0 w 5932170"/>
              <a:gd name="connsiteY0" fmla="*/ 0 h 1682762"/>
              <a:gd name="connsiteX1" fmla="*/ 5932170 w 5932170"/>
              <a:gd name="connsiteY1" fmla="*/ 0 h 1682762"/>
              <a:gd name="connsiteX2" fmla="*/ 4966700 w 5932170"/>
              <a:gd name="connsiteY2" fmla="*/ 1682762 h 1682762"/>
              <a:gd name="connsiteX3" fmla="*/ 0 w 5932170"/>
              <a:gd name="connsiteY3" fmla="*/ 1680210 h 1682762"/>
              <a:gd name="connsiteX4" fmla="*/ 0 w 5932170"/>
              <a:gd name="connsiteY4" fmla="*/ 0 h 1682762"/>
              <a:gd name="connsiteX0" fmla="*/ 0 w 5932170"/>
              <a:gd name="connsiteY0" fmla="*/ 0 h 1685904"/>
              <a:gd name="connsiteX1" fmla="*/ 5932170 w 5932170"/>
              <a:gd name="connsiteY1" fmla="*/ 0 h 1685904"/>
              <a:gd name="connsiteX2" fmla="*/ 4960415 w 5932170"/>
              <a:gd name="connsiteY2" fmla="*/ 1685904 h 1685904"/>
              <a:gd name="connsiteX3" fmla="*/ 0 w 5932170"/>
              <a:gd name="connsiteY3" fmla="*/ 1680210 h 1685904"/>
              <a:gd name="connsiteX4" fmla="*/ 0 w 5932170"/>
              <a:gd name="connsiteY4" fmla="*/ 0 h 1685904"/>
              <a:gd name="connsiteX0" fmla="*/ 0 w 5932170"/>
              <a:gd name="connsiteY0" fmla="*/ 0 h 1685904"/>
              <a:gd name="connsiteX1" fmla="*/ 5932170 w 5932170"/>
              <a:gd name="connsiteY1" fmla="*/ 0 h 1685904"/>
              <a:gd name="connsiteX2" fmla="*/ 4960415 w 5932170"/>
              <a:gd name="connsiteY2" fmla="*/ 1685904 h 1685904"/>
              <a:gd name="connsiteX3" fmla="*/ 0 w 5932170"/>
              <a:gd name="connsiteY3" fmla="*/ 1685406 h 1685904"/>
              <a:gd name="connsiteX4" fmla="*/ 0 w 5932170"/>
              <a:gd name="connsiteY4" fmla="*/ 0 h 1685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2170" h="1685904">
                <a:moveTo>
                  <a:pt x="0" y="0"/>
                </a:moveTo>
                <a:lnTo>
                  <a:pt x="5932170" y="0"/>
                </a:lnTo>
                <a:lnTo>
                  <a:pt x="4960415" y="1685904"/>
                </a:lnTo>
                <a:lnTo>
                  <a:pt x="0" y="1685406"/>
                </a:ln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Pentagon 1">
            <a:extLst>
              <a:ext uri="{FF2B5EF4-FFF2-40B4-BE49-F238E27FC236}">
                <a16:creationId xmlns:a16="http://schemas.microsoft.com/office/drawing/2014/main" id="{8273C4E2-E5B1-C405-BE2B-6C568B6EA9C2}"/>
              </a:ext>
            </a:extLst>
          </p:cNvPr>
          <p:cNvSpPr/>
          <p:nvPr userDrawn="1"/>
        </p:nvSpPr>
        <p:spPr>
          <a:xfrm rot="10800000">
            <a:off x="4951644" y="5172094"/>
            <a:ext cx="7246106" cy="1685906"/>
          </a:xfrm>
          <a:custGeom>
            <a:avLst/>
            <a:gdLst>
              <a:gd name="connsiteX0" fmla="*/ 0 w 5932170"/>
              <a:gd name="connsiteY0" fmla="*/ 0 h 1680210"/>
              <a:gd name="connsiteX1" fmla="*/ 5932170 w 5932170"/>
              <a:gd name="connsiteY1" fmla="*/ 0 h 1680210"/>
              <a:gd name="connsiteX2" fmla="*/ 5932170 w 5932170"/>
              <a:gd name="connsiteY2" fmla="*/ 840105 h 1680210"/>
              <a:gd name="connsiteX3" fmla="*/ 5932170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932170 w 5932170"/>
              <a:gd name="connsiteY2" fmla="*/ 840105 h 1680210"/>
              <a:gd name="connsiteX3" fmla="*/ 5208114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208114 w 5932170"/>
              <a:gd name="connsiteY2" fmla="*/ 1680210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5103612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894607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972984 w 5932170"/>
              <a:gd name="connsiteY2" fmla="*/ 1676478 h 1680210"/>
              <a:gd name="connsiteX3" fmla="*/ 0 w 5932170"/>
              <a:gd name="connsiteY3" fmla="*/ 1680210 h 1680210"/>
              <a:gd name="connsiteX4" fmla="*/ 0 w 5932170"/>
              <a:gd name="connsiteY4" fmla="*/ 0 h 1680210"/>
              <a:gd name="connsiteX0" fmla="*/ 0 w 5932170"/>
              <a:gd name="connsiteY0" fmla="*/ 0 h 1682762"/>
              <a:gd name="connsiteX1" fmla="*/ 5932170 w 5932170"/>
              <a:gd name="connsiteY1" fmla="*/ 0 h 1682762"/>
              <a:gd name="connsiteX2" fmla="*/ 4966700 w 5932170"/>
              <a:gd name="connsiteY2" fmla="*/ 1682762 h 1682762"/>
              <a:gd name="connsiteX3" fmla="*/ 0 w 5932170"/>
              <a:gd name="connsiteY3" fmla="*/ 1680210 h 1682762"/>
              <a:gd name="connsiteX4" fmla="*/ 0 w 5932170"/>
              <a:gd name="connsiteY4" fmla="*/ 0 h 1682762"/>
              <a:gd name="connsiteX0" fmla="*/ 0 w 5932170"/>
              <a:gd name="connsiteY0" fmla="*/ 0 h 1685904"/>
              <a:gd name="connsiteX1" fmla="*/ 5932170 w 5932170"/>
              <a:gd name="connsiteY1" fmla="*/ 0 h 1685904"/>
              <a:gd name="connsiteX2" fmla="*/ 4960415 w 5932170"/>
              <a:gd name="connsiteY2" fmla="*/ 1685904 h 1685904"/>
              <a:gd name="connsiteX3" fmla="*/ 0 w 5932170"/>
              <a:gd name="connsiteY3" fmla="*/ 1680210 h 1685904"/>
              <a:gd name="connsiteX4" fmla="*/ 0 w 5932170"/>
              <a:gd name="connsiteY4" fmla="*/ 0 h 1685904"/>
              <a:gd name="connsiteX0" fmla="*/ 0 w 5932170"/>
              <a:gd name="connsiteY0" fmla="*/ 0 h 1680210"/>
              <a:gd name="connsiteX1" fmla="*/ 5932170 w 5932170"/>
              <a:gd name="connsiteY1" fmla="*/ 0 h 1680210"/>
              <a:gd name="connsiteX2" fmla="*/ 5144371 w 5932170"/>
              <a:gd name="connsiteY2" fmla="*/ 1680153 h 1680210"/>
              <a:gd name="connsiteX3" fmla="*/ 0 w 5932170"/>
              <a:gd name="connsiteY3" fmla="*/ 1680210 h 1680210"/>
              <a:gd name="connsiteX4" fmla="*/ 0 w 5932170"/>
              <a:gd name="connsiteY4" fmla="*/ 0 h 1680210"/>
              <a:gd name="connsiteX0" fmla="*/ 0 w 5943145"/>
              <a:gd name="connsiteY0" fmla="*/ 0 h 1680210"/>
              <a:gd name="connsiteX1" fmla="*/ 5943145 w 5943145"/>
              <a:gd name="connsiteY1" fmla="*/ 0 h 1680210"/>
              <a:gd name="connsiteX2" fmla="*/ 5144371 w 5943145"/>
              <a:gd name="connsiteY2" fmla="*/ 1680153 h 1680210"/>
              <a:gd name="connsiteX3" fmla="*/ 0 w 5943145"/>
              <a:gd name="connsiteY3" fmla="*/ 1680210 h 1680210"/>
              <a:gd name="connsiteX4" fmla="*/ 0 w 5943145"/>
              <a:gd name="connsiteY4" fmla="*/ 0 h 1680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145" h="1680210">
                <a:moveTo>
                  <a:pt x="0" y="0"/>
                </a:moveTo>
                <a:lnTo>
                  <a:pt x="5943145" y="0"/>
                </a:lnTo>
                <a:lnTo>
                  <a:pt x="5144371" y="1680153"/>
                </a:lnTo>
                <a:lnTo>
                  <a:pt x="0" y="168021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B59CC345-43E1-CC91-02FC-1C3BB99B1EA5}"/>
              </a:ext>
            </a:extLst>
          </p:cNvPr>
          <p:cNvSpPr>
            <a:spLocks noGrp="1"/>
          </p:cNvSpPr>
          <p:nvPr>
            <p:ph type="dt" sz="half" idx="10"/>
          </p:nvPr>
        </p:nvSpPr>
        <p:spPr/>
        <p:txBody>
          <a:bodyPr/>
          <a:lstStyle/>
          <a:p>
            <a:fld id="{1628CFB1-6E98-46AC-8DB5-91A9BB1EB9D7}" type="datetime1">
              <a:rPr lang="en-US" smtClean="0"/>
              <a:t>3/26/26</a:t>
            </a:fld>
            <a:endParaRPr lang="en-US"/>
          </a:p>
        </p:txBody>
      </p:sp>
      <p:sp>
        <p:nvSpPr>
          <p:cNvPr id="9" name="Footer Placeholder 8">
            <a:extLst>
              <a:ext uri="{FF2B5EF4-FFF2-40B4-BE49-F238E27FC236}">
                <a16:creationId xmlns:a16="http://schemas.microsoft.com/office/drawing/2014/main" id="{2F3FA376-B76F-802A-6F7C-21CF97C5F811}"/>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3A226D8A-B3D5-4091-A61C-A34CE3B821D6}"/>
              </a:ext>
            </a:extLst>
          </p:cNvPr>
          <p:cNvSpPr>
            <a:spLocks noGrp="1"/>
          </p:cNvSpPr>
          <p:nvPr>
            <p:ph type="sldNum" sz="quarter" idx="12"/>
          </p:nvPr>
        </p:nvSpPr>
        <p:spPr/>
        <p:txBody>
          <a:bodyPr/>
          <a:lstStyle/>
          <a:p>
            <a:fld id="{16C30856-2FD0-40BB-988B-8BB8612257E2}" type="slidenum">
              <a:rPr lang="en-US" smtClean="0"/>
              <a:pPr/>
              <a:t>‹#›</a:t>
            </a:fld>
            <a:endParaRPr lang="en-US"/>
          </a:p>
        </p:txBody>
      </p:sp>
      <p:sp>
        <p:nvSpPr>
          <p:cNvPr id="13" name="Arrow: Pentagon 1">
            <a:extLst>
              <a:ext uri="{FF2B5EF4-FFF2-40B4-BE49-F238E27FC236}">
                <a16:creationId xmlns:a16="http://schemas.microsoft.com/office/drawing/2014/main" id="{50238C67-5F1F-3146-4EAF-ADDE84E0EED8}"/>
              </a:ext>
            </a:extLst>
          </p:cNvPr>
          <p:cNvSpPr/>
          <p:nvPr userDrawn="1"/>
        </p:nvSpPr>
        <p:spPr>
          <a:xfrm>
            <a:off x="0" y="0"/>
            <a:ext cx="8962569" cy="5172094"/>
          </a:xfrm>
          <a:custGeom>
            <a:avLst/>
            <a:gdLst>
              <a:gd name="connsiteX0" fmla="*/ 0 w 5932170"/>
              <a:gd name="connsiteY0" fmla="*/ 0 h 1680210"/>
              <a:gd name="connsiteX1" fmla="*/ 5932170 w 5932170"/>
              <a:gd name="connsiteY1" fmla="*/ 0 h 1680210"/>
              <a:gd name="connsiteX2" fmla="*/ 5932170 w 5932170"/>
              <a:gd name="connsiteY2" fmla="*/ 840105 h 1680210"/>
              <a:gd name="connsiteX3" fmla="*/ 5932170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932170 w 5932170"/>
              <a:gd name="connsiteY2" fmla="*/ 840105 h 1680210"/>
              <a:gd name="connsiteX3" fmla="*/ 5208114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208114 w 5932170"/>
              <a:gd name="connsiteY2" fmla="*/ 1680210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5103612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894607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972984 w 5932170"/>
              <a:gd name="connsiteY2" fmla="*/ 1676478 h 1680210"/>
              <a:gd name="connsiteX3" fmla="*/ 0 w 5932170"/>
              <a:gd name="connsiteY3" fmla="*/ 1680210 h 1680210"/>
              <a:gd name="connsiteX4" fmla="*/ 0 w 5932170"/>
              <a:gd name="connsiteY4" fmla="*/ 0 h 1680210"/>
              <a:gd name="connsiteX0" fmla="*/ 0 w 5932170"/>
              <a:gd name="connsiteY0" fmla="*/ 0 h 1682762"/>
              <a:gd name="connsiteX1" fmla="*/ 5932170 w 5932170"/>
              <a:gd name="connsiteY1" fmla="*/ 0 h 1682762"/>
              <a:gd name="connsiteX2" fmla="*/ 4966700 w 5932170"/>
              <a:gd name="connsiteY2" fmla="*/ 1682762 h 1682762"/>
              <a:gd name="connsiteX3" fmla="*/ 0 w 5932170"/>
              <a:gd name="connsiteY3" fmla="*/ 1680210 h 1682762"/>
              <a:gd name="connsiteX4" fmla="*/ 0 w 5932170"/>
              <a:gd name="connsiteY4" fmla="*/ 0 h 1682762"/>
              <a:gd name="connsiteX0" fmla="*/ 0 w 5932170"/>
              <a:gd name="connsiteY0" fmla="*/ 0 h 1685904"/>
              <a:gd name="connsiteX1" fmla="*/ 5932170 w 5932170"/>
              <a:gd name="connsiteY1" fmla="*/ 0 h 1685904"/>
              <a:gd name="connsiteX2" fmla="*/ 4960415 w 5932170"/>
              <a:gd name="connsiteY2" fmla="*/ 1685904 h 1685904"/>
              <a:gd name="connsiteX3" fmla="*/ 0 w 5932170"/>
              <a:gd name="connsiteY3" fmla="*/ 1680210 h 1685904"/>
              <a:gd name="connsiteX4" fmla="*/ 0 w 5932170"/>
              <a:gd name="connsiteY4" fmla="*/ 0 h 1685904"/>
              <a:gd name="connsiteX0" fmla="*/ 0 w 5932170"/>
              <a:gd name="connsiteY0" fmla="*/ 0 h 1685904"/>
              <a:gd name="connsiteX1" fmla="*/ 5932170 w 5932170"/>
              <a:gd name="connsiteY1" fmla="*/ 0 h 1685904"/>
              <a:gd name="connsiteX2" fmla="*/ 4960415 w 5932170"/>
              <a:gd name="connsiteY2" fmla="*/ 1685904 h 1685904"/>
              <a:gd name="connsiteX3" fmla="*/ 0 w 5932170"/>
              <a:gd name="connsiteY3" fmla="*/ 1685406 h 1685904"/>
              <a:gd name="connsiteX4" fmla="*/ 0 w 5932170"/>
              <a:gd name="connsiteY4" fmla="*/ 0 h 1685904"/>
              <a:gd name="connsiteX0" fmla="*/ 0 w 5932170"/>
              <a:gd name="connsiteY0" fmla="*/ 0 h 1685904"/>
              <a:gd name="connsiteX1" fmla="*/ 5932170 w 5932170"/>
              <a:gd name="connsiteY1" fmla="*/ 0 h 1685904"/>
              <a:gd name="connsiteX2" fmla="*/ 3951855 w 5932170"/>
              <a:gd name="connsiteY2" fmla="*/ 1685904 h 1685904"/>
              <a:gd name="connsiteX3" fmla="*/ 0 w 5932170"/>
              <a:gd name="connsiteY3" fmla="*/ 1685406 h 1685904"/>
              <a:gd name="connsiteX4" fmla="*/ 0 w 5932170"/>
              <a:gd name="connsiteY4" fmla="*/ 0 h 1685904"/>
              <a:gd name="connsiteX0" fmla="*/ 0 w 5932170"/>
              <a:gd name="connsiteY0" fmla="*/ 0 h 1685904"/>
              <a:gd name="connsiteX1" fmla="*/ 5932170 w 5932170"/>
              <a:gd name="connsiteY1" fmla="*/ 0 h 1685904"/>
              <a:gd name="connsiteX2" fmla="*/ 3937176 w 5932170"/>
              <a:gd name="connsiteY2" fmla="*/ 1685904 h 1685904"/>
              <a:gd name="connsiteX3" fmla="*/ 0 w 5932170"/>
              <a:gd name="connsiteY3" fmla="*/ 1685406 h 1685904"/>
              <a:gd name="connsiteX4" fmla="*/ 0 w 5932170"/>
              <a:gd name="connsiteY4" fmla="*/ 0 h 1685904"/>
              <a:gd name="connsiteX0" fmla="*/ 0 w 5946849"/>
              <a:gd name="connsiteY0" fmla="*/ 0 h 1685904"/>
              <a:gd name="connsiteX1" fmla="*/ 5946849 w 5946849"/>
              <a:gd name="connsiteY1" fmla="*/ 0 h 1685904"/>
              <a:gd name="connsiteX2" fmla="*/ 3937176 w 5946849"/>
              <a:gd name="connsiteY2" fmla="*/ 1685904 h 1685904"/>
              <a:gd name="connsiteX3" fmla="*/ 0 w 5946849"/>
              <a:gd name="connsiteY3" fmla="*/ 1685406 h 1685904"/>
              <a:gd name="connsiteX4" fmla="*/ 0 w 5946849"/>
              <a:gd name="connsiteY4" fmla="*/ 0 h 1685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6849" h="1685904">
                <a:moveTo>
                  <a:pt x="0" y="0"/>
                </a:moveTo>
                <a:lnTo>
                  <a:pt x="5946849" y="0"/>
                </a:lnTo>
                <a:lnTo>
                  <a:pt x="3937176" y="1685904"/>
                </a:lnTo>
                <a:lnTo>
                  <a:pt x="0" y="1685406"/>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6FF84B68-B0F8-BA6E-6ED7-5F2DAF5F1317}"/>
              </a:ext>
            </a:extLst>
          </p:cNvPr>
          <p:cNvSpPr>
            <a:spLocks noGrp="1"/>
          </p:cNvSpPr>
          <p:nvPr>
            <p:ph type="title" hasCustomPrompt="1"/>
          </p:nvPr>
        </p:nvSpPr>
        <p:spPr>
          <a:xfrm>
            <a:off x="476655" y="555171"/>
            <a:ext cx="5449767" cy="4103915"/>
          </a:xfrm>
        </p:spPr>
        <p:txBody>
          <a:bodyPr anchor="ctr"/>
          <a:lstStyle/>
          <a:p>
            <a:r>
              <a:rPr lang="en-US" dirty="0"/>
              <a:t>[Add divider text, statement or mention]</a:t>
            </a:r>
          </a:p>
        </p:txBody>
      </p:sp>
      <p:pic>
        <p:nvPicPr>
          <p:cNvPr id="15" name="Picture 14">
            <a:extLst>
              <a:ext uri="{FF2B5EF4-FFF2-40B4-BE49-F238E27FC236}">
                <a16:creationId xmlns:a16="http://schemas.microsoft.com/office/drawing/2014/main" id="{FA31E00A-4BE8-D153-6595-F8F457594E7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5935077" y="0"/>
            <a:ext cx="6256923" cy="5169856"/>
          </a:xfrm>
          <a:custGeom>
            <a:avLst/>
            <a:gdLst>
              <a:gd name="connsiteX0" fmla="*/ 3027492 w 6256923"/>
              <a:gd name="connsiteY0" fmla="*/ 0 h 5169856"/>
              <a:gd name="connsiteX1" fmla="*/ 6256923 w 6256923"/>
              <a:gd name="connsiteY1" fmla="*/ 0 h 5169856"/>
              <a:gd name="connsiteX2" fmla="*/ 6256923 w 6256923"/>
              <a:gd name="connsiteY2" fmla="*/ 5169856 h 5169856"/>
              <a:gd name="connsiteX3" fmla="*/ 0 w 6256923"/>
              <a:gd name="connsiteY3" fmla="*/ 5169856 h 5169856"/>
            </a:gdLst>
            <a:ahLst/>
            <a:cxnLst>
              <a:cxn ang="0">
                <a:pos x="connsiteX0" y="connsiteY0"/>
              </a:cxn>
              <a:cxn ang="0">
                <a:pos x="connsiteX1" y="connsiteY1"/>
              </a:cxn>
              <a:cxn ang="0">
                <a:pos x="connsiteX2" y="connsiteY2"/>
              </a:cxn>
              <a:cxn ang="0">
                <a:pos x="connsiteX3" y="connsiteY3"/>
              </a:cxn>
            </a:cxnLst>
            <a:rect l="l" t="t" r="r" b="b"/>
            <a:pathLst>
              <a:path w="6256923" h="5169856">
                <a:moveTo>
                  <a:pt x="3027492" y="0"/>
                </a:moveTo>
                <a:lnTo>
                  <a:pt x="6256923" y="0"/>
                </a:lnTo>
                <a:lnTo>
                  <a:pt x="6256923" y="5169856"/>
                </a:lnTo>
                <a:lnTo>
                  <a:pt x="0" y="5169856"/>
                </a:lnTo>
                <a:close/>
              </a:path>
            </a:pathLst>
          </a:custGeom>
        </p:spPr>
      </p:pic>
      <p:pic>
        <p:nvPicPr>
          <p:cNvPr id="5" name="Graphic 4">
            <a:extLst>
              <a:ext uri="{FF2B5EF4-FFF2-40B4-BE49-F238E27FC236}">
                <a16:creationId xmlns:a16="http://schemas.microsoft.com/office/drawing/2014/main" id="{0DDA66FB-9855-66EA-7F2F-1D043646DB5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60238" y="6336008"/>
            <a:ext cx="451863" cy="238317"/>
          </a:xfrm>
          <a:prstGeom prst="rect">
            <a:avLst/>
          </a:prstGeom>
        </p:spPr>
      </p:pic>
      <p:sp>
        <p:nvSpPr>
          <p:cNvPr id="6" name="Picture Placeholder 5">
            <a:extLst>
              <a:ext uri="{FF2B5EF4-FFF2-40B4-BE49-F238E27FC236}">
                <a16:creationId xmlns:a16="http://schemas.microsoft.com/office/drawing/2014/main" id="{711A0BB1-2A35-2130-6F25-4ED86B5EA89A}"/>
              </a:ext>
            </a:extLst>
          </p:cNvPr>
          <p:cNvSpPr>
            <a:spLocks noGrp="1"/>
          </p:cNvSpPr>
          <p:nvPr>
            <p:ph type="pic" sz="quarter" idx="13" hasCustomPrompt="1"/>
          </p:nvPr>
        </p:nvSpPr>
        <p:spPr>
          <a:xfrm>
            <a:off x="5935663" y="0"/>
            <a:ext cx="6255749" cy="5165724"/>
          </a:xfrm>
          <a:custGeom>
            <a:avLst/>
            <a:gdLst>
              <a:gd name="connsiteX0" fmla="*/ 6255408 w 6255749"/>
              <a:gd name="connsiteY0" fmla="*/ 0 h 5165724"/>
              <a:gd name="connsiteX1" fmla="*/ 6255749 w 6255749"/>
              <a:gd name="connsiteY1" fmla="*/ 0 h 5165724"/>
              <a:gd name="connsiteX2" fmla="*/ 6255749 w 6255749"/>
              <a:gd name="connsiteY2" fmla="*/ 5165724 h 5165724"/>
              <a:gd name="connsiteX3" fmla="*/ 0 w 6255749"/>
              <a:gd name="connsiteY3" fmla="*/ 5165724 h 5165724"/>
              <a:gd name="connsiteX4" fmla="*/ 0 w 6255749"/>
              <a:gd name="connsiteY4" fmla="*/ 5164718 h 5165724"/>
              <a:gd name="connsiteX5" fmla="*/ 3008312 w 6255749"/>
              <a:gd name="connsiteY5" fmla="*/ 9526 h 5165724"/>
              <a:gd name="connsiteX0" fmla="*/ 6255408 w 6255749"/>
              <a:gd name="connsiteY0" fmla="*/ 0 h 5165724"/>
              <a:gd name="connsiteX1" fmla="*/ 6255749 w 6255749"/>
              <a:gd name="connsiteY1" fmla="*/ 0 h 5165724"/>
              <a:gd name="connsiteX2" fmla="*/ 6255749 w 6255749"/>
              <a:gd name="connsiteY2" fmla="*/ 5165724 h 5165724"/>
              <a:gd name="connsiteX3" fmla="*/ 0 w 6255749"/>
              <a:gd name="connsiteY3" fmla="*/ 5165724 h 5165724"/>
              <a:gd name="connsiteX4" fmla="*/ 0 w 6255749"/>
              <a:gd name="connsiteY4" fmla="*/ 5164718 h 5165724"/>
              <a:gd name="connsiteX5" fmla="*/ 3019165 w 6255749"/>
              <a:gd name="connsiteY5" fmla="*/ 1386 h 5165724"/>
              <a:gd name="connsiteX6" fmla="*/ 6255408 w 6255749"/>
              <a:gd name="connsiteY6" fmla="*/ 0 h 5165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55749" h="5165724">
                <a:moveTo>
                  <a:pt x="6255408" y="0"/>
                </a:moveTo>
                <a:lnTo>
                  <a:pt x="6255749" y="0"/>
                </a:lnTo>
                <a:lnTo>
                  <a:pt x="6255749" y="5165724"/>
                </a:lnTo>
                <a:lnTo>
                  <a:pt x="0" y="5165724"/>
                </a:lnTo>
                <a:lnTo>
                  <a:pt x="0" y="5164718"/>
                </a:lnTo>
                <a:lnTo>
                  <a:pt x="3019165" y="1386"/>
                </a:lnTo>
                <a:lnTo>
                  <a:pt x="6255408" y="0"/>
                </a:lnTo>
                <a:close/>
              </a:path>
            </a:pathLst>
          </a:custGeom>
        </p:spPr>
        <p:txBody>
          <a:bodyPr wrap="square" anchor="ctr">
            <a:noAutofit/>
          </a:bodyPr>
          <a:lstStyle>
            <a:lvl1pPr marL="0" indent="0" algn="ctr">
              <a:buNone/>
              <a:defRPr sz="1200"/>
            </a:lvl1pPr>
          </a:lstStyle>
          <a:p>
            <a:r>
              <a:rPr lang="en-US" dirty="0"/>
              <a:t> </a:t>
            </a:r>
          </a:p>
        </p:txBody>
      </p:sp>
      <p:sp>
        <p:nvSpPr>
          <p:cNvPr id="7" name="Rectangle 6">
            <a:extLst>
              <a:ext uri="{FF2B5EF4-FFF2-40B4-BE49-F238E27FC236}">
                <a16:creationId xmlns:a16="http://schemas.microsoft.com/office/drawing/2014/main" id="{B2573E4F-A313-DB01-2549-F1D5D8BA9E4F}"/>
              </a:ext>
            </a:extLst>
          </p:cNvPr>
          <p:cNvSpPr/>
          <p:nvPr userDrawn="1"/>
        </p:nvSpPr>
        <p:spPr>
          <a:xfrm>
            <a:off x="12269021" y="0"/>
            <a:ext cx="1199151" cy="132887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t"/>
          <a:lstStyle/>
          <a:p>
            <a:pPr algn="l">
              <a:lnSpc>
                <a:spcPct val="90000"/>
              </a:lnSpc>
              <a:spcBef>
                <a:spcPts val="600"/>
              </a:spcBef>
            </a:pPr>
            <a:r>
              <a:rPr lang="en-US" sz="800" dirty="0">
                <a:solidFill>
                  <a:schemeClr val="bg2"/>
                </a:solidFill>
              </a:rPr>
              <a:t>To insert a custom image, use the icon in the image placeholder. </a:t>
            </a:r>
          </a:p>
          <a:p>
            <a:pPr algn="l">
              <a:lnSpc>
                <a:spcPct val="90000"/>
              </a:lnSpc>
              <a:spcBef>
                <a:spcPts val="600"/>
              </a:spcBef>
            </a:pPr>
            <a:r>
              <a:rPr lang="en-US" sz="800" dirty="0">
                <a:solidFill>
                  <a:schemeClr val="bg2"/>
                </a:solidFill>
              </a:rPr>
              <a:t>If the inserted image needs to be adjusted / cropped inside the placeholder, select the image, and use the Crop tool on the Image Tab.  </a:t>
            </a:r>
          </a:p>
        </p:txBody>
      </p:sp>
    </p:spTree>
    <p:extLst>
      <p:ext uri="{BB962C8B-B14F-4D97-AF65-F5344CB8AC3E}">
        <p14:creationId xmlns:p14="http://schemas.microsoft.com/office/powerpoint/2010/main" val="12189522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Lst>
  </p:timing>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   ">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571D00-5D04-59F8-44DC-32D8198CAE58}"/>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TextBox 2">
            <a:extLst>
              <a:ext uri="{FF2B5EF4-FFF2-40B4-BE49-F238E27FC236}">
                <a16:creationId xmlns:a16="http://schemas.microsoft.com/office/drawing/2014/main" id="{9D231AD9-1020-6EB9-F8F5-EE225EFE790D}"/>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49511603"/>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am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913D1-FA5D-AA51-7BE2-537BC0D376C6}"/>
              </a:ext>
            </a:extLst>
          </p:cNvPr>
          <p:cNvSpPr>
            <a:spLocks noGrp="1"/>
          </p:cNvSpPr>
          <p:nvPr>
            <p:ph type="title" hasCustomPrompt="1"/>
          </p:nvPr>
        </p:nvSpPr>
        <p:spPr/>
        <p:txBody>
          <a:bodyPr/>
          <a:lstStyle/>
          <a:p>
            <a:r>
              <a:rPr lang="en-US" dirty="0"/>
              <a:t>[Add headline]</a:t>
            </a:r>
          </a:p>
        </p:txBody>
      </p:sp>
      <p:sp>
        <p:nvSpPr>
          <p:cNvPr id="3" name="Date Placeholder 2">
            <a:extLst>
              <a:ext uri="{FF2B5EF4-FFF2-40B4-BE49-F238E27FC236}">
                <a16:creationId xmlns:a16="http://schemas.microsoft.com/office/drawing/2014/main" id="{84578097-B5DC-96C8-0C3C-3FFFBC2BA62F}"/>
              </a:ext>
            </a:extLst>
          </p:cNvPr>
          <p:cNvSpPr>
            <a:spLocks noGrp="1"/>
          </p:cNvSpPr>
          <p:nvPr>
            <p:ph type="dt" sz="half" idx="10"/>
          </p:nvPr>
        </p:nvSpPr>
        <p:spPr/>
        <p:txBody>
          <a:bodyPr/>
          <a:lstStyle/>
          <a:p>
            <a:fld id="{68BFDB8F-D9D1-4660-AC76-C59F09B5AE18}" type="datetime1">
              <a:rPr lang="en-US" smtClean="0"/>
              <a:t>3/26/26</a:t>
            </a:fld>
            <a:endParaRPr lang="en-US"/>
          </a:p>
        </p:txBody>
      </p:sp>
      <p:sp>
        <p:nvSpPr>
          <p:cNvPr id="4" name="Footer Placeholder 3">
            <a:extLst>
              <a:ext uri="{FF2B5EF4-FFF2-40B4-BE49-F238E27FC236}">
                <a16:creationId xmlns:a16="http://schemas.microsoft.com/office/drawing/2014/main" id="{35AE171C-DF8C-0DF4-D063-59012A2EF68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630F029-9D4E-6DB1-FC78-FD05C488ECC6}"/>
              </a:ext>
            </a:extLst>
          </p:cNvPr>
          <p:cNvSpPr>
            <a:spLocks noGrp="1"/>
          </p:cNvSpPr>
          <p:nvPr>
            <p:ph type="sldNum" sz="quarter" idx="12"/>
          </p:nvPr>
        </p:nvSpPr>
        <p:spPr/>
        <p:txBody>
          <a:bodyPr/>
          <a:lstStyle/>
          <a:p>
            <a:fld id="{16C30856-2FD0-40BB-988B-8BB8612257E2}" type="slidenum">
              <a:rPr lang="en-US" smtClean="0"/>
              <a:pPr/>
              <a:t>‹#›</a:t>
            </a:fld>
            <a:endParaRPr lang="en-US"/>
          </a:p>
        </p:txBody>
      </p:sp>
      <p:sp>
        <p:nvSpPr>
          <p:cNvPr id="18" name="Text Placeholder 40">
            <a:extLst>
              <a:ext uri="{FF2B5EF4-FFF2-40B4-BE49-F238E27FC236}">
                <a16:creationId xmlns:a16="http://schemas.microsoft.com/office/drawing/2014/main" id="{11DBA2B1-E012-D74A-F293-EA11CE61FAB9}"/>
              </a:ext>
            </a:extLst>
          </p:cNvPr>
          <p:cNvSpPr>
            <a:spLocks noGrp="1"/>
          </p:cNvSpPr>
          <p:nvPr>
            <p:ph type="body" sz="quarter" idx="19" hasCustomPrompt="1"/>
          </p:nvPr>
        </p:nvSpPr>
        <p:spPr>
          <a:xfrm>
            <a:off x="476655" y="1740333"/>
            <a:ext cx="2063908" cy="3889683"/>
          </a:xfrm>
          <a:gradFill>
            <a:gsLst>
              <a:gs pos="0">
                <a:srgbClr val="340096">
                  <a:alpha val="36000"/>
                  <a:lumMod val="50000"/>
                </a:srgbClr>
              </a:gs>
              <a:gs pos="100000">
                <a:srgbClr val="340096">
                  <a:alpha val="0"/>
                </a:srgbClr>
              </a:gs>
            </a:gsLst>
            <a:lin ang="5400000" scaled="1"/>
          </a:gradFill>
          <a:ln w="19050">
            <a:gradFill>
              <a:gsLst>
                <a:gs pos="16000">
                  <a:srgbClr val="762EFF">
                    <a:alpha val="64000"/>
                  </a:srgbClr>
                </a:gs>
                <a:gs pos="0">
                  <a:srgbClr val="E4D5FF">
                    <a:alpha val="59000"/>
                    <a:lumMod val="20000"/>
                    <a:lumOff val="80000"/>
                  </a:srgbClr>
                </a:gs>
                <a:gs pos="73000">
                  <a:srgbClr val="AD82FF">
                    <a:alpha val="0"/>
                    <a:lumMod val="60000"/>
                    <a:lumOff val="40000"/>
                  </a:srgbClr>
                </a:gs>
              </a:gsLst>
              <a:lin ang="4200000" scaled="0"/>
            </a:gradFill>
          </a:ln>
        </p:spPr>
        <p:txBody>
          <a:bodyPr lIns="164592" tIns="2039112" rIns="164592" bIns="91440" anchor="t">
            <a:noAutofit/>
          </a:bodyPr>
          <a:lstStyle>
            <a:lvl1pPr marL="0" indent="0">
              <a:lnSpc>
                <a:spcPct val="90000"/>
              </a:lnSpc>
              <a:spcBef>
                <a:spcPts val="200"/>
              </a:spcBef>
              <a:spcAft>
                <a:spcPts val="0"/>
              </a:spcAft>
              <a:buFont typeface="Arial" panose="020B0604020202020204" pitchFamily="34" charset="0"/>
              <a:buChar char="​"/>
              <a:defRPr sz="1800" b="0" cap="none" baseline="0">
                <a:solidFill>
                  <a:schemeClr val="tx1"/>
                </a:solidFill>
                <a:latin typeface="+mn-lt"/>
              </a:defRPr>
            </a:lvl1pPr>
            <a:lvl2pPr marL="0" indent="0">
              <a:lnSpc>
                <a:spcPct val="90000"/>
              </a:lnSpc>
              <a:spcBef>
                <a:spcPts val="2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[First + last name] “enter” + “tab” to add title</a:t>
            </a:r>
          </a:p>
          <a:p>
            <a:pPr lvl="1"/>
            <a:r>
              <a:rPr lang="en-US" dirty="0"/>
              <a:t>Second level</a:t>
            </a:r>
          </a:p>
        </p:txBody>
      </p:sp>
      <p:sp>
        <p:nvSpPr>
          <p:cNvPr id="19" name="Text Placeholder 42">
            <a:extLst>
              <a:ext uri="{FF2B5EF4-FFF2-40B4-BE49-F238E27FC236}">
                <a16:creationId xmlns:a16="http://schemas.microsoft.com/office/drawing/2014/main" id="{6E475DC3-D64D-A1A3-4E12-238B4EEFBA9F}"/>
              </a:ext>
            </a:extLst>
          </p:cNvPr>
          <p:cNvSpPr>
            <a:spLocks noGrp="1"/>
          </p:cNvSpPr>
          <p:nvPr>
            <p:ph type="body" sz="quarter" idx="20" hasCustomPrompt="1"/>
          </p:nvPr>
        </p:nvSpPr>
        <p:spPr>
          <a:xfrm>
            <a:off x="3245700" y="1740333"/>
            <a:ext cx="2060448" cy="3892989"/>
          </a:xfrm>
          <a:gradFill>
            <a:gsLst>
              <a:gs pos="0">
                <a:srgbClr val="340096">
                  <a:alpha val="36000"/>
                  <a:lumMod val="50000"/>
                </a:srgbClr>
              </a:gs>
              <a:gs pos="100000">
                <a:srgbClr val="340096">
                  <a:alpha val="0"/>
                </a:srgbClr>
              </a:gs>
            </a:gsLst>
            <a:lin ang="5400000" scaled="1"/>
          </a:gradFill>
          <a:ln w="19050">
            <a:gradFill>
              <a:gsLst>
                <a:gs pos="16000">
                  <a:srgbClr val="762EFF">
                    <a:alpha val="64000"/>
                  </a:srgbClr>
                </a:gs>
                <a:gs pos="0">
                  <a:srgbClr val="E4D5FF">
                    <a:alpha val="59000"/>
                    <a:lumMod val="20000"/>
                    <a:lumOff val="80000"/>
                  </a:srgbClr>
                </a:gs>
                <a:gs pos="73000">
                  <a:srgbClr val="AD82FF">
                    <a:alpha val="0"/>
                    <a:lumMod val="60000"/>
                    <a:lumOff val="40000"/>
                  </a:srgbClr>
                </a:gs>
              </a:gsLst>
              <a:lin ang="4200000" scaled="0"/>
            </a:gradFill>
          </a:ln>
        </p:spPr>
        <p:txBody>
          <a:bodyPr lIns="164592" tIns="2039112" rIns="164592" bIns="91440" anchor="t">
            <a:noAutofit/>
          </a:bodyPr>
          <a:lstStyle>
            <a:lvl1pPr marL="0" indent="0">
              <a:lnSpc>
                <a:spcPct val="90000"/>
              </a:lnSpc>
              <a:spcBef>
                <a:spcPts val="200"/>
              </a:spcBef>
              <a:spcAft>
                <a:spcPts val="0"/>
              </a:spcAft>
              <a:buFont typeface="Arial" panose="020B0604020202020204" pitchFamily="34" charset="0"/>
              <a:buChar char="​"/>
              <a:defRPr sz="1800" b="0" cap="none" baseline="0">
                <a:solidFill>
                  <a:schemeClr val="tx1"/>
                </a:solidFill>
                <a:latin typeface="+mn-lt"/>
              </a:defRPr>
            </a:lvl1pPr>
            <a:lvl2pPr marL="0" indent="0">
              <a:lnSpc>
                <a:spcPct val="90000"/>
              </a:lnSpc>
              <a:spcBef>
                <a:spcPts val="2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[First + last name] “enter” + “tab” to add title</a:t>
            </a:r>
          </a:p>
          <a:p>
            <a:pPr lvl="1"/>
            <a:r>
              <a:rPr lang="en-US" dirty="0"/>
              <a:t>Second level</a:t>
            </a:r>
          </a:p>
        </p:txBody>
      </p:sp>
      <p:sp>
        <p:nvSpPr>
          <p:cNvPr id="20" name="Text Placeholder 46">
            <a:extLst>
              <a:ext uri="{FF2B5EF4-FFF2-40B4-BE49-F238E27FC236}">
                <a16:creationId xmlns:a16="http://schemas.microsoft.com/office/drawing/2014/main" id="{FA2F3AF6-8049-3C23-1F80-F311FBA347E4}"/>
              </a:ext>
            </a:extLst>
          </p:cNvPr>
          <p:cNvSpPr>
            <a:spLocks noGrp="1"/>
          </p:cNvSpPr>
          <p:nvPr>
            <p:ph type="body" sz="quarter" idx="22" hasCustomPrompt="1"/>
          </p:nvPr>
        </p:nvSpPr>
        <p:spPr>
          <a:xfrm>
            <a:off x="6098371" y="1740333"/>
            <a:ext cx="2060448" cy="3892989"/>
          </a:xfrm>
          <a:gradFill>
            <a:gsLst>
              <a:gs pos="0">
                <a:srgbClr val="340096">
                  <a:alpha val="36000"/>
                  <a:lumMod val="50000"/>
                </a:srgbClr>
              </a:gs>
              <a:gs pos="100000">
                <a:srgbClr val="340096">
                  <a:alpha val="0"/>
                </a:srgbClr>
              </a:gs>
            </a:gsLst>
            <a:lin ang="5400000" scaled="1"/>
          </a:gradFill>
          <a:ln w="19050">
            <a:gradFill>
              <a:gsLst>
                <a:gs pos="16000">
                  <a:srgbClr val="762EFF">
                    <a:alpha val="64000"/>
                  </a:srgbClr>
                </a:gs>
                <a:gs pos="0">
                  <a:srgbClr val="E4D5FF">
                    <a:alpha val="59000"/>
                    <a:lumMod val="20000"/>
                    <a:lumOff val="80000"/>
                  </a:srgbClr>
                </a:gs>
                <a:gs pos="73000">
                  <a:srgbClr val="AD82FF">
                    <a:alpha val="0"/>
                    <a:lumMod val="60000"/>
                    <a:lumOff val="40000"/>
                  </a:srgbClr>
                </a:gs>
              </a:gsLst>
              <a:lin ang="4200000" scaled="0"/>
            </a:gradFill>
          </a:ln>
        </p:spPr>
        <p:txBody>
          <a:bodyPr lIns="164592" tIns="2039112" rIns="164592" bIns="91440" anchor="t">
            <a:noAutofit/>
          </a:bodyPr>
          <a:lstStyle>
            <a:lvl1pPr marL="0" indent="0">
              <a:lnSpc>
                <a:spcPct val="90000"/>
              </a:lnSpc>
              <a:spcBef>
                <a:spcPts val="200"/>
              </a:spcBef>
              <a:spcAft>
                <a:spcPts val="0"/>
              </a:spcAft>
              <a:buFont typeface="Arial" panose="020B0604020202020204" pitchFamily="34" charset="0"/>
              <a:buChar char="​"/>
              <a:defRPr sz="1800" b="0" cap="none" baseline="0">
                <a:solidFill>
                  <a:schemeClr val="tx1"/>
                </a:solidFill>
                <a:latin typeface="+mn-lt"/>
              </a:defRPr>
            </a:lvl1pPr>
            <a:lvl2pPr marL="0" indent="0">
              <a:lnSpc>
                <a:spcPct val="90000"/>
              </a:lnSpc>
              <a:spcBef>
                <a:spcPts val="2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[First + last name] “enter” + “tab” to add title</a:t>
            </a:r>
          </a:p>
          <a:p>
            <a:pPr lvl="1"/>
            <a:r>
              <a:rPr lang="en-US" dirty="0"/>
              <a:t>Second level</a:t>
            </a:r>
          </a:p>
        </p:txBody>
      </p:sp>
      <p:sp>
        <p:nvSpPr>
          <p:cNvPr id="21" name="Text Placeholder 48">
            <a:extLst>
              <a:ext uri="{FF2B5EF4-FFF2-40B4-BE49-F238E27FC236}">
                <a16:creationId xmlns:a16="http://schemas.microsoft.com/office/drawing/2014/main" id="{28214196-2FF6-AA15-5266-8BFEADF155AE}"/>
              </a:ext>
            </a:extLst>
          </p:cNvPr>
          <p:cNvSpPr>
            <a:spLocks noGrp="1"/>
          </p:cNvSpPr>
          <p:nvPr>
            <p:ph type="body" sz="quarter" idx="23" hasCustomPrompt="1"/>
          </p:nvPr>
        </p:nvSpPr>
        <p:spPr>
          <a:xfrm>
            <a:off x="8951041" y="1737027"/>
            <a:ext cx="2060448" cy="3892989"/>
          </a:xfrm>
          <a:gradFill>
            <a:gsLst>
              <a:gs pos="0">
                <a:srgbClr val="340096">
                  <a:alpha val="36000"/>
                  <a:lumMod val="50000"/>
                </a:srgbClr>
              </a:gs>
              <a:gs pos="100000">
                <a:srgbClr val="340096">
                  <a:alpha val="0"/>
                </a:srgbClr>
              </a:gs>
            </a:gsLst>
            <a:lin ang="5400000" scaled="1"/>
          </a:gradFill>
          <a:ln w="19050">
            <a:gradFill flip="none" rotWithShape="1">
              <a:gsLst>
                <a:gs pos="16000">
                  <a:srgbClr val="762EFF">
                    <a:alpha val="64000"/>
                  </a:srgbClr>
                </a:gs>
                <a:gs pos="0">
                  <a:srgbClr val="E4D5FF">
                    <a:alpha val="59000"/>
                  </a:srgbClr>
                </a:gs>
                <a:gs pos="73000">
                  <a:srgbClr val="AD82FF">
                    <a:alpha val="0"/>
                    <a:lumMod val="60000"/>
                    <a:lumOff val="40000"/>
                  </a:srgbClr>
                </a:gs>
              </a:gsLst>
              <a:lin ang="4200000" scaled="0"/>
              <a:tileRect/>
            </a:gradFill>
          </a:ln>
        </p:spPr>
        <p:txBody>
          <a:bodyPr lIns="164592" tIns="2039112" rIns="164592" bIns="91440" anchor="t">
            <a:noAutofit/>
          </a:bodyPr>
          <a:lstStyle>
            <a:lvl1pPr marL="0" indent="0">
              <a:lnSpc>
                <a:spcPct val="90000"/>
              </a:lnSpc>
              <a:spcBef>
                <a:spcPts val="200"/>
              </a:spcBef>
              <a:spcAft>
                <a:spcPts val="0"/>
              </a:spcAft>
              <a:buFont typeface="Arial" panose="020B0604020202020204" pitchFamily="34" charset="0"/>
              <a:buChar char="​"/>
              <a:defRPr sz="1800" b="0" cap="none" baseline="0">
                <a:solidFill>
                  <a:schemeClr val="tx1"/>
                </a:solidFill>
                <a:latin typeface="+mn-lt"/>
              </a:defRPr>
            </a:lvl1pPr>
            <a:lvl2pPr marL="0" indent="0">
              <a:lnSpc>
                <a:spcPct val="90000"/>
              </a:lnSpc>
              <a:spcBef>
                <a:spcPts val="2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[First + last name] “enter” + “tab” to add title</a:t>
            </a:r>
          </a:p>
          <a:p>
            <a:pPr lvl="1"/>
            <a:r>
              <a:rPr lang="en-US" dirty="0"/>
              <a:t>Second level</a:t>
            </a:r>
          </a:p>
        </p:txBody>
      </p:sp>
      <p:sp>
        <p:nvSpPr>
          <p:cNvPr id="22" name="Picture Placeholder 19">
            <a:extLst>
              <a:ext uri="{FF2B5EF4-FFF2-40B4-BE49-F238E27FC236}">
                <a16:creationId xmlns:a16="http://schemas.microsoft.com/office/drawing/2014/main" id="{CED8AE5E-7C21-B522-2007-E566DA33EBC1}"/>
              </a:ext>
            </a:extLst>
          </p:cNvPr>
          <p:cNvSpPr>
            <a:spLocks noGrp="1"/>
          </p:cNvSpPr>
          <p:nvPr>
            <p:ph type="pic" sz="quarter" idx="13" hasCustomPrompt="1"/>
          </p:nvPr>
        </p:nvSpPr>
        <p:spPr>
          <a:xfrm>
            <a:off x="649740" y="1911993"/>
            <a:ext cx="1729562" cy="1734721"/>
          </a:xfrm>
          <a:solidFill>
            <a:schemeClr val="tx1">
              <a:lumMod val="85000"/>
            </a:schemeClr>
          </a:solidFill>
        </p:spPr>
        <p:txBody>
          <a:bodyPr anchor="ctr"/>
          <a:lstStyle>
            <a:lvl1pPr marL="0" indent="0" algn="ctr">
              <a:buNone/>
              <a:defRPr sz="1100">
                <a:solidFill>
                  <a:schemeClr val="bg2"/>
                </a:solidFill>
              </a:defRPr>
            </a:lvl1pPr>
          </a:lstStyle>
          <a:p>
            <a:r>
              <a:rPr lang="en-US" dirty="0"/>
              <a:t>Drag picture to placeholder or click icon to add picture</a:t>
            </a:r>
          </a:p>
        </p:txBody>
      </p:sp>
      <p:sp>
        <p:nvSpPr>
          <p:cNvPr id="23" name="Picture Placeholder 23">
            <a:extLst>
              <a:ext uri="{FF2B5EF4-FFF2-40B4-BE49-F238E27FC236}">
                <a16:creationId xmlns:a16="http://schemas.microsoft.com/office/drawing/2014/main" id="{2C18A158-76A4-F133-F7CD-4C5922C7B75C}"/>
              </a:ext>
            </a:extLst>
          </p:cNvPr>
          <p:cNvSpPr>
            <a:spLocks noGrp="1"/>
          </p:cNvSpPr>
          <p:nvPr>
            <p:ph type="pic" sz="quarter" idx="15" hasCustomPrompt="1"/>
          </p:nvPr>
        </p:nvSpPr>
        <p:spPr>
          <a:xfrm>
            <a:off x="3420778" y="1911993"/>
            <a:ext cx="1710291" cy="1708580"/>
          </a:xfrm>
          <a:solidFill>
            <a:schemeClr val="tx1">
              <a:lumMod val="85000"/>
            </a:schemeClr>
          </a:solidFill>
        </p:spPr>
        <p:txBody>
          <a:bodyPr anchor="ctr"/>
          <a:lstStyle>
            <a:lvl1pPr marL="0" indent="0" algn="ctr">
              <a:buNone/>
              <a:defRPr sz="1100">
                <a:solidFill>
                  <a:schemeClr val="bg2"/>
                </a:solidFill>
              </a:defRPr>
            </a:lvl1pPr>
          </a:lstStyle>
          <a:p>
            <a:r>
              <a:rPr lang="en-US" dirty="0"/>
              <a:t>Drag picture to placeholder or click icon to add picture</a:t>
            </a:r>
          </a:p>
        </p:txBody>
      </p:sp>
      <p:sp>
        <p:nvSpPr>
          <p:cNvPr id="24" name="Picture Placeholder 25">
            <a:extLst>
              <a:ext uri="{FF2B5EF4-FFF2-40B4-BE49-F238E27FC236}">
                <a16:creationId xmlns:a16="http://schemas.microsoft.com/office/drawing/2014/main" id="{5C54681A-BC2A-3B1C-9016-4E00CAAA3F92}"/>
              </a:ext>
            </a:extLst>
          </p:cNvPr>
          <p:cNvSpPr>
            <a:spLocks noGrp="1"/>
          </p:cNvSpPr>
          <p:nvPr>
            <p:ph type="pic" sz="quarter" idx="16" hasCustomPrompt="1"/>
          </p:nvPr>
        </p:nvSpPr>
        <p:spPr>
          <a:xfrm>
            <a:off x="6273450" y="1911993"/>
            <a:ext cx="1710291" cy="1708580"/>
          </a:xfrm>
          <a:solidFill>
            <a:schemeClr val="tx1">
              <a:lumMod val="85000"/>
            </a:schemeClr>
          </a:solidFill>
        </p:spPr>
        <p:txBody>
          <a:bodyPr anchor="ctr"/>
          <a:lstStyle>
            <a:lvl1pPr marL="0" indent="0" algn="ctr">
              <a:buNone/>
              <a:defRPr sz="1100">
                <a:solidFill>
                  <a:schemeClr val="bg2"/>
                </a:solidFill>
              </a:defRPr>
            </a:lvl1pPr>
          </a:lstStyle>
          <a:p>
            <a:r>
              <a:rPr lang="en-US" dirty="0"/>
              <a:t>Drag picture to placeholder or click icon to add picture</a:t>
            </a:r>
          </a:p>
        </p:txBody>
      </p:sp>
      <p:sp>
        <p:nvSpPr>
          <p:cNvPr id="25" name="Picture Placeholder 27">
            <a:extLst>
              <a:ext uri="{FF2B5EF4-FFF2-40B4-BE49-F238E27FC236}">
                <a16:creationId xmlns:a16="http://schemas.microsoft.com/office/drawing/2014/main" id="{618C0DCA-6634-EDC8-726F-F8AD02BAFD6E}"/>
              </a:ext>
            </a:extLst>
          </p:cNvPr>
          <p:cNvSpPr>
            <a:spLocks noGrp="1"/>
          </p:cNvSpPr>
          <p:nvPr>
            <p:ph type="pic" sz="quarter" idx="17" hasCustomPrompt="1"/>
          </p:nvPr>
        </p:nvSpPr>
        <p:spPr>
          <a:xfrm>
            <a:off x="9126120" y="1908687"/>
            <a:ext cx="1710291" cy="1708580"/>
          </a:xfrm>
          <a:solidFill>
            <a:schemeClr val="tx1">
              <a:lumMod val="85000"/>
            </a:schemeClr>
          </a:solidFill>
        </p:spPr>
        <p:txBody>
          <a:bodyPr anchor="ctr"/>
          <a:lstStyle>
            <a:lvl1pPr marL="0" indent="0" algn="ctr">
              <a:buNone/>
              <a:defRPr sz="1100">
                <a:solidFill>
                  <a:schemeClr val="bg2"/>
                </a:solidFill>
              </a:defRPr>
            </a:lvl1pPr>
          </a:lstStyle>
          <a:p>
            <a:r>
              <a:rPr lang="en-US" dirty="0"/>
              <a:t>Drag picture to placeholder or click icon to add picture</a:t>
            </a:r>
          </a:p>
        </p:txBody>
      </p:sp>
    </p:spTree>
    <p:extLst>
      <p:ext uri="{BB962C8B-B14F-4D97-AF65-F5344CB8AC3E}">
        <p14:creationId xmlns:p14="http://schemas.microsoft.com/office/powerpoint/2010/main" val="3763940936"/>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am 5">
    <p:spTree>
      <p:nvGrpSpPr>
        <p:cNvPr id="1" name=""/>
        <p:cNvGrpSpPr/>
        <p:nvPr/>
      </p:nvGrpSpPr>
      <p:grpSpPr>
        <a:xfrm>
          <a:off x="0" y="0"/>
          <a:ext cx="0" cy="0"/>
          <a:chOff x="0" y="0"/>
          <a:chExt cx="0" cy="0"/>
        </a:xfrm>
      </p:grpSpPr>
      <p:sp>
        <p:nvSpPr>
          <p:cNvPr id="10" name="Text Placeholder 40">
            <a:extLst>
              <a:ext uri="{FF2B5EF4-FFF2-40B4-BE49-F238E27FC236}">
                <a16:creationId xmlns:a16="http://schemas.microsoft.com/office/drawing/2014/main" id="{4B7A3F10-F9C6-2DEF-3255-5D66542E464D}"/>
              </a:ext>
            </a:extLst>
          </p:cNvPr>
          <p:cNvSpPr>
            <a:spLocks noGrp="1"/>
          </p:cNvSpPr>
          <p:nvPr>
            <p:ph type="body" sz="quarter" idx="19" hasCustomPrompt="1"/>
          </p:nvPr>
        </p:nvSpPr>
        <p:spPr>
          <a:xfrm>
            <a:off x="476655" y="1740333"/>
            <a:ext cx="2063908" cy="3889683"/>
          </a:xfrm>
          <a:gradFill>
            <a:gsLst>
              <a:gs pos="0">
                <a:srgbClr val="340096">
                  <a:alpha val="36000"/>
                  <a:lumMod val="50000"/>
                </a:srgbClr>
              </a:gs>
              <a:gs pos="100000">
                <a:srgbClr val="340096">
                  <a:alpha val="0"/>
                </a:srgbClr>
              </a:gs>
            </a:gsLst>
            <a:lin ang="5400000" scaled="1"/>
          </a:gradFill>
          <a:ln w="19050">
            <a:gradFill>
              <a:gsLst>
                <a:gs pos="16000">
                  <a:srgbClr val="762EFF">
                    <a:alpha val="64000"/>
                  </a:srgbClr>
                </a:gs>
                <a:gs pos="0">
                  <a:srgbClr val="E4D5FF">
                    <a:alpha val="59000"/>
                    <a:lumMod val="20000"/>
                    <a:lumOff val="80000"/>
                  </a:srgbClr>
                </a:gs>
                <a:gs pos="73000">
                  <a:srgbClr val="AD82FF">
                    <a:alpha val="0"/>
                    <a:lumMod val="60000"/>
                    <a:lumOff val="40000"/>
                  </a:srgbClr>
                </a:gs>
              </a:gsLst>
              <a:lin ang="4200000" scaled="0"/>
            </a:gradFill>
          </a:ln>
        </p:spPr>
        <p:txBody>
          <a:bodyPr lIns="164592" tIns="2039112" rIns="164592" bIns="91440" anchor="t">
            <a:noAutofit/>
          </a:bodyPr>
          <a:lstStyle>
            <a:lvl1pPr marL="0" indent="0">
              <a:lnSpc>
                <a:spcPct val="90000"/>
              </a:lnSpc>
              <a:spcBef>
                <a:spcPts val="200"/>
              </a:spcBef>
              <a:spcAft>
                <a:spcPts val="0"/>
              </a:spcAft>
              <a:buFont typeface="Arial" panose="020B0604020202020204" pitchFamily="34" charset="0"/>
              <a:buChar char="​"/>
              <a:defRPr sz="1800" b="0" cap="none" baseline="0">
                <a:solidFill>
                  <a:schemeClr val="tx1"/>
                </a:solidFill>
                <a:latin typeface="+mn-lt"/>
              </a:defRPr>
            </a:lvl1pPr>
            <a:lvl2pPr marL="0" indent="0">
              <a:lnSpc>
                <a:spcPct val="90000"/>
              </a:lnSpc>
              <a:spcBef>
                <a:spcPts val="2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[First + last name] “enter” + “tab” to add title</a:t>
            </a:r>
          </a:p>
          <a:p>
            <a:pPr lvl="1"/>
            <a:r>
              <a:rPr lang="en-US" dirty="0"/>
              <a:t>Second level</a:t>
            </a:r>
          </a:p>
        </p:txBody>
      </p:sp>
      <p:sp>
        <p:nvSpPr>
          <p:cNvPr id="11" name="Text Placeholder 42">
            <a:extLst>
              <a:ext uri="{FF2B5EF4-FFF2-40B4-BE49-F238E27FC236}">
                <a16:creationId xmlns:a16="http://schemas.microsoft.com/office/drawing/2014/main" id="{B534BD12-F515-A24D-1B5C-36D77F71F74A}"/>
              </a:ext>
            </a:extLst>
          </p:cNvPr>
          <p:cNvSpPr>
            <a:spLocks noGrp="1"/>
          </p:cNvSpPr>
          <p:nvPr>
            <p:ph type="body" sz="quarter" idx="20" hasCustomPrompt="1"/>
          </p:nvPr>
        </p:nvSpPr>
        <p:spPr>
          <a:xfrm>
            <a:off x="2835220" y="1740333"/>
            <a:ext cx="2060448" cy="3892989"/>
          </a:xfrm>
          <a:gradFill>
            <a:gsLst>
              <a:gs pos="0">
                <a:srgbClr val="340096">
                  <a:alpha val="36000"/>
                  <a:lumMod val="50000"/>
                </a:srgbClr>
              </a:gs>
              <a:gs pos="100000">
                <a:srgbClr val="340096">
                  <a:alpha val="0"/>
                </a:srgbClr>
              </a:gs>
            </a:gsLst>
            <a:lin ang="5400000" scaled="1"/>
          </a:gradFill>
          <a:ln w="19050">
            <a:gradFill>
              <a:gsLst>
                <a:gs pos="16000">
                  <a:srgbClr val="762EFF">
                    <a:alpha val="64000"/>
                  </a:srgbClr>
                </a:gs>
                <a:gs pos="0">
                  <a:srgbClr val="E4D5FF">
                    <a:alpha val="59000"/>
                    <a:lumMod val="20000"/>
                    <a:lumOff val="80000"/>
                  </a:srgbClr>
                </a:gs>
                <a:gs pos="73000">
                  <a:srgbClr val="AD82FF">
                    <a:alpha val="0"/>
                    <a:lumMod val="60000"/>
                    <a:lumOff val="40000"/>
                  </a:srgbClr>
                </a:gs>
              </a:gsLst>
              <a:lin ang="4200000" scaled="0"/>
            </a:gradFill>
          </a:ln>
        </p:spPr>
        <p:txBody>
          <a:bodyPr lIns="164592" tIns="2039112" rIns="164592" bIns="91440" anchor="t">
            <a:noAutofit/>
          </a:bodyPr>
          <a:lstStyle>
            <a:lvl1pPr marL="0" indent="0">
              <a:lnSpc>
                <a:spcPct val="90000"/>
              </a:lnSpc>
              <a:spcBef>
                <a:spcPts val="200"/>
              </a:spcBef>
              <a:spcAft>
                <a:spcPts val="0"/>
              </a:spcAft>
              <a:buFont typeface="Arial" panose="020B0604020202020204" pitchFamily="34" charset="0"/>
              <a:buChar char="​"/>
              <a:defRPr sz="1800" b="0" cap="none" baseline="0">
                <a:solidFill>
                  <a:schemeClr val="tx1"/>
                </a:solidFill>
                <a:latin typeface="+mn-lt"/>
              </a:defRPr>
            </a:lvl1pPr>
            <a:lvl2pPr marL="0" indent="0">
              <a:lnSpc>
                <a:spcPct val="90000"/>
              </a:lnSpc>
              <a:spcBef>
                <a:spcPts val="2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[First + last name] “enter” + “tab” to add title</a:t>
            </a:r>
          </a:p>
          <a:p>
            <a:pPr lvl="1"/>
            <a:r>
              <a:rPr lang="en-US" dirty="0"/>
              <a:t>Second level</a:t>
            </a:r>
          </a:p>
        </p:txBody>
      </p:sp>
      <p:sp>
        <p:nvSpPr>
          <p:cNvPr id="12" name="Text Placeholder 46">
            <a:extLst>
              <a:ext uri="{FF2B5EF4-FFF2-40B4-BE49-F238E27FC236}">
                <a16:creationId xmlns:a16="http://schemas.microsoft.com/office/drawing/2014/main" id="{B69B4B29-70BF-C058-13D7-7B0150194119}"/>
              </a:ext>
            </a:extLst>
          </p:cNvPr>
          <p:cNvSpPr>
            <a:spLocks noGrp="1"/>
          </p:cNvSpPr>
          <p:nvPr>
            <p:ph type="body" sz="quarter" idx="22" hasCustomPrompt="1"/>
          </p:nvPr>
        </p:nvSpPr>
        <p:spPr>
          <a:xfrm>
            <a:off x="5121032" y="1740333"/>
            <a:ext cx="2060448" cy="3892989"/>
          </a:xfrm>
          <a:gradFill>
            <a:gsLst>
              <a:gs pos="0">
                <a:srgbClr val="340096">
                  <a:alpha val="36000"/>
                  <a:lumMod val="50000"/>
                </a:srgbClr>
              </a:gs>
              <a:gs pos="100000">
                <a:srgbClr val="340096">
                  <a:alpha val="0"/>
                </a:srgbClr>
              </a:gs>
            </a:gsLst>
            <a:lin ang="5400000" scaled="1"/>
          </a:gradFill>
          <a:ln w="19050">
            <a:gradFill>
              <a:gsLst>
                <a:gs pos="16000">
                  <a:srgbClr val="762EFF">
                    <a:alpha val="64000"/>
                  </a:srgbClr>
                </a:gs>
                <a:gs pos="0">
                  <a:srgbClr val="E4D5FF">
                    <a:alpha val="59000"/>
                    <a:lumMod val="20000"/>
                    <a:lumOff val="80000"/>
                  </a:srgbClr>
                </a:gs>
                <a:gs pos="73000">
                  <a:srgbClr val="AD82FF">
                    <a:alpha val="0"/>
                    <a:lumMod val="60000"/>
                    <a:lumOff val="40000"/>
                  </a:srgbClr>
                </a:gs>
              </a:gsLst>
              <a:lin ang="4200000" scaled="0"/>
            </a:gradFill>
          </a:ln>
        </p:spPr>
        <p:txBody>
          <a:bodyPr lIns="164592" tIns="2039112" rIns="164592" bIns="91440" anchor="t">
            <a:noAutofit/>
          </a:bodyPr>
          <a:lstStyle>
            <a:lvl1pPr marL="0" indent="0">
              <a:lnSpc>
                <a:spcPct val="90000"/>
              </a:lnSpc>
              <a:spcBef>
                <a:spcPts val="200"/>
              </a:spcBef>
              <a:spcAft>
                <a:spcPts val="0"/>
              </a:spcAft>
              <a:buFont typeface="Arial" panose="020B0604020202020204" pitchFamily="34" charset="0"/>
              <a:buChar char="​"/>
              <a:defRPr sz="1800" b="0" cap="none" baseline="0">
                <a:solidFill>
                  <a:schemeClr val="tx1"/>
                </a:solidFill>
                <a:latin typeface="+mn-lt"/>
              </a:defRPr>
            </a:lvl1pPr>
            <a:lvl2pPr marL="0" indent="0">
              <a:lnSpc>
                <a:spcPct val="90000"/>
              </a:lnSpc>
              <a:spcBef>
                <a:spcPts val="2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[First + last name] “enter” + “tab” to add title</a:t>
            </a:r>
          </a:p>
          <a:p>
            <a:pPr lvl="1"/>
            <a:r>
              <a:rPr lang="en-US" dirty="0"/>
              <a:t>Second level</a:t>
            </a:r>
          </a:p>
        </p:txBody>
      </p:sp>
      <p:sp>
        <p:nvSpPr>
          <p:cNvPr id="13" name="Text Placeholder 48">
            <a:extLst>
              <a:ext uri="{FF2B5EF4-FFF2-40B4-BE49-F238E27FC236}">
                <a16:creationId xmlns:a16="http://schemas.microsoft.com/office/drawing/2014/main" id="{970239FF-E27F-69EE-C7B1-BF2DA2E0BDFA}"/>
              </a:ext>
            </a:extLst>
          </p:cNvPr>
          <p:cNvSpPr>
            <a:spLocks noGrp="1"/>
          </p:cNvSpPr>
          <p:nvPr>
            <p:ph type="body" sz="quarter" idx="23" hasCustomPrompt="1"/>
          </p:nvPr>
        </p:nvSpPr>
        <p:spPr>
          <a:xfrm>
            <a:off x="7406844" y="1737027"/>
            <a:ext cx="2060448" cy="3892989"/>
          </a:xfrm>
          <a:gradFill>
            <a:gsLst>
              <a:gs pos="0">
                <a:srgbClr val="340096">
                  <a:alpha val="36000"/>
                  <a:lumMod val="50000"/>
                </a:srgbClr>
              </a:gs>
              <a:gs pos="100000">
                <a:srgbClr val="340096">
                  <a:alpha val="0"/>
                </a:srgbClr>
              </a:gs>
            </a:gsLst>
            <a:lin ang="5400000" scaled="1"/>
          </a:gradFill>
          <a:ln w="19050">
            <a:gradFill flip="none" rotWithShape="1">
              <a:gsLst>
                <a:gs pos="16000">
                  <a:srgbClr val="762EFF">
                    <a:alpha val="64000"/>
                  </a:srgbClr>
                </a:gs>
                <a:gs pos="0">
                  <a:srgbClr val="E4D5FF">
                    <a:alpha val="59000"/>
                  </a:srgbClr>
                </a:gs>
                <a:gs pos="73000">
                  <a:srgbClr val="AD82FF">
                    <a:alpha val="0"/>
                    <a:lumMod val="60000"/>
                    <a:lumOff val="40000"/>
                  </a:srgbClr>
                </a:gs>
              </a:gsLst>
              <a:lin ang="4200000" scaled="0"/>
              <a:tileRect/>
            </a:gradFill>
          </a:ln>
        </p:spPr>
        <p:txBody>
          <a:bodyPr lIns="164592" tIns="2039112" rIns="164592" bIns="91440" anchor="t">
            <a:noAutofit/>
          </a:bodyPr>
          <a:lstStyle>
            <a:lvl1pPr marL="0" indent="0">
              <a:lnSpc>
                <a:spcPct val="90000"/>
              </a:lnSpc>
              <a:spcBef>
                <a:spcPts val="200"/>
              </a:spcBef>
              <a:spcAft>
                <a:spcPts val="0"/>
              </a:spcAft>
              <a:buFont typeface="Arial" panose="020B0604020202020204" pitchFamily="34" charset="0"/>
              <a:buChar char="​"/>
              <a:defRPr sz="1800" b="0" cap="none" baseline="0">
                <a:solidFill>
                  <a:schemeClr val="tx1"/>
                </a:solidFill>
                <a:latin typeface="+mn-lt"/>
              </a:defRPr>
            </a:lvl1pPr>
            <a:lvl2pPr marL="0" indent="0">
              <a:lnSpc>
                <a:spcPct val="90000"/>
              </a:lnSpc>
              <a:spcBef>
                <a:spcPts val="2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[First + last name] “enter” + “tab” to add title</a:t>
            </a:r>
          </a:p>
          <a:p>
            <a:pPr lvl="1"/>
            <a:r>
              <a:rPr lang="en-US" dirty="0"/>
              <a:t>Second level</a:t>
            </a:r>
          </a:p>
        </p:txBody>
      </p:sp>
      <p:sp>
        <p:nvSpPr>
          <p:cNvPr id="20" name="Text Placeholder 48">
            <a:extLst>
              <a:ext uri="{FF2B5EF4-FFF2-40B4-BE49-F238E27FC236}">
                <a16:creationId xmlns:a16="http://schemas.microsoft.com/office/drawing/2014/main" id="{53BECE09-E480-AD54-51D1-067C88563D7B}"/>
              </a:ext>
            </a:extLst>
          </p:cNvPr>
          <p:cNvSpPr>
            <a:spLocks noGrp="1"/>
          </p:cNvSpPr>
          <p:nvPr>
            <p:ph type="body" sz="quarter" idx="25" hasCustomPrompt="1"/>
          </p:nvPr>
        </p:nvSpPr>
        <p:spPr>
          <a:xfrm>
            <a:off x="9651653" y="1737027"/>
            <a:ext cx="2060448" cy="3892989"/>
          </a:xfrm>
          <a:gradFill>
            <a:gsLst>
              <a:gs pos="0">
                <a:srgbClr val="340096">
                  <a:alpha val="36000"/>
                  <a:lumMod val="50000"/>
                </a:srgbClr>
              </a:gs>
              <a:gs pos="100000">
                <a:srgbClr val="340096">
                  <a:alpha val="0"/>
                </a:srgbClr>
              </a:gs>
            </a:gsLst>
            <a:lin ang="5400000" scaled="1"/>
          </a:gradFill>
          <a:ln w="19050">
            <a:gradFill>
              <a:gsLst>
                <a:gs pos="16000">
                  <a:srgbClr val="762EFF">
                    <a:alpha val="64000"/>
                  </a:srgbClr>
                </a:gs>
                <a:gs pos="0">
                  <a:srgbClr val="E4D5FF">
                    <a:alpha val="59000"/>
                    <a:lumMod val="20000"/>
                    <a:lumOff val="80000"/>
                  </a:srgbClr>
                </a:gs>
                <a:gs pos="73000">
                  <a:srgbClr val="AD82FF">
                    <a:alpha val="0"/>
                    <a:lumMod val="60000"/>
                    <a:lumOff val="40000"/>
                  </a:srgbClr>
                </a:gs>
              </a:gsLst>
              <a:lin ang="4200000" scaled="0"/>
            </a:gradFill>
          </a:ln>
        </p:spPr>
        <p:txBody>
          <a:bodyPr lIns="164592" tIns="2039112" rIns="164592" bIns="91440" anchor="t">
            <a:noAutofit/>
          </a:bodyPr>
          <a:lstStyle>
            <a:lvl1pPr marL="0" indent="0">
              <a:lnSpc>
                <a:spcPct val="90000"/>
              </a:lnSpc>
              <a:spcBef>
                <a:spcPts val="200"/>
              </a:spcBef>
              <a:spcAft>
                <a:spcPts val="0"/>
              </a:spcAft>
              <a:buFont typeface="Arial" panose="020B0604020202020204" pitchFamily="34" charset="0"/>
              <a:buChar char="​"/>
              <a:defRPr sz="1800" b="0" cap="none" baseline="0">
                <a:solidFill>
                  <a:schemeClr val="tx1"/>
                </a:solidFill>
                <a:latin typeface="+mn-lt"/>
              </a:defRPr>
            </a:lvl1pPr>
            <a:lvl2pPr marL="0" indent="0">
              <a:lnSpc>
                <a:spcPct val="90000"/>
              </a:lnSpc>
              <a:spcBef>
                <a:spcPts val="2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[First + last name] “enter” + “tab” to add title</a:t>
            </a:r>
          </a:p>
          <a:p>
            <a:pPr lvl="1"/>
            <a:r>
              <a:rPr lang="en-US" dirty="0"/>
              <a:t>Second level</a:t>
            </a:r>
          </a:p>
        </p:txBody>
      </p:sp>
      <p:sp>
        <p:nvSpPr>
          <p:cNvPr id="2" name="Title 1">
            <a:extLst>
              <a:ext uri="{FF2B5EF4-FFF2-40B4-BE49-F238E27FC236}">
                <a16:creationId xmlns:a16="http://schemas.microsoft.com/office/drawing/2014/main" id="{CEE913D1-FA5D-AA51-7BE2-537BC0D376C6}"/>
              </a:ext>
            </a:extLst>
          </p:cNvPr>
          <p:cNvSpPr>
            <a:spLocks noGrp="1"/>
          </p:cNvSpPr>
          <p:nvPr>
            <p:ph type="title" hasCustomPrompt="1"/>
          </p:nvPr>
        </p:nvSpPr>
        <p:spPr/>
        <p:txBody>
          <a:bodyPr/>
          <a:lstStyle/>
          <a:p>
            <a:r>
              <a:rPr lang="en-US" dirty="0"/>
              <a:t>[Add headline]</a:t>
            </a:r>
          </a:p>
        </p:txBody>
      </p:sp>
      <p:sp>
        <p:nvSpPr>
          <p:cNvPr id="3" name="Date Placeholder 2">
            <a:extLst>
              <a:ext uri="{FF2B5EF4-FFF2-40B4-BE49-F238E27FC236}">
                <a16:creationId xmlns:a16="http://schemas.microsoft.com/office/drawing/2014/main" id="{84578097-B5DC-96C8-0C3C-3FFFBC2BA62F}"/>
              </a:ext>
            </a:extLst>
          </p:cNvPr>
          <p:cNvSpPr>
            <a:spLocks noGrp="1"/>
          </p:cNvSpPr>
          <p:nvPr>
            <p:ph type="dt" sz="half" idx="10"/>
          </p:nvPr>
        </p:nvSpPr>
        <p:spPr/>
        <p:txBody>
          <a:bodyPr/>
          <a:lstStyle/>
          <a:p>
            <a:fld id="{44CD7ED8-CE04-492D-BC99-73D80C6B16E1}" type="datetime1">
              <a:rPr lang="en-US" smtClean="0"/>
              <a:t>3/26/26</a:t>
            </a:fld>
            <a:endParaRPr lang="en-US"/>
          </a:p>
        </p:txBody>
      </p:sp>
      <p:sp>
        <p:nvSpPr>
          <p:cNvPr id="4" name="Footer Placeholder 3">
            <a:extLst>
              <a:ext uri="{FF2B5EF4-FFF2-40B4-BE49-F238E27FC236}">
                <a16:creationId xmlns:a16="http://schemas.microsoft.com/office/drawing/2014/main" id="{35AE171C-DF8C-0DF4-D063-59012A2EF68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630F029-9D4E-6DB1-FC78-FD05C488ECC6}"/>
              </a:ext>
            </a:extLst>
          </p:cNvPr>
          <p:cNvSpPr>
            <a:spLocks noGrp="1"/>
          </p:cNvSpPr>
          <p:nvPr>
            <p:ph type="sldNum" sz="quarter" idx="12"/>
          </p:nvPr>
        </p:nvSpPr>
        <p:spPr/>
        <p:txBody>
          <a:bodyPr/>
          <a:lstStyle/>
          <a:p>
            <a:fld id="{16C30856-2FD0-40BB-988B-8BB8612257E2}" type="slidenum">
              <a:rPr lang="en-US" smtClean="0"/>
              <a:pPr/>
              <a:t>‹#›</a:t>
            </a:fld>
            <a:endParaRPr lang="en-US"/>
          </a:p>
        </p:txBody>
      </p:sp>
      <p:sp>
        <p:nvSpPr>
          <p:cNvPr id="6" name="Picture Placeholder 19">
            <a:extLst>
              <a:ext uri="{FF2B5EF4-FFF2-40B4-BE49-F238E27FC236}">
                <a16:creationId xmlns:a16="http://schemas.microsoft.com/office/drawing/2014/main" id="{9C56A4A5-D897-EB82-EC4D-15C8C7688147}"/>
              </a:ext>
            </a:extLst>
          </p:cNvPr>
          <p:cNvSpPr>
            <a:spLocks noGrp="1"/>
          </p:cNvSpPr>
          <p:nvPr>
            <p:ph type="pic" sz="quarter" idx="13" hasCustomPrompt="1"/>
          </p:nvPr>
        </p:nvSpPr>
        <p:spPr>
          <a:xfrm>
            <a:off x="649740" y="1911993"/>
            <a:ext cx="1729562" cy="1734721"/>
          </a:xfrm>
          <a:solidFill>
            <a:schemeClr val="tx1">
              <a:lumMod val="85000"/>
            </a:schemeClr>
          </a:solidFill>
        </p:spPr>
        <p:txBody>
          <a:bodyPr anchor="ctr"/>
          <a:lstStyle>
            <a:lvl1pPr marL="0" indent="0" algn="ctr">
              <a:buNone/>
              <a:defRPr sz="1100">
                <a:solidFill>
                  <a:schemeClr val="bg2"/>
                </a:solidFill>
              </a:defRPr>
            </a:lvl1pPr>
          </a:lstStyle>
          <a:p>
            <a:r>
              <a:rPr lang="en-US" dirty="0"/>
              <a:t>Drag picture to placeholder or click icon to add picture</a:t>
            </a:r>
          </a:p>
        </p:txBody>
      </p:sp>
      <p:sp>
        <p:nvSpPr>
          <p:cNvPr id="7" name="Picture Placeholder 23">
            <a:extLst>
              <a:ext uri="{FF2B5EF4-FFF2-40B4-BE49-F238E27FC236}">
                <a16:creationId xmlns:a16="http://schemas.microsoft.com/office/drawing/2014/main" id="{BA785EFA-BDFA-2FD1-B8BA-A92839CABA69}"/>
              </a:ext>
            </a:extLst>
          </p:cNvPr>
          <p:cNvSpPr>
            <a:spLocks noGrp="1"/>
          </p:cNvSpPr>
          <p:nvPr>
            <p:ph type="pic" sz="quarter" idx="15" hasCustomPrompt="1"/>
          </p:nvPr>
        </p:nvSpPr>
        <p:spPr>
          <a:xfrm>
            <a:off x="3008015" y="1911993"/>
            <a:ext cx="1710291" cy="1708580"/>
          </a:xfrm>
          <a:solidFill>
            <a:schemeClr val="tx1">
              <a:lumMod val="85000"/>
            </a:schemeClr>
          </a:solidFill>
        </p:spPr>
        <p:txBody>
          <a:bodyPr anchor="ctr"/>
          <a:lstStyle>
            <a:lvl1pPr marL="0" indent="0" algn="ctr">
              <a:buNone/>
              <a:defRPr sz="1100">
                <a:solidFill>
                  <a:schemeClr val="bg2"/>
                </a:solidFill>
              </a:defRPr>
            </a:lvl1pPr>
          </a:lstStyle>
          <a:p>
            <a:r>
              <a:rPr lang="en-US" dirty="0"/>
              <a:t>Drag picture to placeholder or click icon to add picture</a:t>
            </a:r>
          </a:p>
        </p:txBody>
      </p:sp>
      <p:sp>
        <p:nvSpPr>
          <p:cNvPr id="8" name="Picture Placeholder 25">
            <a:extLst>
              <a:ext uri="{FF2B5EF4-FFF2-40B4-BE49-F238E27FC236}">
                <a16:creationId xmlns:a16="http://schemas.microsoft.com/office/drawing/2014/main" id="{088C8635-CFBA-D4A6-FE35-7905028A0BBE}"/>
              </a:ext>
            </a:extLst>
          </p:cNvPr>
          <p:cNvSpPr>
            <a:spLocks noGrp="1"/>
          </p:cNvSpPr>
          <p:nvPr>
            <p:ph type="pic" sz="quarter" idx="16" hasCustomPrompt="1"/>
          </p:nvPr>
        </p:nvSpPr>
        <p:spPr>
          <a:xfrm>
            <a:off x="5293827" y="1911993"/>
            <a:ext cx="1710291" cy="1708580"/>
          </a:xfrm>
          <a:solidFill>
            <a:schemeClr val="tx1">
              <a:lumMod val="85000"/>
            </a:schemeClr>
          </a:solidFill>
        </p:spPr>
        <p:txBody>
          <a:bodyPr anchor="ctr"/>
          <a:lstStyle>
            <a:lvl1pPr marL="0" indent="0" algn="ctr">
              <a:buNone/>
              <a:defRPr sz="1100">
                <a:solidFill>
                  <a:schemeClr val="bg2"/>
                </a:solidFill>
              </a:defRPr>
            </a:lvl1pPr>
          </a:lstStyle>
          <a:p>
            <a:r>
              <a:rPr lang="en-US" dirty="0"/>
              <a:t>Drag picture to placeholder or click icon to add picture</a:t>
            </a:r>
          </a:p>
        </p:txBody>
      </p:sp>
      <p:sp>
        <p:nvSpPr>
          <p:cNvPr id="9" name="Picture Placeholder 27">
            <a:extLst>
              <a:ext uri="{FF2B5EF4-FFF2-40B4-BE49-F238E27FC236}">
                <a16:creationId xmlns:a16="http://schemas.microsoft.com/office/drawing/2014/main" id="{F8770B47-39E8-D06B-B01C-C34F2FC97F6A}"/>
              </a:ext>
            </a:extLst>
          </p:cNvPr>
          <p:cNvSpPr>
            <a:spLocks noGrp="1"/>
          </p:cNvSpPr>
          <p:nvPr>
            <p:ph type="pic" sz="quarter" idx="17" hasCustomPrompt="1"/>
          </p:nvPr>
        </p:nvSpPr>
        <p:spPr>
          <a:xfrm>
            <a:off x="7581922" y="1908687"/>
            <a:ext cx="1710291" cy="1708580"/>
          </a:xfrm>
          <a:solidFill>
            <a:schemeClr val="tx1">
              <a:lumMod val="85000"/>
            </a:schemeClr>
          </a:solidFill>
        </p:spPr>
        <p:txBody>
          <a:bodyPr anchor="ctr"/>
          <a:lstStyle>
            <a:lvl1pPr marL="0" indent="0" algn="ctr">
              <a:buNone/>
              <a:defRPr sz="1100">
                <a:solidFill>
                  <a:schemeClr val="bg2"/>
                </a:solidFill>
              </a:defRPr>
            </a:lvl1pPr>
          </a:lstStyle>
          <a:p>
            <a:r>
              <a:rPr lang="en-US" dirty="0"/>
              <a:t>Drag picture to placeholder or click icon to add picture</a:t>
            </a:r>
          </a:p>
        </p:txBody>
      </p:sp>
      <p:sp>
        <p:nvSpPr>
          <p:cNvPr id="19" name="Picture Placeholder 27">
            <a:extLst>
              <a:ext uri="{FF2B5EF4-FFF2-40B4-BE49-F238E27FC236}">
                <a16:creationId xmlns:a16="http://schemas.microsoft.com/office/drawing/2014/main" id="{1C9E4372-2667-DFFB-CA58-6C2CD2911756}"/>
              </a:ext>
            </a:extLst>
          </p:cNvPr>
          <p:cNvSpPr>
            <a:spLocks noGrp="1"/>
          </p:cNvSpPr>
          <p:nvPr>
            <p:ph type="pic" sz="quarter" idx="24" hasCustomPrompt="1"/>
          </p:nvPr>
        </p:nvSpPr>
        <p:spPr>
          <a:xfrm>
            <a:off x="9824448" y="1908687"/>
            <a:ext cx="1710291" cy="1708580"/>
          </a:xfrm>
          <a:solidFill>
            <a:schemeClr val="tx1">
              <a:lumMod val="85000"/>
            </a:schemeClr>
          </a:solidFill>
        </p:spPr>
        <p:txBody>
          <a:bodyPr anchor="ctr"/>
          <a:lstStyle>
            <a:lvl1pPr marL="0" indent="0" algn="ctr">
              <a:buNone/>
              <a:defRPr sz="1100">
                <a:solidFill>
                  <a:schemeClr val="bg2"/>
                </a:solidFill>
              </a:defRPr>
            </a:lvl1pPr>
          </a:lstStyle>
          <a:p>
            <a:r>
              <a:rPr lang="en-US" dirty="0"/>
              <a:t>Drag picture to placeholder or click icon to add picture</a:t>
            </a:r>
          </a:p>
        </p:txBody>
      </p:sp>
    </p:spTree>
    <p:extLst>
      <p:ext uri="{BB962C8B-B14F-4D97-AF65-F5344CB8AC3E}">
        <p14:creationId xmlns:p14="http://schemas.microsoft.com/office/powerpoint/2010/main" val="2047213289"/>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 ~">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8C61335-AF1B-6D88-6CB3-7FB331955C8F}"/>
              </a:ext>
            </a:extLst>
          </p:cNvPr>
          <p:cNvPicPr>
            <a:picLocks noChangeAspect="1"/>
          </p:cNvPicPr>
          <p:nvPr userDrawn="1"/>
        </p:nvPicPr>
        <p:blipFill>
          <a:blip r:embed="rId2"/>
          <a:srcRect t="5059" b="11754"/>
          <a:stretch/>
        </p:blipFill>
        <p:spPr>
          <a:xfrm>
            <a:off x="-268263" y="0"/>
            <a:ext cx="12716937" cy="6858000"/>
          </a:xfrm>
          <a:prstGeom prst="rect">
            <a:avLst/>
          </a:prstGeom>
        </p:spPr>
      </p:pic>
      <p:sp>
        <p:nvSpPr>
          <p:cNvPr id="3" name="TextBox 2">
            <a:extLst>
              <a:ext uri="{FF2B5EF4-FFF2-40B4-BE49-F238E27FC236}">
                <a16:creationId xmlns:a16="http://schemas.microsoft.com/office/drawing/2014/main" id="{9939DBFB-6F75-ADA4-704B-F82E5109CA14}"/>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412254905"/>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6D239-1871-2A1F-29F3-BD2B3F67F065}"/>
              </a:ext>
            </a:extLst>
          </p:cNvPr>
          <p:cNvSpPr>
            <a:spLocks noGrp="1"/>
          </p:cNvSpPr>
          <p:nvPr>
            <p:ph type="title" hasCustomPrompt="1"/>
          </p:nvPr>
        </p:nvSpPr>
        <p:spPr>
          <a:xfrm>
            <a:off x="476250" y="365125"/>
            <a:ext cx="9848132" cy="2612015"/>
          </a:xfrm>
        </p:spPr>
        <p:txBody>
          <a:bodyPr anchor="b"/>
          <a:lstStyle>
            <a:lvl1pPr>
              <a:defRPr sz="4800">
                <a:solidFill>
                  <a:schemeClr val="tx2"/>
                </a:solidFill>
              </a:defRPr>
            </a:lvl1pPr>
          </a:lstStyle>
          <a:p>
            <a:r>
              <a:rPr lang="en-US" dirty="0"/>
              <a:t>[Add section headline]</a:t>
            </a:r>
          </a:p>
        </p:txBody>
      </p:sp>
      <p:sp>
        <p:nvSpPr>
          <p:cNvPr id="3" name="Text Placeholder 2">
            <a:extLst>
              <a:ext uri="{FF2B5EF4-FFF2-40B4-BE49-F238E27FC236}">
                <a16:creationId xmlns:a16="http://schemas.microsoft.com/office/drawing/2014/main" id="{2ADFEAD5-7613-0B17-648A-9BEB4CAB2EE0}"/>
              </a:ext>
            </a:extLst>
          </p:cNvPr>
          <p:cNvSpPr>
            <a:spLocks noGrp="1"/>
          </p:cNvSpPr>
          <p:nvPr>
            <p:ph type="body" idx="1" hasCustomPrompt="1"/>
          </p:nvPr>
        </p:nvSpPr>
        <p:spPr>
          <a:xfrm>
            <a:off x="476250" y="3143266"/>
            <a:ext cx="9848132" cy="795495"/>
          </a:xfrm>
        </p:spPr>
        <p:txBody>
          <a:bodyPr/>
          <a:lstStyle>
            <a:lvl1pPr marL="0" indent="0">
              <a:buNone/>
              <a:defRPr sz="2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Subtitle / Presenter Name, Title</a:t>
            </a:r>
          </a:p>
        </p:txBody>
      </p:sp>
      <p:sp>
        <p:nvSpPr>
          <p:cNvPr id="4" name="Date Placeholder 3">
            <a:extLst>
              <a:ext uri="{FF2B5EF4-FFF2-40B4-BE49-F238E27FC236}">
                <a16:creationId xmlns:a16="http://schemas.microsoft.com/office/drawing/2014/main" id="{351F9C78-3636-46EB-96A2-8B8959D6D877}"/>
              </a:ext>
            </a:extLst>
          </p:cNvPr>
          <p:cNvSpPr>
            <a:spLocks noGrp="1"/>
          </p:cNvSpPr>
          <p:nvPr>
            <p:ph type="dt" sz="half" idx="10"/>
          </p:nvPr>
        </p:nvSpPr>
        <p:spPr/>
        <p:txBody>
          <a:bodyPr/>
          <a:lstStyle/>
          <a:p>
            <a:fld id="{35885CD8-CCBD-437F-AABB-B109FF51361C}" type="datetime1">
              <a:rPr lang="en-US" smtClean="0"/>
              <a:t>3/26/26</a:t>
            </a:fld>
            <a:endParaRPr lang="en-US"/>
          </a:p>
        </p:txBody>
      </p:sp>
      <p:sp>
        <p:nvSpPr>
          <p:cNvPr id="5" name="Footer Placeholder 4">
            <a:extLst>
              <a:ext uri="{FF2B5EF4-FFF2-40B4-BE49-F238E27FC236}">
                <a16:creationId xmlns:a16="http://schemas.microsoft.com/office/drawing/2014/main" id="{3A2E5A38-7750-7523-2517-AFF7E3428F8B}"/>
              </a:ext>
            </a:extLst>
          </p:cNvPr>
          <p:cNvSpPr>
            <a:spLocks noGrp="1"/>
          </p:cNvSpPr>
          <p:nvPr>
            <p:ph type="ftr" sz="quarter" idx="11"/>
          </p:nvPr>
        </p:nvSpPr>
        <p:spPr/>
        <p:txBody>
          <a:bodyPr/>
          <a:lstStyle>
            <a:lvl1pPr>
              <a:defRPr>
                <a:solidFill>
                  <a:schemeClr val="bg1">
                    <a:lumMod val="50000"/>
                  </a:schemeClr>
                </a:solidFill>
              </a:defRPr>
            </a:lvl1pPr>
          </a:lstStyle>
          <a:p>
            <a:endParaRPr lang="en-US" dirty="0"/>
          </a:p>
        </p:txBody>
      </p:sp>
      <p:grpSp>
        <p:nvGrpSpPr>
          <p:cNvPr id="11" name="Group 10">
            <a:extLst>
              <a:ext uri="{FF2B5EF4-FFF2-40B4-BE49-F238E27FC236}">
                <a16:creationId xmlns:a16="http://schemas.microsoft.com/office/drawing/2014/main" id="{50D4275C-C6E9-83CE-2F9E-EF5EEED27BFC}"/>
              </a:ext>
            </a:extLst>
          </p:cNvPr>
          <p:cNvGrpSpPr/>
          <p:nvPr userDrawn="1"/>
        </p:nvGrpSpPr>
        <p:grpSpPr>
          <a:xfrm>
            <a:off x="3525702" y="81277"/>
            <a:ext cx="9366450" cy="6776723"/>
            <a:chOff x="3525702" y="81277"/>
            <a:chExt cx="9366450" cy="6776723"/>
          </a:xfrm>
        </p:grpSpPr>
        <p:sp>
          <p:nvSpPr>
            <p:cNvPr id="8" name="Right Triangle 2">
              <a:extLst>
                <a:ext uri="{FF2B5EF4-FFF2-40B4-BE49-F238E27FC236}">
                  <a16:creationId xmlns:a16="http://schemas.microsoft.com/office/drawing/2014/main" id="{18B06690-16EF-1C32-E01C-0A08B1285DC5}"/>
                </a:ext>
              </a:extLst>
            </p:cNvPr>
            <p:cNvSpPr/>
            <p:nvPr userDrawn="1"/>
          </p:nvSpPr>
          <p:spPr>
            <a:xfrm rot="16200000">
              <a:off x="5731803" y="1443847"/>
              <a:ext cx="3208052" cy="7620254"/>
            </a:xfrm>
            <a:custGeom>
              <a:avLst/>
              <a:gdLst>
                <a:gd name="connsiteX0" fmla="*/ 0 w 3080478"/>
                <a:gd name="connsiteY0" fmla="*/ 7220204 h 7220204"/>
                <a:gd name="connsiteX1" fmla="*/ 0 w 3080478"/>
                <a:gd name="connsiteY1" fmla="*/ 0 h 7220204"/>
                <a:gd name="connsiteX2" fmla="*/ 3080478 w 3080478"/>
                <a:gd name="connsiteY2" fmla="*/ 7220204 h 7220204"/>
                <a:gd name="connsiteX3" fmla="*/ 0 w 3080478"/>
                <a:gd name="connsiteY3" fmla="*/ 7220204 h 7220204"/>
                <a:gd name="connsiteX0" fmla="*/ 0 w 3236341"/>
                <a:gd name="connsiteY0" fmla="*/ 7220204 h 7620254"/>
                <a:gd name="connsiteX1" fmla="*/ 0 w 3236341"/>
                <a:gd name="connsiteY1" fmla="*/ 0 h 7620254"/>
                <a:gd name="connsiteX2" fmla="*/ 3236341 w 3236341"/>
                <a:gd name="connsiteY2" fmla="*/ 7620254 h 7620254"/>
                <a:gd name="connsiteX3" fmla="*/ 0 w 3236341"/>
                <a:gd name="connsiteY3" fmla="*/ 7220204 h 7620254"/>
              </a:gdLst>
              <a:ahLst/>
              <a:cxnLst>
                <a:cxn ang="0">
                  <a:pos x="connsiteX0" y="connsiteY0"/>
                </a:cxn>
                <a:cxn ang="0">
                  <a:pos x="connsiteX1" y="connsiteY1"/>
                </a:cxn>
                <a:cxn ang="0">
                  <a:pos x="connsiteX2" y="connsiteY2"/>
                </a:cxn>
                <a:cxn ang="0">
                  <a:pos x="connsiteX3" y="connsiteY3"/>
                </a:cxn>
              </a:cxnLst>
              <a:rect l="l" t="t" r="r" b="b"/>
              <a:pathLst>
                <a:path w="3236341" h="7620254">
                  <a:moveTo>
                    <a:pt x="0" y="7220204"/>
                  </a:moveTo>
                  <a:lnTo>
                    <a:pt x="0" y="0"/>
                  </a:lnTo>
                  <a:lnTo>
                    <a:pt x="3236341" y="7620254"/>
                  </a:lnTo>
                  <a:lnTo>
                    <a:pt x="0" y="722020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7">
              <a:extLst>
                <a:ext uri="{FF2B5EF4-FFF2-40B4-BE49-F238E27FC236}">
                  <a16:creationId xmlns:a16="http://schemas.microsoft.com/office/drawing/2014/main" id="{32849439-FA95-1807-60C5-1621147AF273}"/>
                </a:ext>
              </a:extLst>
            </p:cNvPr>
            <p:cNvSpPr/>
            <p:nvPr userDrawn="1"/>
          </p:nvSpPr>
          <p:spPr>
            <a:xfrm rot="13020306">
              <a:off x="10508900" y="81277"/>
              <a:ext cx="2383252" cy="3557165"/>
            </a:xfrm>
            <a:custGeom>
              <a:avLst/>
              <a:gdLst>
                <a:gd name="connsiteX0" fmla="*/ 0 w 2989034"/>
                <a:gd name="connsiteY0" fmla="*/ 3747387 h 3747387"/>
                <a:gd name="connsiteX1" fmla="*/ 1494517 w 2989034"/>
                <a:gd name="connsiteY1" fmla="*/ 0 h 3747387"/>
                <a:gd name="connsiteX2" fmla="*/ 2989034 w 2989034"/>
                <a:gd name="connsiteY2" fmla="*/ 3747387 h 3747387"/>
                <a:gd name="connsiteX3" fmla="*/ 0 w 2989034"/>
                <a:gd name="connsiteY3" fmla="*/ 3747387 h 3747387"/>
                <a:gd name="connsiteX0" fmla="*/ 0 w 3309786"/>
                <a:gd name="connsiteY0" fmla="*/ 3747387 h 3747387"/>
                <a:gd name="connsiteX1" fmla="*/ 1494517 w 3309786"/>
                <a:gd name="connsiteY1" fmla="*/ 0 h 3747387"/>
                <a:gd name="connsiteX2" fmla="*/ 3309786 w 3309786"/>
                <a:gd name="connsiteY2" fmla="*/ 3180929 h 3747387"/>
                <a:gd name="connsiteX3" fmla="*/ 0 w 3309786"/>
                <a:gd name="connsiteY3" fmla="*/ 3747387 h 3747387"/>
                <a:gd name="connsiteX0" fmla="*/ 91038 w 1815269"/>
                <a:gd name="connsiteY0" fmla="*/ 4479261 h 4479261"/>
                <a:gd name="connsiteX1" fmla="*/ 0 w 1815269"/>
                <a:gd name="connsiteY1" fmla="*/ 0 h 4479261"/>
                <a:gd name="connsiteX2" fmla="*/ 1815269 w 1815269"/>
                <a:gd name="connsiteY2" fmla="*/ 3180929 h 4479261"/>
                <a:gd name="connsiteX3" fmla="*/ 91038 w 1815269"/>
                <a:gd name="connsiteY3" fmla="*/ 4479261 h 4479261"/>
                <a:gd name="connsiteX0" fmla="*/ 91038 w 1815269"/>
                <a:gd name="connsiteY0" fmla="*/ 4479261 h 4479261"/>
                <a:gd name="connsiteX1" fmla="*/ 78524 w 1815269"/>
                <a:gd name="connsiteY1" fmla="*/ 4014238 h 4479261"/>
                <a:gd name="connsiteX2" fmla="*/ 0 w 1815269"/>
                <a:gd name="connsiteY2" fmla="*/ 0 h 4479261"/>
                <a:gd name="connsiteX3" fmla="*/ 1815269 w 1815269"/>
                <a:gd name="connsiteY3" fmla="*/ 3180929 h 4479261"/>
                <a:gd name="connsiteX4" fmla="*/ 91038 w 1815269"/>
                <a:gd name="connsiteY4" fmla="*/ 4479261 h 4479261"/>
                <a:gd name="connsiteX0" fmla="*/ 1494918 w 3219149"/>
                <a:gd name="connsiteY0" fmla="*/ 4479261 h 4479261"/>
                <a:gd name="connsiteX1" fmla="*/ 0 w 3219149"/>
                <a:gd name="connsiteY1" fmla="*/ 2461205 h 4479261"/>
                <a:gd name="connsiteX2" fmla="*/ 1403880 w 3219149"/>
                <a:gd name="connsiteY2" fmla="*/ 0 h 4479261"/>
                <a:gd name="connsiteX3" fmla="*/ 3219149 w 3219149"/>
                <a:gd name="connsiteY3" fmla="*/ 3180929 h 4479261"/>
                <a:gd name="connsiteX4" fmla="*/ 1494918 w 3219149"/>
                <a:gd name="connsiteY4" fmla="*/ 4479261 h 4479261"/>
                <a:gd name="connsiteX0" fmla="*/ 1505145 w 3219149"/>
                <a:gd name="connsiteY0" fmla="*/ 4475824 h 4475824"/>
                <a:gd name="connsiteX1" fmla="*/ 0 w 3219149"/>
                <a:gd name="connsiteY1" fmla="*/ 2461205 h 4475824"/>
                <a:gd name="connsiteX2" fmla="*/ 1403880 w 3219149"/>
                <a:gd name="connsiteY2" fmla="*/ 0 h 4475824"/>
                <a:gd name="connsiteX3" fmla="*/ 3219149 w 3219149"/>
                <a:gd name="connsiteY3" fmla="*/ 3180929 h 4475824"/>
                <a:gd name="connsiteX4" fmla="*/ 1505145 w 3219149"/>
                <a:gd name="connsiteY4" fmla="*/ 4475824 h 4475824"/>
                <a:gd name="connsiteX0" fmla="*/ 1511534 w 3219149"/>
                <a:gd name="connsiteY0" fmla="*/ 4291563 h 4291563"/>
                <a:gd name="connsiteX1" fmla="*/ 0 w 3219149"/>
                <a:gd name="connsiteY1" fmla="*/ 2461205 h 4291563"/>
                <a:gd name="connsiteX2" fmla="*/ 1403880 w 3219149"/>
                <a:gd name="connsiteY2" fmla="*/ 0 h 4291563"/>
                <a:gd name="connsiteX3" fmla="*/ 3219149 w 3219149"/>
                <a:gd name="connsiteY3" fmla="*/ 3180929 h 4291563"/>
                <a:gd name="connsiteX4" fmla="*/ 1511534 w 3219149"/>
                <a:gd name="connsiteY4" fmla="*/ 4291563 h 4291563"/>
                <a:gd name="connsiteX0" fmla="*/ 1499655 w 3219149"/>
                <a:gd name="connsiteY0" fmla="*/ 4462871 h 4462871"/>
                <a:gd name="connsiteX1" fmla="*/ 0 w 3219149"/>
                <a:gd name="connsiteY1" fmla="*/ 2461205 h 4462871"/>
                <a:gd name="connsiteX2" fmla="*/ 1403880 w 3219149"/>
                <a:gd name="connsiteY2" fmla="*/ 0 h 4462871"/>
                <a:gd name="connsiteX3" fmla="*/ 3219149 w 3219149"/>
                <a:gd name="connsiteY3" fmla="*/ 3180929 h 4462871"/>
                <a:gd name="connsiteX4" fmla="*/ 1499655 w 3219149"/>
                <a:gd name="connsiteY4" fmla="*/ 4462871 h 4462871"/>
                <a:gd name="connsiteX0" fmla="*/ 1499655 w 3214370"/>
                <a:gd name="connsiteY0" fmla="*/ 4462871 h 4462871"/>
                <a:gd name="connsiteX1" fmla="*/ 0 w 3214370"/>
                <a:gd name="connsiteY1" fmla="*/ 2461205 h 4462871"/>
                <a:gd name="connsiteX2" fmla="*/ 1403880 w 3214370"/>
                <a:gd name="connsiteY2" fmla="*/ 0 h 4462871"/>
                <a:gd name="connsiteX3" fmla="*/ 3214370 w 3214370"/>
                <a:gd name="connsiteY3" fmla="*/ 3180258 h 4462871"/>
                <a:gd name="connsiteX4" fmla="*/ 1499655 w 3214370"/>
                <a:gd name="connsiteY4" fmla="*/ 4462871 h 4462871"/>
                <a:gd name="connsiteX0" fmla="*/ 1499655 w 3214370"/>
                <a:gd name="connsiteY0" fmla="*/ 4373505 h 4373505"/>
                <a:gd name="connsiteX1" fmla="*/ 0 w 3214370"/>
                <a:gd name="connsiteY1" fmla="*/ 2371839 h 4373505"/>
                <a:gd name="connsiteX2" fmla="*/ 1415692 w 3214370"/>
                <a:gd name="connsiteY2" fmla="*/ 0 h 4373505"/>
                <a:gd name="connsiteX3" fmla="*/ 3214370 w 3214370"/>
                <a:gd name="connsiteY3" fmla="*/ 3090892 h 4373505"/>
                <a:gd name="connsiteX4" fmla="*/ 1499655 w 3214370"/>
                <a:gd name="connsiteY4" fmla="*/ 4373505 h 4373505"/>
                <a:gd name="connsiteX0" fmla="*/ 1499655 w 3214370"/>
                <a:gd name="connsiteY0" fmla="*/ 4435543 h 4435543"/>
                <a:gd name="connsiteX1" fmla="*/ 0 w 3214370"/>
                <a:gd name="connsiteY1" fmla="*/ 2433877 h 4435543"/>
                <a:gd name="connsiteX2" fmla="*/ 1390297 w 3214370"/>
                <a:gd name="connsiteY2" fmla="*/ 0 h 4435543"/>
                <a:gd name="connsiteX3" fmla="*/ 3214370 w 3214370"/>
                <a:gd name="connsiteY3" fmla="*/ 3152930 h 4435543"/>
                <a:gd name="connsiteX4" fmla="*/ 1499655 w 3214370"/>
                <a:gd name="connsiteY4" fmla="*/ 4435543 h 4435543"/>
                <a:gd name="connsiteX0" fmla="*/ 1499655 w 3237631"/>
                <a:gd name="connsiteY0" fmla="*/ 4435543 h 4435543"/>
                <a:gd name="connsiteX1" fmla="*/ 0 w 3237631"/>
                <a:gd name="connsiteY1" fmla="*/ 2433877 h 4435543"/>
                <a:gd name="connsiteX2" fmla="*/ 1390297 w 3237631"/>
                <a:gd name="connsiteY2" fmla="*/ 0 h 4435543"/>
                <a:gd name="connsiteX3" fmla="*/ 3237631 w 3237631"/>
                <a:gd name="connsiteY3" fmla="*/ 3178124 h 4435543"/>
                <a:gd name="connsiteX4" fmla="*/ 1499655 w 3237631"/>
                <a:gd name="connsiteY4" fmla="*/ 4435543 h 4435543"/>
                <a:gd name="connsiteX0" fmla="*/ 1499655 w 3208881"/>
                <a:gd name="connsiteY0" fmla="*/ 4435543 h 4435543"/>
                <a:gd name="connsiteX1" fmla="*/ 0 w 3208881"/>
                <a:gd name="connsiteY1" fmla="*/ 2433877 h 4435543"/>
                <a:gd name="connsiteX2" fmla="*/ 1390297 w 3208881"/>
                <a:gd name="connsiteY2" fmla="*/ 0 h 4435543"/>
                <a:gd name="connsiteX3" fmla="*/ 3208881 w 3208881"/>
                <a:gd name="connsiteY3" fmla="*/ 3139978 h 4435543"/>
                <a:gd name="connsiteX4" fmla="*/ 1499655 w 3208881"/>
                <a:gd name="connsiteY4" fmla="*/ 4435543 h 4435543"/>
                <a:gd name="connsiteX0" fmla="*/ 1496890 w 3208881"/>
                <a:gd name="connsiteY0" fmla="*/ 4420537 h 4420537"/>
                <a:gd name="connsiteX1" fmla="*/ 0 w 3208881"/>
                <a:gd name="connsiteY1" fmla="*/ 2433877 h 4420537"/>
                <a:gd name="connsiteX2" fmla="*/ 1390297 w 3208881"/>
                <a:gd name="connsiteY2" fmla="*/ 0 h 4420537"/>
                <a:gd name="connsiteX3" fmla="*/ 3208881 w 3208881"/>
                <a:gd name="connsiteY3" fmla="*/ 3139978 h 4420537"/>
                <a:gd name="connsiteX4" fmla="*/ 1496890 w 3208881"/>
                <a:gd name="connsiteY4" fmla="*/ 4420537 h 4420537"/>
                <a:gd name="connsiteX0" fmla="*/ 1503051 w 3208881"/>
                <a:gd name="connsiteY0" fmla="*/ 4428711 h 4428711"/>
                <a:gd name="connsiteX1" fmla="*/ 0 w 3208881"/>
                <a:gd name="connsiteY1" fmla="*/ 2433877 h 4428711"/>
                <a:gd name="connsiteX2" fmla="*/ 1390297 w 3208881"/>
                <a:gd name="connsiteY2" fmla="*/ 0 h 4428711"/>
                <a:gd name="connsiteX3" fmla="*/ 3208881 w 3208881"/>
                <a:gd name="connsiteY3" fmla="*/ 3139978 h 4428711"/>
                <a:gd name="connsiteX4" fmla="*/ 1503051 w 3208881"/>
                <a:gd name="connsiteY4" fmla="*/ 4428711 h 4428711"/>
                <a:gd name="connsiteX0" fmla="*/ 1503051 w 3215042"/>
                <a:gd name="connsiteY0" fmla="*/ 4428711 h 4428711"/>
                <a:gd name="connsiteX1" fmla="*/ 0 w 3215042"/>
                <a:gd name="connsiteY1" fmla="*/ 2433877 h 4428711"/>
                <a:gd name="connsiteX2" fmla="*/ 1390297 w 3215042"/>
                <a:gd name="connsiteY2" fmla="*/ 0 h 4428711"/>
                <a:gd name="connsiteX3" fmla="*/ 3215042 w 3215042"/>
                <a:gd name="connsiteY3" fmla="*/ 3148153 h 4428711"/>
                <a:gd name="connsiteX4" fmla="*/ 1503051 w 3215042"/>
                <a:gd name="connsiteY4" fmla="*/ 4428711 h 4428711"/>
                <a:gd name="connsiteX0" fmla="*/ 1506487 w 3215042"/>
                <a:gd name="connsiteY0" fmla="*/ 4438939 h 4438939"/>
                <a:gd name="connsiteX1" fmla="*/ 0 w 3215042"/>
                <a:gd name="connsiteY1" fmla="*/ 2433877 h 4438939"/>
                <a:gd name="connsiteX2" fmla="*/ 1390297 w 3215042"/>
                <a:gd name="connsiteY2" fmla="*/ 0 h 4438939"/>
                <a:gd name="connsiteX3" fmla="*/ 3215042 w 3215042"/>
                <a:gd name="connsiteY3" fmla="*/ 3148153 h 4438939"/>
                <a:gd name="connsiteX4" fmla="*/ 1506487 w 3215042"/>
                <a:gd name="connsiteY4" fmla="*/ 4438939 h 4438939"/>
                <a:gd name="connsiteX0" fmla="*/ 1420343 w 3215042"/>
                <a:gd name="connsiteY0" fmla="*/ 4088648 h 4088648"/>
                <a:gd name="connsiteX1" fmla="*/ 0 w 3215042"/>
                <a:gd name="connsiteY1" fmla="*/ 2433877 h 4088648"/>
                <a:gd name="connsiteX2" fmla="*/ 1390297 w 3215042"/>
                <a:gd name="connsiteY2" fmla="*/ 0 h 4088648"/>
                <a:gd name="connsiteX3" fmla="*/ 3215042 w 3215042"/>
                <a:gd name="connsiteY3" fmla="*/ 3148153 h 4088648"/>
                <a:gd name="connsiteX4" fmla="*/ 1420343 w 3215042"/>
                <a:gd name="connsiteY4" fmla="*/ 4088648 h 4088648"/>
                <a:gd name="connsiteX0" fmla="*/ 2750218 w 3215042"/>
                <a:gd name="connsiteY0" fmla="*/ 3480066 h 3480066"/>
                <a:gd name="connsiteX1" fmla="*/ 0 w 3215042"/>
                <a:gd name="connsiteY1" fmla="*/ 2433877 h 3480066"/>
                <a:gd name="connsiteX2" fmla="*/ 1390297 w 3215042"/>
                <a:gd name="connsiteY2" fmla="*/ 0 h 3480066"/>
                <a:gd name="connsiteX3" fmla="*/ 3215042 w 3215042"/>
                <a:gd name="connsiteY3" fmla="*/ 3148153 h 3480066"/>
                <a:gd name="connsiteX4" fmla="*/ 2750218 w 3215042"/>
                <a:gd name="connsiteY4" fmla="*/ 3480066 h 3480066"/>
                <a:gd name="connsiteX0" fmla="*/ 1921864 w 2386688"/>
                <a:gd name="connsiteY0" fmla="*/ 3480066 h 3480066"/>
                <a:gd name="connsiteX1" fmla="*/ 0 w 2386688"/>
                <a:gd name="connsiteY1" fmla="*/ 991285 h 3480066"/>
                <a:gd name="connsiteX2" fmla="*/ 561943 w 2386688"/>
                <a:gd name="connsiteY2" fmla="*/ 0 h 3480066"/>
                <a:gd name="connsiteX3" fmla="*/ 2386688 w 2386688"/>
                <a:gd name="connsiteY3" fmla="*/ 3148153 h 3480066"/>
                <a:gd name="connsiteX4" fmla="*/ 1921864 w 2386688"/>
                <a:gd name="connsiteY4" fmla="*/ 3480066 h 3480066"/>
                <a:gd name="connsiteX0" fmla="*/ 1921864 w 2383252"/>
                <a:gd name="connsiteY0" fmla="*/ 3480066 h 3480066"/>
                <a:gd name="connsiteX1" fmla="*/ 0 w 2383252"/>
                <a:gd name="connsiteY1" fmla="*/ 991285 h 3480066"/>
                <a:gd name="connsiteX2" fmla="*/ 561943 w 2383252"/>
                <a:gd name="connsiteY2" fmla="*/ 0 h 3480066"/>
                <a:gd name="connsiteX3" fmla="*/ 2383252 w 2383252"/>
                <a:gd name="connsiteY3" fmla="*/ 3138147 h 3480066"/>
                <a:gd name="connsiteX4" fmla="*/ 1921864 w 2383252"/>
                <a:gd name="connsiteY4" fmla="*/ 3480066 h 3480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3252" h="3480066">
                  <a:moveTo>
                    <a:pt x="1921864" y="3480066"/>
                  </a:moveTo>
                  <a:lnTo>
                    <a:pt x="0" y="991285"/>
                  </a:lnTo>
                  <a:lnTo>
                    <a:pt x="561943" y="0"/>
                  </a:lnTo>
                  <a:lnTo>
                    <a:pt x="2383252" y="3138147"/>
                  </a:lnTo>
                  <a:lnTo>
                    <a:pt x="1921864" y="348006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Slide Number Placeholder 5">
            <a:extLst>
              <a:ext uri="{FF2B5EF4-FFF2-40B4-BE49-F238E27FC236}">
                <a16:creationId xmlns:a16="http://schemas.microsoft.com/office/drawing/2014/main" id="{0BFEE090-0D6F-2B15-3688-F36CB80D2F2B}"/>
              </a:ext>
            </a:extLst>
          </p:cNvPr>
          <p:cNvSpPr>
            <a:spLocks noGrp="1"/>
          </p:cNvSpPr>
          <p:nvPr>
            <p:ph type="sldNum" sz="quarter" idx="12"/>
          </p:nvPr>
        </p:nvSpPr>
        <p:spPr/>
        <p:txBody>
          <a:bodyPr/>
          <a:lstStyle>
            <a:lvl1pPr>
              <a:defRPr>
                <a:solidFill>
                  <a:schemeClr val="bg1">
                    <a:lumMod val="50000"/>
                  </a:schemeClr>
                </a:solidFill>
              </a:defRPr>
            </a:lvl1pPr>
          </a:lstStyle>
          <a:p>
            <a:fld id="{16C30856-2FD0-40BB-988B-8BB8612257E2}" type="slidenum">
              <a:rPr lang="en-US" smtClean="0"/>
              <a:pPr/>
              <a:t>‹#›</a:t>
            </a:fld>
            <a:endParaRPr lang="en-US"/>
          </a:p>
        </p:txBody>
      </p:sp>
      <p:sp>
        <p:nvSpPr>
          <p:cNvPr id="7" name="Rectangle 6">
            <a:extLst>
              <a:ext uri="{FF2B5EF4-FFF2-40B4-BE49-F238E27FC236}">
                <a16:creationId xmlns:a16="http://schemas.microsoft.com/office/drawing/2014/main" id="{FE73D2EB-EF52-BC3C-6C4A-16906300A983}"/>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2"/>
                </a:solidFill>
              </a:rPr>
              <a:t>To add slide numbers, go to Insert  &gt; Slide Number  </a:t>
            </a:r>
          </a:p>
        </p:txBody>
      </p:sp>
    </p:spTree>
    <p:extLst>
      <p:ext uri="{BB962C8B-B14F-4D97-AF65-F5344CB8AC3E}">
        <p14:creationId xmlns:p14="http://schemas.microsoft.com/office/powerpoint/2010/main" val="2712656080"/>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2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Content Whi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A74DE-9C13-EC5E-96C9-8CFAD738CAC3}"/>
              </a:ext>
            </a:extLst>
          </p:cNvPr>
          <p:cNvSpPr>
            <a:spLocks noGrp="1"/>
          </p:cNvSpPr>
          <p:nvPr>
            <p:ph type="title" hasCustomPrompt="1"/>
          </p:nvPr>
        </p:nvSpPr>
        <p:spPr/>
        <p:txBody>
          <a:bodyPr/>
          <a:lstStyle>
            <a:lvl1pPr>
              <a:defRPr>
                <a:solidFill>
                  <a:schemeClr val="tx2"/>
                </a:solidFill>
              </a:defRPr>
            </a:lvl1pPr>
          </a:lstStyle>
          <a:p>
            <a:r>
              <a:rPr lang="en-US" dirty="0"/>
              <a:t>[Add headline]</a:t>
            </a:r>
          </a:p>
        </p:txBody>
      </p:sp>
      <p:sp>
        <p:nvSpPr>
          <p:cNvPr id="3" name="Date Placeholder 2">
            <a:extLst>
              <a:ext uri="{FF2B5EF4-FFF2-40B4-BE49-F238E27FC236}">
                <a16:creationId xmlns:a16="http://schemas.microsoft.com/office/drawing/2014/main" id="{1C00B0C1-46B3-A52F-9D72-15A3D44FD70F}"/>
              </a:ext>
            </a:extLst>
          </p:cNvPr>
          <p:cNvSpPr>
            <a:spLocks noGrp="1"/>
          </p:cNvSpPr>
          <p:nvPr>
            <p:ph type="dt" sz="half" idx="10"/>
          </p:nvPr>
        </p:nvSpPr>
        <p:spPr/>
        <p:txBody>
          <a:bodyPr/>
          <a:lstStyle/>
          <a:p>
            <a:fld id="{B02386DA-5700-4357-A3D5-37703C870FC2}" type="datetime1">
              <a:rPr lang="en-US" smtClean="0"/>
              <a:t>3/26/26</a:t>
            </a:fld>
            <a:endParaRPr lang="en-US"/>
          </a:p>
        </p:txBody>
      </p:sp>
      <p:sp>
        <p:nvSpPr>
          <p:cNvPr id="4" name="Footer Placeholder 3">
            <a:extLst>
              <a:ext uri="{FF2B5EF4-FFF2-40B4-BE49-F238E27FC236}">
                <a16:creationId xmlns:a16="http://schemas.microsoft.com/office/drawing/2014/main" id="{3AF99B41-7018-1DD3-4D25-D71311292E9B}"/>
              </a:ext>
            </a:extLst>
          </p:cNvPr>
          <p:cNvSpPr>
            <a:spLocks noGrp="1"/>
          </p:cNvSpPr>
          <p:nvPr>
            <p:ph type="ftr" sz="quarter" idx="11"/>
          </p:nvPr>
        </p:nvSpPr>
        <p:spPr/>
        <p:txBody>
          <a:bodyPr/>
          <a:lstStyle>
            <a:lvl1pPr>
              <a:defRPr>
                <a:solidFill>
                  <a:schemeClr val="bg1">
                    <a:lumMod val="50000"/>
                  </a:schemeClr>
                </a:solidFill>
              </a:defRPr>
            </a:lvl1pPr>
          </a:lstStyle>
          <a:p>
            <a:endParaRPr lang="en-US" dirty="0"/>
          </a:p>
        </p:txBody>
      </p:sp>
      <p:sp>
        <p:nvSpPr>
          <p:cNvPr id="5" name="Slide Number Placeholder 4">
            <a:extLst>
              <a:ext uri="{FF2B5EF4-FFF2-40B4-BE49-F238E27FC236}">
                <a16:creationId xmlns:a16="http://schemas.microsoft.com/office/drawing/2014/main" id="{785D73C5-D766-2B77-B81C-14E2EB596101}"/>
              </a:ext>
            </a:extLst>
          </p:cNvPr>
          <p:cNvSpPr>
            <a:spLocks noGrp="1"/>
          </p:cNvSpPr>
          <p:nvPr>
            <p:ph type="sldNum" sz="quarter" idx="12"/>
          </p:nvPr>
        </p:nvSpPr>
        <p:spPr/>
        <p:txBody>
          <a:bodyPr/>
          <a:lstStyle>
            <a:lvl1pPr>
              <a:defRPr>
                <a:solidFill>
                  <a:schemeClr val="bg1">
                    <a:lumMod val="50000"/>
                  </a:schemeClr>
                </a:solidFill>
              </a:defRPr>
            </a:lvl1pPr>
          </a:lstStyle>
          <a:p>
            <a:fld id="{16C30856-2FD0-40BB-988B-8BB8612257E2}" type="slidenum">
              <a:rPr lang="en-US" smtClean="0"/>
              <a:pPr/>
              <a:t>‹#›</a:t>
            </a:fld>
            <a:endParaRPr lang="en-US"/>
          </a:p>
        </p:txBody>
      </p:sp>
      <p:sp>
        <p:nvSpPr>
          <p:cNvPr id="7" name="Content Placeholder 6">
            <a:extLst>
              <a:ext uri="{FF2B5EF4-FFF2-40B4-BE49-F238E27FC236}">
                <a16:creationId xmlns:a16="http://schemas.microsoft.com/office/drawing/2014/main" id="{6040BB25-BB2F-972B-120A-2236EF6021E8}"/>
              </a:ext>
            </a:extLst>
          </p:cNvPr>
          <p:cNvSpPr>
            <a:spLocks noGrp="1"/>
          </p:cNvSpPr>
          <p:nvPr>
            <p:ph sz="quarter" idx="13" hasCustomPrompt="1"/>
          </p:nvPr>
        </p:nvSpPr>
        <p:spPr>
          <a:xfrm>
            <a:off x="476250" y="1516063"/>
            <a:ext cx="11236325" cy="4662487"/>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Graphic 7">
            <a:extLst>
              <a:ext uri="{FF2B5EF4-FFF2-40B4-BE49-F238E27FC236}">
                <a16:creationId xmlns:a16="http://schemas.microsoft.com/office/drawing/2014/main" id="{DBB9C42A-C213-C1CD-09BC-3E97A99364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6" name="Rectangle 5">
            <a:extLst>
              <a:ext uri="{FF2B5EF4-FFF2-40B4-BE49-F238E27FC236}">
                <a16:creationId xmlns:a16="http://schemas.microsoft.com/office/drawing/2014/main" id="{F949BF83-F670-BD92-92A0-99C80D4222D5}"/>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2"/>
                </a:solidFill>
              </a:rPr>
              <a:t>To add slide numbers, go to Insert  &gt; Slide Number  </a:t>
            </a:r>
          </a:p>
        </p:txBody>
      </p:sp>
    </p:spTree>
    <p:extLst>
      <p:ext uri="{BB962C8B-B14F-4D97-AF65-F5344CB8AC3E}">
        <p14:creationId xmlns:p14="http://schemas.microsoft.com/office/powerpoint/2010/main" val="395370072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Teal">
    <p:bg>
      <p:bgRef idx="1001">
        <a:schemeClr val="bg1"/>
      </p:bgRef>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737C0A1A-50AE-E3D4-BB16-8788BDBB9443}"/>
              </a:ext>
            </a:extLst>
          </p:cNvPr>
          <p:cNvSpPr/>
          <p:nvPr userDrawn="1"/>
        </p:nvSpPr>
        <p:spPr>
          <a:xfrm>
            <a:off x="3475110" y="0"/>
            <a:ext cx="8716890" cy="6858001"/>
          </a:xfrm>
          <a:custGeom>
            <a:avLst/>
            <a:gdLst>
              <a:gd name="connsiteX0" fmla="*/ 7712651 w 8716890"/>
              <a:gd name="connsiteY0" fmla="*/ 4550002 h 6858001"/>
              <a:gd name="connsiteX1" fmla="*/ 8716890 w 8716890"/>
              <a:gd name="connsiteY1" fmla="*/ 4550002 h 6858001"/>
              <a:gd name="connsiteX2" fmla="*/ 8716890 w 8716890"/>
              <a:gd name="connsiteY2" fmla="*/ 6858001 h 6858001"/>
              <a:gd name="connsiteX3" fmla="*/ 6410270 w 8716890"/>
              <a:gd name="connsiteY3" fmla="*/ 6858001 h 6858001"/>
              <a:gd name="connsiteX4" fmla="*/ 1302380 w 8716890"/>
              <a:gd name="connsiteY4" fmla="*/ 4550002 h 6858001"/>
              <a:gd name="connsiteX5" fmla="*/ 4485297 w 8716890"/>
              <a:gd name="connsiteY5" fmla="*/ 4550002 h 6858001"/>
              <a:gd name="connsiteX6" fmla="*/ 3182916 w 8716890"/>
              <a:gd name="connsiteY6" fmla="*/ 6858001 h 6858001"/>
              <a:gd name="connsiteX7" fmla="*/ 0 w 8716890"/>
              <a:gd name="connsiteY7" fmla="*/ 6858001 h 6858001"/>
              <a:gd name="connsiteX8" fmla="*/ 7052819 w 8716890"/>
              <a:gd name="connsiteY8" fmla="*/ 0 h 6858001"/>
              <a:gd name="connsiteX9" fmla="*/ 8716890 w 8716890"/>
              <a:gd name="connsiteY9" fmla="*/ 0 h 6858001"/>
              <a:gd name="connsiteX10" fmla="*/ 8716890 w 8716890"/>
              <a:gd name="connsiteY10" fmla="*/ 2756296 h 6858001"/>
              <a:gd name="connsiteX11" fmla="*/ 7704719 w 8716890"/>
              <a:gd name="connsiteY11" fmla="*/ 4550003 h 6858001"/>
              <a:gd name="connsiteX12" fmla="*/ 4485297 w 8716890"/>
              <a:gd name="connsiteY12" fmla="*/ 455000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716890" h="6858001">
                <a:moveTo>
                  <a:pt x="7712651" y="4550002"/>
                </a:moveTo>
                <a:lnTo>
                  <a:pt x="8716890" y="4550002"/>
                </a:lnTo>
                <a:lnTo>
                  <a:pt x="8716890" y="6858001"/>
                </a:lnTo>
                <a:lnTo>
                  <a:pt x="6410270" y="6858001"/>
                </a:lnTo>
                <a:close/>
                <a:moveTo>
                  <a:pt x="1302380" y="4550002"/>
                </a:moveTo>
                <a:lnTo>
                  <a:pt x="4485297" y="4550002"/>
                </a:lnTo>
                <a:lnTo>
                  <a:pt x="3182916" y="6858001"/>
                </a:lnTo>
                <a:lnTo>
                  <a:pt x="0" y="6858001"/>
                </a:lnTo>
                <a:close/>
                <a:moveTo>
                  <a:pt x="7052819" y="0"/>
                </a:moveTo>
                <a:lnTo>
                  <a:pt x="8716890" y="0"/>
                </a:lnTo>
                <a:lnTo>
                  <a:pt x="8716890" y="2756296"/>
                </a:lnTo>
                <a:lnTo>
                  <a:pt x="7704719" y="4550003"/>
                </a:lnTo>
                <a:lnTo>
                  <a:pt x="4485297" y="4550003"/>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j-lt"/>
            </a:endParaRPr>
          </a:p>
        </p:txBody>
      </p:sp>
      <p:sp>
        <p:nvSpPr>
          <p:cNvPr id="6" name="Text Placeholder 5">
            <a:extLst>
              <a:ext uri="{FF2B5EF4-FFF2-40B4-BE49-F238E27FC236}">
                <a16:creationId xmlns:a16="http://schemas.microsoft.com/office/drawing/2014/main" id="{33EC2F47-B543-2F83-D3D6-51AD7D9E71A7}"/>
              </a:ext>
            </a:extLst>
          </p:cNvPr>
          <p:cNvSpPr>
            <a:spLocks noGrp="1"/>
          </p:cNvSpPr>
          <p:nvPr>
            <p:ph type="body" sz="quarter" idx="10" hasCustomPrompt="1"/>
          </p:nvPr>
        </p:nvSpPr>
        <p:spPr>
          <a:xfrm>
            <a:off x="476250" y="1516063"/>
            <a:ext cx="6637338" cy="4662487"/>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Graphic 9">
            <a:extLst>
              <a:ext uri="{FF2B5EF4-FFF2-40B4-BE49-F238E27FC236}">
                <a16:creationId xmlns:a16="http://schemas.microsoft.com/office/drawing/2014/main" id="{384C1C90-6E9C-9F6A-DC75-A8F5684C442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2" name="Date Placeholder 1">
            <a:extLst>
              <a:ext uri="{FF2B5EF4-FFF2-40B4-BE49-F238E27FC236}">
                <a16:creationId xmlns:a16="http://schemas.microsoft.com/office/drawing/2014/main" id="{85875CD6-EA31-AE16-C5E1-146E4F5CC4B1}"/>
              </a:ext>
            </a:extLst>
          </p:cNvPr>
          <p:cNvSpPr>
            <a:spLocks noGrp="1"/>
          </p:cNvSpPr>
          <p:nvPr>
            <p:ph type="dt" sz="half" idx="11"/>
          </p:nvPr>
        </p:nvSpPr>
        <p:spPr/>
        <p:txBody>
          <a:bodyPr/>
          <a:lstStyle/>
          <a:p>
            <a:fld id="{976966CF-BCAC-429A-8A83-18F4E85F2964}" type="datetime1">
              <a:rPr lang="en-US" smtClean="0"/>
              <a:t>3/26/26</a:t>
            </a:fld>
            <a:endParaRPr lang="en-US"/>
          </a:p>
        </p:txBody>
      </p:sp>
      <p:sp>
        <p:nvSpPr>
          <p:cNvPr id="3" name="Footer Placeholder 2">
            <a:extLst>
              <a:ext uri="{FF2B5EF4-FFF2-40B4-BE49-F238E27FC236}">
                <a16:creationId xmlns:a16="http://schemas.microsoft.com/office/drawing/2014/main" id="{296104B7-BD34-CB71-7A75-010E5C65E1FB}"/>
              </a:ext>
            </a:extLst>
          </p:cNvPr>
          <p:cNvSpPr>
            <a:spLocks noGrp="1"/>
          </p:cNvSpPr>
          <p:nvPr>
            <p:ph type="ftr" sz="quarter" idx="12"/>
          </p:nvPr>
        </p:nvSpPr>
        <p:spPr/>
        <p:txBody>
          <a:bodyPr/>
          <a:lstStyle/>
          <a:p>
            <a:endParaRPr lang="en-US" dirty="0"/>
          </a:p>
        </p:txBody>
      </p:sp>
      <p:sp>
        <p:nvSpPr>
          <p:cNvPr id="4" name="Slide Number Placeholder 3">
            <a:extLst>
              <a:ext uri="{FF2B5EF4-FFF2-40B4-BE49-F238E27FC236}">
                <a16:creationId xmlns:a16="http://schemas.microsoft.com/office/drawing/2014/main" id="{C3BFE6C7-CC71-388B-9DEE-8685E5C29B39}"/>
              </a:ext>
            </a:extLst>
          </p:cNvPr>
          <p:cNvSpPr>
            <a:spLocks noGrp="1"/>
          </p:cNvSpPr>
          <p:nvPr>
            <p:ph type="sldNum" sz="quarter" idx="13"/>
          </p:nvPr>
        </p:nvSpPr>
        <p:spPr/>
        <p:txBody>
          <a:bodyPr/>
          <a:lstStyle/>
          <a:p>
            <a:fld id="{16C30856-2FD0-40BB-988B-8BB8612257E2}" type="slidenum">
              <a:rPr lang="en-US" smtClean="0"/>
              <a:pPr/>
              <a:t>‹#›</a:t>
            </a:fld>
            <a:endParaRPr lang="en-US"/>
          </a:p>
        </p:txBody>
      </p:sp>
      <p:sp>
        <p:nvSpPr>
          <p:cNvPr id="5" name="Title 4">
            <a:extLst>
              <a:ext uri="{FF2B5EF4-FFF2-40B4-BE49-F238E27FC236}">
                <a16:creationId xmlns:a16="http://schemas.microsoft.com/office/drawing/2014/main" id="{551EE24C-4600-2C6E-960C-128E2FA87836}"/>
              </a:ext>
            </a:extLst>
          </p:cNvPr>
          <p:cNvSpPr>
            <a:spLocks noGrp="1"/>
          </p:cNvSpPr>
          <p:nvPr>
            <p:ph type="title" hasCustomPrompt="1"/>
          </p:nvPr>
        </p:nvSpPr>
        <p:spPr/>
        <p:txBody>
          <a:bodyPr/>
          <a:lstStyle>
            <a:lvl1pPr>
              <a:defRPr>
                <a:solidFill>
                  <a:schemeClr val="tx2"/>
                </a:solidFill>
              </a:defRPr>
            </a:lvl1pPr>
          </a:lstStyle>
          <a:p>
            <a:r>
              <a:rPr lang="en-US" dirty="0"/>
              <a:t>[Add headline]</a:t>
            </a:r>
          </a:p>
        </p:txBody>
      </p:sp>
      <p:sp>
        <p:nvSpPr>
          <p:cNvPr id="7" name="Rectangle 6">
            <a:extLst>
              <a:ext uri="{FF2B5EF4-FFF2-40B4-BE49-F238E27FC236}">
                <a16:creationId xmlns:a16="http://schemas.microsoft.com/office/drawing/2014/main" id="{AD32DF78-0A37-E3E8-9FCB-5AFA2B0FA6CF}"/>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1"/>
                </a:solidFill>
              </a:rPr>
              <a:t>To add slide numbers, go to Insert  &gt; Slide Number  </a:t>
            </a:r>
          </a:p>
        </p:txBody>
      </p:sp>
    </p:spTree>
    <p:extLst>
      <p:ext uri="{BB962C8B-B14F-4D97-AF65-F5344CB8AC3E}">
        <p14:creationId xmlns:p14="http://schemas.microsoft.com/office/powerpoint/2010/main" val="388468221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D4D54-401A-041E-7935-7CC8FB05533A}"/>
              </a:ext>
            </a:extLst>
          </p:cNvPr>
          <p:cNvSpPr>
            <a:spLocks noGrp="1"/>
          </p:cNvSpPr>
          <p:nvPr>
            <p:ph type="title" hasCustomPrompt="1"/>
          </p:nvPr>
        </p:nvSpPr>
        <p:spPr/>
        <p:txBody>
          <a:bodyPr/>
          <a:lstStyle>
            <a:lvl1pPr>
              <a:defRPr>
                <a:solidFill>
                  <a:schemeClr val="tx2"/>
                </a:solidFill>
              </a:defRPr>
            </a:lvl1pPr>
          </a:lstStyle>
          <a:p>
            <a:r>
              <a:rPr lang="en-US" dirty="0"/>
              <a:t>[Add headline]</a:t>
            </a:r>
          </a:p>
        </p:txBody>
      </p:sp>
      <p:sp>
        <p:nvSpPr>
          <p:cNvPr id="3" name="Content Placeholder 2">
            <a:extLst>
              <a:ext uri="{FF2B5EF4-FFF2-40B4-BE49-F238E27FC236}">
                <a16:creationId xmlns:a16="http://schemas.microsoft.com/office/drawing/2014/main" id="{F74B4146-F1A3-2743-B500-D34C9888331B}"/>
              </a:ext>
            </a:extLst>
          </p:cNvPr>
          <p:cNvSpPr>
            <a:spLocks noGrp="1"/>
          </p:cNvSpPr>
          <p:nvPr>
            <p:ph sz="half" idx="1" hasCustomPrompt="1"/>
          </p:nvPr>
        </p:nvSpPr>
        <p:spPr>
          <a:xfrm>
            <a:off x="476250" y="1516063"/>
            <a:ext cx="5487988" cy="4662487"/>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F3AD1C3-E56B-8CAE-9280-97FE17F588BF}"/>
              </a:ext>
            </a:extLst>
          </p:cNvPr>
          <p:cNvSpPr>
            <a:spLocks noGrp="1"/>
          </p:cNvSpPr>
          <p:nvPr>
            <p:ph sz="half" idx="2" hasCustomPrompt="1"/>
          </p:nvPr>
        </p:nvSpPr>
        <p:spPr>
          <a:xfrm>
            <a:off x="6225701" y="1516063"/>
            <a:ext cx="5486400" cy="4660900"/>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36A1B98-9CEA-0AD6-A2C2-41852FD33EB2}"/>
              </a:ext>
            </a:extLst>
          </p:cNvPr>
          <p:cNvSpPr>
            <a:spLocks noGrp="1"/>
          </p:cNvSpPr>
          <p:nvPr>
            <p:ph type="dt" sz="half" idx="10"/>
          </p:nvPr>
        </p:nvSpPr>
        <p:spPr/>
        <p:txBody>
          <a:bodyPr/>
          <a:lstStyle/>
          <a:p>
            <a:fld id="{49C71FD4-B2FC-4B95-A38D-0DED7F1421A2}" type="datetime1">
              <a:rPr lang="en-US" smtClean="0"/>
              <a:t>3/26/26</a:t>
            </a:fld>
            <a:endParaRPr lang="en-US"/>
          </a:p>
        </p:txBody>
      </p:sp>
      <p:sp>
        <p:nvSpPr>
          <p:cNvPr id="6" name="Footer Placeholder 5">
            <a:extLst>
              <a:ext uri="{FF2B5EF4-FFF2-40B4-BE49-F238E27FC236}">
                <a16:creationId xmlns:a16="http://schemas.microsoft.com/office/drawing/2014/main" id="{5F8E7D2F-A029-02C9-1339-06AC3E1D95BD}"/>
              </a:ext>
            </a:extLst>
          </p:cNvPr>
          <p:cNvSpPr>
            <a:spLocks noGrp="1"/>
          </p:cNvSpPr>
          <p:nvPr>
            <p:ph type="ftr" sz="quarter" idx="11"/>
          </p:nvPr>
        </p:nvSpPr>
        <p:spPr/>
        <p:txBody>
          <a:bodyPr/>
          <a:lstStyle>
            <a:lvl1pPr>
              <a:defRPr>
                <a:solidFill>
                  <a:schemeClr val="bg1">
                    <a:lumMod val="50000"/>
                  </a:schemeClr>
                </a:solidFill>
              </a:defRPr>
            </a:lvl1pPr>
          </a:lstStyle>
          <a:p>
            <a:endParaRPr lang="en-US"/>
          </a:p>
        </p:txBody>
      </p:sp>
      <p:sp>
        <p:nvSpPr>
          <p:cNvPr id="7" name="Slide Number Placeholder 6">
            <a:extLst>
              <a:ext uri="{FF2B5EF4-FFF2-40B4-BE49-F238E27FC236}">
                <a16:creationId xmlns:a16="http://schemas.microsoft.com/office/drawing/2014/main" id="{0DDF0C5B-97B0-CA61-F876-9F080AB4B7E0}"/>
              </a:ext>
            </a:extLst>
          </p:cNvPr>
          <p:cNvSpPr>
            <a:spLocks noGrp="1"/>
          </p:cNvSpPr>
          <p:nvPr>
            <p:ph type="sldNum" sz="quarter" idx="12"/>
          </p:nvPr>
        </p:nvSpPr>
        <p:spPr/>
        <p:txBody>
          <a:bodyPr/>
          <a:lstStyle>
            <a:lvl1pPr>
              <a:defRPr>
                <a:solidFill>
                  <a:schemeClr val="bg1">
                    <a:lumMod val="50000"/>
                  </a:schemeClr>
                </a:solidFill>
              </a:defRPr>
            </a:lvl1pPr>
          </a:lstStyle>
          <a:p>
            <a:fld id="{16C30856-2FD0-40BB-988B-8BB8612257E2}" type="slidenum">
              <a:rPr lang="en-US" smtClean="0"/>
              <a:pPr/>
              <a:t>‹#›</a:t>
            </a:fld>
            <a:endParaRPr lang="en-US"/>
          </a:p>
        </p:txBody>
      </p:sp>
      <p:pic>
        <p:nvPicPr>
          <p:cNvPr id="8" name="Graphic 7">
            <a:extLst>
              <a:ext uri="{FF2B5EF4-FFF2-40B4-BE49-F238E27FC236}">
                <a16:creationId xmlns:a16="http://schemas.microsoft.com/office/drawing/2014/main" id="{F8AB9F8E-7E7A-BB6A-3BC6-D2F259E47C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9" name="Rectangle 8">
            <a:extLst>
              <a:ext uri="{FF2B5EF4-FFF2-40B4-BE49-F238E27FC236}">
                <a16:creationId xmlns:a16="http://schemas.microsoft.com/office/drawing/2014/main" id="{7B6C0ED3-3AC6-9A2D-6D67-A1D5AAD5A2D6}"/>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2"/>
                </a:solidFill>
              </a:rPr>
              <a:t>To add slide numbers, go to Insert  &gt; Slide Number  </a:t>
            </a:r>
          </a:p>
        </p:txBody>
      </p:sp>
    </p:spTree>
    <p:extLst>
      <p:ext uri="{BB962C8B-B14F-4D97-AF65-F5344CB8AC3E}">
        <p14:creationId xmlns:p14="http://schemas.microsoft.com/office/powerpoint/2010/main" val="269208538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 Column">
    <p:bg>
      <p:bgRef idx="1001">
        <a:schemeClr val="bg1"/>
      </p:bgRef>
    </p:bg>
    <p:spTree>
      <p:nvGrpSpPr>
        <p:cNvPr id="1" name=""/>
        <p:cNvGrpSpPr/>
        <p:nvPr/>
      </p:nvGrpSpPr>
      <p:grpSpPr>
        <a:xfrm>
          <a:off x="0" y="0"/>
          <a:ext cx="0" cy="0"/>
          <a:chOff x="0" y="0"/>
          <a:chExt cx="0" cy="0"/>
        </a:xfrm>
      </p:grpSpPr>
      <p:sp>
        <p:nvSpPr>
          <p:cNvPr id="21" name="Text Placeholder 20">
            <a:extLst>
              <a:ext uri="{FF2B5EF4-FFF2-40B4-BE49-F238E27FC236}">
                <a16:creationId xmlns:a16="http://schemas.microsoft.com/office/drawing/2014/main" id="{1E03FABD-CD21-60B1-9757-85F6486A25B4}"/>
              </a:ext>
            </a:extLst>
          </p:cNvPr>
          <p:cNvSpPr>
            <a:spLocks noGrp="1"/>
          </p:cNvSpPr>
          <p:nvPr>
            <p:ph type="body" sz="quarter" idx="11" hasCustomPrompt="1"/>
          </p:nvPr>
        </p:nvSpPr>
        <p:spPr>
          <a:xfrm>
            <a:off x="476655" y="1668780"/>
            <a:ext cx="5523692" cy="468630"/>
          </a:xfrm>
          <a:custGeom>
            <a:avLst/>
            <a:gdLst>
              <a:gd name="connsiteX0" fmla="*/ 5523692 w 5523692"/>
              <a:gd name="connsiteY0" fmla="*/ 0 h 468630"/>
              <a:gd name="connsiteX1" fmla="*/ 5373325 w 5523692"/>
              <a:gd name="connsiteY1" fmla="*/ 468630 h 468630"/>
              <a:gd name="connsiteX2" fmla="*/ 0 w 5523692"/>
              <a:gd name="connsiteY2" fmla="*/ 468630 h 468630"/>
              <a:gd name="connsiteX3" fmla="*/ 154970 w 5523692"/>
              <a:gd name="connsiteY3" fmla="*/ 4434 h 468630"/>
            </a:gdLst>
            <a:ahLst/>
            <a:cxnLst>
              <a:cxn ang="0">
                <a:pos x="connsiteX0" y="connsiteY0"/>
              </a:cxn>
              <a:cxn ang="0">
                <a:pos x="connsiteX1" y="connsiteY1"/>
              </a:cxn>
              <a:cxn ang="0">
                <a:pos x="connsiteX2" y="connsiteY2"/>
              </a:cxn>
              <a:cxn ang="0">
                <a:pos x="connsiteX3" y="connsiteY3"/>
              </a:cxn>
            </a:cxnLst>
            <a:rect l="l" t="t" r="r" b="b"/>
            <a:pathLst>
              <a:path w="5523692" h="468630">
                <a:moveTo>
                  <a:pt x="5523692" y="0"/>
                </a:moveTo>
                <a:lnTo>
                  <a:pt x="5373325" y="468630"/>
                </a:lnTo>
                <a:lnTo>
                  <a:pt x="0" y="468630"/>
                </a:lnTo>
                <a:lnTo>
                  <a:pt x="154970" y="4434"/>
                </a:lnTo>
                <a:close/>
              </a:path>
            </a:pathLst>
          </a:custGeom>
          <a:solidFill>
            <a:schemeClr val="accent2"/>
          </a:solidFill>
        </p:spPr>
        <p:txBody>
          <a:bodyPr wrap="square" anchor="ctr">
            <a:noAutofit/>
          </a:bodyPr>
          <a:lstStyle>
            <a:lvl1pPr marL="0" indent="0" algn="ctr">
              <a:lnSpc>
                <a:spcPct val="100000"/>
              </a:lnSpc>
              <a:buFontTx/>
              <a:buNone/>
              <a:defRPr sz="2000" b="1">
                <a:solidFill>
                  <a:schemeClr val="bg2"/>
                </a:solidFill>
                <a:latin typeface="+mj-lt"/>
              </a:defRPr>
            </a:lvl1pPr>
          </a:lstStyle>
          <a:p>
            <a:pPr lvl="0"/>
            <a:r>
              <a:rPr lang="en-US" dirty="0"/>
              <a:t>[Add sub-title]</a:t>
            </a:r>
          </a:p>
        </p:txBody>
      </p:sp>
      <p:sp>
        <p:nvSpPr>
          <p:cNvPr id="22" name="Text Placeholder 21">
            <a:extLst>
              <a:ext uri="{FF2B5EF4-FFF2-40B4-BE49-F238E27FC236}">
                <a16:creationId xmlns:a16="http://schemas.microsoft.com/office/drawing/2014/main" id="{78EBDD1E-0E08-AD11-A5D6-7F16510CB427}"/>
              </a:ext>
            </a:extLst>
          </p:cNvPr>
          <p:cNvSpPr>
            <a:spLocks noGrp="1"/>
          </p:cNvSpPr>
          <p:nvPr>
            <p:ph type="body" sz="quarter" idx="12" hasCustomPrompt="1"/>
          </p:nvPr>
        </p:nvSpPr>
        <p:spPr>
          <a:xfrm>
            <a:off x="6191652" y="1668782"/>
            <a:ext cx="5566056" cy="468629"/>
          </a:xfrm>
          <a:custGeom>
            <a:avLst/>
            <a:gdLst>
              <a:gd name="connsiteX0" fmla="*/ 5566056 w 5566056"/>
              <a:gd name="connsiteY0" fmla="*/ 0 h 468629"/>
              <a:gd name="connsiteX1" fmla="*/ 5566056 w 5566056"/>
              <a:gd name="connsiteY1" fmla="*/ 1957 h 468629"/>
              <a:gd name="connsiteX2" fmla="*/ 5415151 w 5566056"/>
              <a:gd name="connsiteY2" fmla="*/ 468629 h 468629"/>
              <a:gd name="connsiteX3" fmla="*/ 0 w 5566056"/>
              <a:gd name="connsiteY3" fmla="*/ 468629 h 468629"/>
              <a:gd name="connsiteX4" fmla="*/ 156177 w 5566056"/>
              <a:gd name="connsiteY4" fmla="*/ 4433 h 468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6056" h="468629">
                <a:moveTo>
                  <a:pt x="5566056" y="0"/>
                </a:moveTo>
                <a:lnTo>
                  <a:pt x="5566056" y="1957"/>
                </a:lnTo>
                <a:lnTo>
                  <a:pt x="5415151" y="468629"/>
                </a:lnTo>
                <a:lnTo>
                  <a:pt x="0" y="468629"/>
                </a:lnTo>
                <a:lnTo>
                  <a:pt x="156177" y="4433"/>
                </a:lnTo>
                <a:close/>
              </a:path>
            </a:pathLst>
          </a:custGeom>
          <a:solidFill>
            <a:schemeClr val="accent3"/>
          </a:solidFill>
        </p:spPr>
        <p:txBody>
          <a:bodyPr wrap="square" anchor="ctr">
            <a:noAutofit/>
          </a:bodyPr>
          <a:lstStyle>
            <a:lvl1pPr marL="0" indent="0" algn="ctr">
              <a:lnSpc>
                <a:spcPct val="100000"/>
              </a:lnSpc>
              <a:buFontTx/>
              <a:buNone/>
              <a:defRPr sz="2000" b="1">
                <a:solidFill>
                  <a:schemeClr val="bg2"/>
                </a:solidFill>
                <a:latin typeface="+mj-lt"/>
              </a:defRPr>
            </a:lvl1pPr>
          </a:lstStyle>
          <a:p>
            <a:pPr lvl="0"/>
            <a:r>
              <a:rPr lang="en-US" dirty="0"/>
              <a:t>[Add sub-title]</a:t>
            </a:r>
          </a:p>
        </p:txBody>
      </p:sp>
      <p:sp>
        <p:nvSpPr>
          <p:cNvPr id="9" name="Title 8">
            <a:extLst>
              <a:ext uri="{FF2B5EF4-FFF2-40B4-BE49-F238E27FC236}">
                <a16:creationId xmlns:a16="http://schemas.microsoft.com/office/drawing/2014/main" id="{FED1F947-391B-EFDA-064E-BBCB0C4B3EFB}"/>
              </a:ext>
            </a:extLst>
          </p:cNvPr>
          <p:cNvSpPr>
            <a:spLocks noGrp="1"/>
          </p:cNvSpPr>
          <p:nvPr>
            <p:ph type="title" hasCustomPrompt="1"/>
          </p:nvPr>
        </p:nvSpPr>
        <p:spPr/>
        <p:txBody>
          <a:bodyPr/>
          <a:lstStyle/>
          <a:p>
            <a:r>
              <a:rPr lang="en-US" dirty="0"/>
              <a:t>[Add headline]</a:t>
            </a:r>
          </a:p>
        </p:txBody>
      </p:sp>
      <p:sp>
        <p:nvSpPr>
          <p:cNvPr id="15" name="Content Placeholder 11">
            <a:extLst>
              <a:ext uri="{FF2B5EF4-FFF2-40B4-BE49-F238E27FC236}">
                <a16:creationId xmlns:a16="http://schemas.microsoft.com/office/drawing/2014/main" id="{5B2065A5-0501-71A5-6865-16313585C46A}"/>
              </a:ext>
            </a:extLst>
          </p:cNvPr>
          <p:cNvSpPr>
            <a:spLocks noGrp="1"/>
          </p:cNvSpPr>
          <p:nvPr>
            <p:ph sz="quarter" idx="13" hasCustomPrompt="1"/>
          </p:nvPr>
        </p:nvSpPr>
        <p:spPr>
          <a:xfrm>
            <a:off x="476250" y="2423160"/>
            <a:ext cx="5487988" cy="3755390"/>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3">
            <a:extLst>
              <a:ext uri="{FF2B5EF4-FFF2-40B4-BE49-F238E27FC236}">
                <a16:creationId xmlns:a16="http://schemas.microsoft.com/office/drawing/2014/main" id="{6D1D1753-B697-6872-6AAC-C3F5065F212C}"/>
              </a:ext>
            </a:extLst>
          </p:cNvPr>
          <p:cNvSpPr>
            <a:spLocks noGrp="1"/>
          </p:cNvSpPr>
          <p:nvPr>
            <p:ph sz="quarter" idx="14" hasCustomPrompt="1"/>
          </p:nvPr>
        </p:nvSpPr>
        <p:spPr>
          <a:xfrm>
            <a:off x="6223000" y="2423160"/>
            <a:ext cx="5491163" cy="3755390"/>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E3456E6-C9F8-EB08-FC0E-688C654B7EAB}"/>
              </a:ext>
            </a:extLst>
          </p:cNvPr>
          <p:cNvSpPr>
            <a:spLocks noGrp="1"/>
          </p:cNvSpPr>
          <p:nvPr>
            <p:ph type="dt" sz="half" idx="15"/>
          </p:nvPr>
        </p:nvSpPr>
        <p:spPr/>
        <p:txBody>
          <a:bodyPr/>
          <a:lstStyle/>
          <a:p>
            <a:fld id="{017B6EA2-C518-4BA2-90F9-CC96ACB48612}" type="datetime1">
              <a:rPr lang="en-US" smtClean="0"/>
              <a:t>3/26/26</a:t>
            </a:fld>
            <a:endParaRPr lang="en-US"/>
          </a:p>
        </p:txBody>
      </p:sp>
      <p:sp>
        <p:nvSpPr>
          <p:cNvPr id="3" name="Footer Placeholder 2">
            <a:extLst>
              <a:ext uri="{FF2B5EF4-FFF2-40B4-BE49-F238E27FC236}">
                <a16:creationId xmlns:a16="http://schemas.microsoft.com/office/drawing/2014/main" id="{6B3DD683-D36E-BBE3-032D-479DF1F5BE81}"/>
              </a:ext>
            </a:extLst>
          </p:cNvPr>
          <p:cNvSpPr>
            <a:spLocks noGrp="1"/>
          </p:cNvSpPr>
          <p:nvPr>
            <p:ph type="ftr" sz="quarter" idx="16"/>
          </p:nvPr>
        </p:nvSpPr>
        <p:spPr/>
        <p:txBody>
          <a:bodyPr/>
          <a:lstStyle/>
          <a:p>
            <a:endParaRPr lang="en-US" dirty="0"/>
          </a:p>
        </p:txBody>
      </p:sp>
      <p:sp>
        <p:nvSpPr>
          <p:cNvPr id="4" name="Slide Number Placeholder 3">
            <a:extLst>
              <a:ext uri="{FF2B5EF4-FFF2-40B4-BE49-F238E27FC236}">
                <a16:creationId xmlns:a16="http://schemas.microsoft.com/office/drawing/2014/main" id="{5498AA8F-5BBE-3043-38DC-D77CC77F61A3}"/>
              </a:ext>
            </a:extLst>
          </p:cNvPr>
          <p:cNvSpPr>
            <a:spLocks noGrp="1"/>
          </p:cNvSpPr>
          <p:nvPr>
            <p:ph type="sldNum" sz="quarter" idx="17"/>
          </p:nvPr>
        </p:nvSpPr>
        <p:spPr/>
        <p:txBody>
          <a:bodyPr/>
          <a:lstStyle/>
          <a:p>
            <a:fld id="{16C30856-2FD0-40BB-988B-8BB8612257E2}" type="slidenum">
              <a:rPr lang="en-US" smtClean="0"/>
              <a:pPr/>
              <a:t>‹#›</a:t>
            </a:fld>
            <a:endParaRPr lang="en-US"/>
          </a:p>
        </p:txBody>
      </p:sp>
      <p:sp>
        <p:nvSpPr>
          <p:cNvPr id="5" name="Rectangle 4">
            <a:extLst>
              <a:ext uri="{FF2B5EF4-FFF2-40B4-BE49-F238E27FC236}">
                <a16:creationId xmlns:a16="http://schemas.microsoft.com/office/drawing/2014/main" id="{7E84DFB4-6C99-188D-3DD2-580D50529F3A}"/>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2"/>
                </a:solidFill>
              </a:rPr>
              <a:t>To add slide numbers, go to Insert  &gt; Slide Number  </a:t>
            </a:r>
          </a:p>
        </p:txBody>
      </p:sp>
    </p:spTree>
    <p:extLst>
      <p:ext uri="{BB962C8B-B14F-4D97-AF65-F5344CB8AC3E}">
        <p14:creationId xmlns:p14="http://schemas.microsoft.com/office/powerpoint/2010/main" val="25112734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048">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mparison">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AD2901-438F-4665-3E72-D8443C96ECA2}"/>
              </a:ext>
            </a:extLst>
          </p:cNvPr>
          <p:cNvSpPr>
            <a:spLocks noGrp="1"/>
          </p:cNvSpPr>
          <p:nvPr>
            <p:ph type="body" idx="1" hasCustomPrompt="1"/>
          </p:nvPr>
        </p:nvSpPr>
        <p:spPr>
          <a:xfrm>
            <a:off x="476656" y="1668780"/>
            <a:ext cx="5487582" cy="594360"/>
          </a:xfrm>
        </p:spPr>
        <p:txBody>
          <a:bodyPr anchor="t"/>
          <a:lstStyle>
            <a:lvl1pPr marL="0" indent="0">
              <a:buNone/>
              <a:defRPr sz="2400" b="1">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4" name="Content Placeholder 3">
            <a:extLst>
              <a:ext uri="{FF2B5EF4-FFF2-40B4-BE49-F238E27FC236}">
                <a16:creationId xmlns:a16="http://schemas.microsoft.com/office/drawing/2014/main" id="{62302F06-98AE-001A-CBFF-3D5505028915}"/>
              </a:ext>
            </a:extLst>
          </p:cNvPr>
          <p:cNvSpPr>
            <a:spLocks noGrp="1"/>
          </p:cNvSpPr>
          <p:nvPr>
            <p:ph sz="half" idx="2" hasCustomPrompt="1"/>
          </p:nvPr>
        </p:nvSpPr>
        <p:spPr>
          <a:xfrm>
            <a:off x="476250" y="2423160"/>
            <a:ext cx="5487988" cy="3755390"/>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5557A7AD-614F-85ED-D90C-6CEBA8142C08}"/>
              </a:ext>
            </a:extLst>
          </p:cNvPr>
          <p:cNvSpPr>
            <a:spLocks noGrp="1"/>
          </p:cNvSpPr>
          <p:nvPr>
            <p:ph type="body" sz="quarter" idx="3" hasCustomPrompt="1"/>
          </p:nvPr>
        </p:nvSpPr>
        <p:spPr>
          <a:xfrm>
            <a:off x="6227763" y="1681163"/>
            <a:ext cx="5486400" cy="575760"/>
          </a:xfrm>
        </p:spPr>
        <p:txBody>
          <a:bodyPr anchor="t"/>
          <a:lstStyle>
            <a:lvl1pPr marL="0" indent="0">
              <a:buNone/>
              <a:defRPr sz="2400" b="1">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6" name="Content Placeholder 5">
            <a:extLst>
              <a:ext uri="{FF2B5EF4-FFF2-40B4-BE49-F238E27FC236}">
                <a16:creationId xmlns:a16="http://schemas.microsoft.com/office/drawing/2014/main" id="{296EEDE8-3528-6F39-87E3-1DF2E48DD5C5}"/>
              </a:ext>
            </a:extLst>
          </p:cNvPr>
          <p:cNvSpPr>
            <a:spLocks noGrp="1"/>
          </p:cNvSpPr>
          <p:nvPr>
            <p:ph sz="quarter" idx="4" hasCustomPrompt="1"/>
          </p:nvPr>
        </p:nvSpPr>
        <p:spPr>
          <a:xfrm>
            <a:off x="6227764" y="2434273"/>
            <a:ext cx="5486400" cy="3744277"/>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A11B1E37-0A85-3BF5-5CF2-6D5A6021D97C}"/>
              </a:ext>
            </a:extLst>
          </p:cNvPr>
          <p:cNvSpPr>
            <a:spLocks noGrp="1"/>
          </p:cNvSpPr>
          <p:nvPr>
            <p:ph type="dt" sz="half" idx="10"/>
          </p:nvPr>
        </p:nvSpPr>
        <p:spPr/>
        <p:txBody>
          <a:bodyPr/>
          <a:lstStyle/>
          <a:p>
            <a:fld id="{79D315C2-5699-45D3-9C04-8CF7A3362652}" type="datetime1">
              <a:rPr lang="en-US" smtClean="0"/>
              <a:t>3/26/26</a:t>
            </a:fld>
            <a:endParaRPr lang="en-US"/>
          </a:p>
        </p:txBody>
      </p:sp>
      <p:sp>
        <p:nvSpPr>
          <p:cNvPr id="8" name="Footer Placeholder 7">
            <a:extLst>
              <a:ext uri="{FF2B5EF4-FFF2-40B4-BE49-F238E27FC236}">
                <a16:creationId xmlns:a16="http://schemas.microsoft.com/office/drawing/2014/main" id="{369D4A30-9C8C-79BE-CB5C-A2573FBFC9DD}"/>
              </a:ext>
            </a:extLst>
          </p:cNvPr>
          <p:cNvSpPr>
            <a:spLocks noGrp="1"/>
          </p:cNvSpPr>
          <p:nvPr>
            <p:ph type="ftr" sz="quarter" idx="11"/>
          </p:nvPr>
        </p:nvSpPr>
        <p:spPr/>
        <p:txBody>
          <a:bodyPr/>
          <a:lstStyle>
            <a:lvl1pPr>
              <a:defRPr>
                <a:solidFill>
                  <a:schemeClr val="bg1">
                    <a:lumMod val="50000"/>
                  </a:schemeClr>
                </a:solidFill>
              </a:defRPr>
            </a:lvl1pPr>
          </a:lstStyle>
          <a:p>
            <a:endParaRPr lang="en-US" dirty="0"/>
          </a:p>
        </p:txBody>
      </p:sp>
      <p:sp>
        <p:nvSpPr>
          <p:cNvPr id="9" name="Slide Number Placeholder 8">
            <a:extLst>
              <a:ext uri="{FF2B5EF4-FFF2-40B4-BE49-F238E27FC236}">
                <a16:creationId xmlns:a16="http://schemas.microsoft.com/office/drawing/2014/main" id="{EF31AD76-99B2-FED2-4C0A-09B99E39C0D5}"/>
              </a:ext>
            </a:extLst>
          </p:cNvPr>
          <p:cNvSpPr>
            <a:spLocks noGrp="1"/>
          </p:cNvSpPr>
          <p:nvPr>
            <p:ph type="sldNum" sz="quarter" idx="12"/>
          </p:nvPr>
        </p:nvSpPr>
        <p:spPr/>
        <p:txBody>
          <a:bodyPr/>
          <a:lstStyle>
            <a:lvl1pPr>
              <a:defRPr>
                <a:solidFill>
                  <a:schemeClr val="bg1">
                    <a:lumMod val="50000"/>
                  </a:schemeClr>
                </a:solidFill>
              </a:defRPr>
            </a:lvl1pPr>
          </a:lstStyle>
          <a:p>
            <a:fld id="{16C30856-2FD0-40BB-988B-8BB8612257E2}" type="slidenum">
              <a:rPr lang="en-US" smtClean="0"/>
              <a:pPr/>
              <a:t>‹#›</a:t>
            </a:fld>
            <a:endParaRPr lang="en-US"/>
          </a:p>
        </p:txBody>
      </p:sp>
      <p:sp>
        <p:nvSpPr>
          <p:cNvPr id="10" name="Title 9">
            <a:extLst>
              <a:ext uri="{FF2B5EF4-FFF2-40B4-BE49-F238E27FC236}">
                <a16:creationId xmlns:a16="http://schemas.microsoft.com/office/drawing/2014/main" id="{A9236914-F544-C3B8-2390-F97C2FC6FD19}"/>
              </a:ext>
            </a:extLst>
          </p:cNvPr>
          <p:cNvSpPr>
            <a:spLocks noGrp="1"/>
          </p:cNvSpPr>
          <p:nvPr>
            <p:ph type="title" hasCustomPrompt="1"/>
          </p:nvPr>
        </p:nvSpPr>
        <p:spPr/>
        <p:txBody>
          <a:bodyPr/>
          <a:lstStyle>
            <a:lvl1pPr>
              <a:defRPr>
                <a:solidFill>
                  <a:schemeClr val="tx2"/>
                </a:solidFill>
              </a:defRPr>
            </a:lvl1pPr>
          </a:lstStyle>
          <a:p>
            <a:r>
              <a:rPr lang="en-US" dirty="0"/>
              <a:t>[Add headline]</a:t>
            </a:r>
          </a:p>
        </p:txBody>
      </p:sp>
      <p:pic>
        <p:nvPicPr>
          <p:cNvPr id="11" name="Graphic 10">
            <a:extLst>
              <a:ext uri="{FF2B5EF4-FFF2-40B4-BE49-F238E27FC236}">
                <a16:creationId xmlns:a16="http://schemas.microsoft.com/office/drawing/2014/main" id="{964C5DB6-B47F-B247-C00A-42A9E2A356D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2" name="Rectangle 1">
            <a:extLst>
              <a:ext uri="{FF2B5EF4-FFF2-40B4-BE49-F238E27FC236}">
                <a16:creationId xmlns:a16="http://schemas.microsoft.com/office/drawing/2014/main" id="{5B2A5C83-7CCD-7245-C4FA-50289B6872C5}"/>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2"/>
                </a:solidFill>
              </a:rPr>
              <a:t>To add slide numbers, go to Insert  &gt; Slide Number  </a:t>
            </a:r>
          </a:p>
        </p:txBody>
      </p:sp>
    </p:spTree>
    <p:extLst>
      <p:ext uri="{BB962C8B-B14F-4D97-AF65-F5344CB8AC3E}">
        <p14:creationId xmlns:p14="http://schemas.microsoft.com/office/powerpoint/2010/main" val="110072684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Content - 3 Column White">
    <p:bg>
      <p:bgRef idx="1001">
        <a:schemeClr val="bg1"/>
      </p:bgRef>
    </p:bg>
    <p:spTree>
      <p:nvGrpSpPr>
        <p:cNvPr id="1" name=""/>
        <p:cNvGrpSpPr/>
        <p:nvPr/>
      </p:nvGrpSpPr>
      <p:grpSpPr>
        <a:xfrm>
          <a:off x="0" y="0"/>
          <a:ext cx="0" cy="0"/>
          <a:chOff x="0" y="0"/>
          <a:chExt cx="0" cy="0"/>
        </a:xfrm>
      </p:grpSpPr>
      <p:sp>
        <p:nvSpPr>
          <p:cNvPr id="14" name="Text Placeholder 8">
            <a:extLst>
              <a:ext uri="{FF2B5EF4-FFF2-40B4-BE49-F238E27FC236}">
                <a16:creationId xmlns:a16="http://schemas.microsoft.com/office/drawing/2014/main" id="{FE31F058-58D4-9FB8-17AA-631FAC0CCD58}"/>
              </a:ext>
            </a:extLst>
          </p:cNvPr>
          <p:cNvSpPr>
            <a:spLocks noGrp="1"/>
          </p:cNvSpPr>
          <p:nvPr>
            <p:ph type="body" sz="quarter" idx="11" hasCustomPrompt="1"/>
          </p:nvPr>
        </p:nvSpPr>
        <p:spPr>
          <a:xfrm>
            <a:off x="476656" y="1668780"/>
            <a:ext cx="3461548" cy="594360"/>
          </a:xfrm>
          <a:prstGeom prst="rect">
            <a:avLst/>
          </a:prstGeom>
        </p:spPr>
        <p:txBody>
          <a:bodyPr anchor="t">
            <a:noAutofit/>
          </a:bodyPr>
          <a:lstStyle>
            <a:lvl1pPr marL="0" indent="0" algn="l">
              <a:lnSpc>
                <a:spcPct val="100000"/>
              </a:lnSpc>
              <a:buFontTx/>
              <a:buNone/>
              <a:defRPr sz="2000" b="1">
                <a:solidFill>
                  <a:schemeClr val="tx2"/>
                </a:solidFill>
                <a:latin typeface="+mj-lt"/>
              </a:defRPr>
            </a:lvl1pPr>
          </a:lstStyle>
          <a:p>
            <a:pPr lvl="0"/>
            <a:r>
              <a:rPr lang="en-US" dirty="0"/>
              <a:t>[Add sub-title]</a:t>
            </a:r>
          </a:p>
        </p:txBody>
      </p:sp>
      <p:sp>
        <p:nvSpPr>
          <p:cNvPr id="164" name="Text Placeholder 8">
            <a:extLst>
              <a:ext uri="{FF2B5EF4-FFF2-40B4-BE49-F238E27FC236}">
                <a16:creationId xmlns:a16="http://schemas.microsoft.com/office/drawing/2014/main" id="{492887F5-EF1F-272E-FB34-BA69B9046206}"/>
              </a:ext>
            </a:extLst>
          </p:cNvPr>
          <p:cNvSpPr>
            <a:spLocks noGrp="1"/>
          </p:cNvSpPr>
          <p:nvPr>
            <p:ph type="body" sz="quarter" idx="15" hasCustomPrompt="1"/>
          </p:nvPr>
        </p:nvSpPr>
        <p:spPr>
          <a:xfrm>
            <a:off x="4363604" y="1668780"/>
            <a:ext cx="3461548" cy="594360"/>
          </a:xfrm>
          <a:prstGeom prst="rect">
            <a:avLst/>
          </a:prstGeom>
        </p:spPr>
        <p:txBody>
          <a:bodyPr anchor="t">
            <a:noAutofit/>
          </a:bodyPr>
          <a:lstStyle>
            <a:lvl1pPr marL="0" indent="0" algn="l">
              <a:lnSpc>
                <a:spcPct val="100000"/>
              </a:lnSpc>
              <a:buFontTx/>
              <a:buNone/>
              <a:defRPr sz="2000" b="1">
                <a:solidFill>
                  <a:schemeClr val="tx2"/>
                </a:solidFill>
                <a:latin typeface="+mj-lt"/>
              </a:defRPr>
            </a:lvl1pPr>
          </a:lstStyle>
          <a:p>
            <a:pPr lvl="0"/>
            <a:r>
              <a:rPr lang="en-US" dirty="0"/>
              <a:t>[Add sub-title]</a:t>
            </a:r>
          </a:p>
        </p:txBody>
      </p:sp>
      <p:sp>
        <p:nvSpPr>
          <p:cNvPr id="165" name="Text Placeholder 8">
            <a:extLst>
              <a:ext uri="{FF2B5EF4-FFF2-40B4-BE49-F238E27FC236}">
                <a16:creationId xmlns:a16="http://schemas.microsoft.com/office/drawing/2014/main" id="{564EC78A-D51E-5C6F-ACCA-134C6A5150D0}"/>
              </a:ext>
            </a:extLst>
          </p:cNvPr>
          <p:cNvSpPr>
            <a:spLocks noGrp="1"/>
          </p:cNvSpPr>
          <p:nvPr>
            <p:ph type="body" sz="quarter" idx="16" hasCustomPrompt="1"/>
          </p:nvPr>
        </p:nvSpPr>
        <p:spPr>
          <a:xfrm>
            <a:off x="8250552" y="1668780"/>
            <a:ext cx="3461548" cy="594360"/>
          </a:xfrm>
          <a:prstGeom prst="rect">
            <a:avLst/>
          </a:prstGeom>
        </p:spPr>
        <p:txBody>
          <a:bodyPr anchor="t">
            <a:noAutofit/>
          </a:bodyPr>
          <a:lstStyle>
            <a:lvl1pPr marL="0" indent="0" algn="l">
              <a:lnSpc>
                <a:spcPct val="100000"/>
              </a:lnSpc>
              <a:buFontTx/>
              <a:buNone/>
              <a:defRPr sz="2000" b="1">
                <a:solidFill>
                  <a:schemeClr val="tx2"/>
                </a:solidFill>
                <a:latin typeface="+mj-lt"/>
              </a:defRPr>
            </a:lvl1pPr>
          </a:lstStyle>
          <a:p>
            <a:pPr lvl="0"/>
            <a:r>
              <a:rPr lang="en-US" dirty="0"/>
              <a:t>[Add sub-title]</a:t>
            </a:r>
          </a:p>
        </p:txBody>
      </p:sp>
      <p:sp>
        <p:nvSpPr>
          <p:cNvPr id="4" name="Title 3">
            <a:extLst>
              <a:ext uri="{FF2B5EF4-FFF2-40B4-BE49-F238E27FC236}">
                <a16:creationId xmlns:a16="http://schemas.microsoft.com/office/drawing/2014/main" id="{241B4C94-6EA7-DE45-1C16-2CCEA06C8BE0}"/>
              </a:ext>
            </a:extLst>
          </p:cNvPr>
          <p:cNvSpPr>
            <a:spLocks noGrp="1"/>
          </p:cNvSpPr>
          <p:nvPr>
            <p:ph type="title" hasCustomPrompt="1"/>
          </p:nvPr>
        </p:nvSpPr>
        <p:spPr>
          <a:xfrm>
            <a:off x="476655" y="365125"/>
            <a:ext cx="11235446" cy="957837"/>
          </a:xfrm>
        </p:spPr>
        <p:txBody>
          <a:bodyPr/>
          <a:lstStyle>
            <a:lvl1pPr>
              <a:defRPr>
                <a:solidFill>
                  <a:schemeClr val="tx2"/>
                </a:solidFill>
              </a:defRPr>
            </a:lvl1pPr>
          </a:lstStyle>
          <a:p>
            <a:r>
              <a:rPr lang="en-US" dirty="0"/>
              <a:t>[Add headline]</a:t>
            </a:r>
          </a:p>
        </p:txBody>
      </p:sp>
      <p:sp>
        <p:nvSpPr>
          <p:cNvPr id="7" name="Content Placeholder 6">
            <a:extLst>
              <a:ext uri="{FF2B5EF4-FFF2-40B4-BE49-F238E27FC236}">
                <a16:creationId xmlns:a16="http://schemas.microsoft.com/office/drawing/2014/main" id="{0F819557-D63E-D522-FE8D-9A882FD58D17}"/>
              </a:ext>
            </a:extLst>
          </p:cNvPr>
          <p:cNvSpPr>
            <a:spLocks noGrp="1"/>
          </p:cNvSpPr>
          <p:nvPr>
            <p:ph sz="quarter" idx="17" hasCustomPrompt="1"/>
          </p:nvPr>
        </p:nvSpPr>
        <p:spPr>
          <a:xfrm>
            <a:off x="476250" y="2418177"/>
            <a:ext cx="3465576" cy="3760374"/>
          </a:xfrm>
        </p:spPr>
        <p:txBody>
          <a:bodyPr/>
          <a:lstStyle>
            <a:lvl1pPr>
              <a:defRPr sz="1800"/>
            </a:lvl1pPr>
            <a:lvl2pPr>
              <a:defRPr sz="1600"/>
            </a:lvl2pPr>
            <a:lvl3pPr>
              <a:defRPr sz="1400"/>
            </a:lvl3pPr>
            <a:lvl4pPr>
              <a:defRPr sz="1400"/>
            </a:lvl4pPr>
            <a:lvl5pPr>
              <a:defRPr sz="1400"/>
            </a:lvl5p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5515BE0D-3FE0-81D8-E804-DD817A274BDE}"/>
              </a:ext>
            </a:extLst>
          </p:cNvPr>
          <p:cNvSpPr>
            <a:spLocks noGrp="1"/>
          </p:cNvSpPr>
          <p:nvPr>
            <p:ph sz="quarter" idx="18" hasCustomPrompt="1"/>
          </p:nvPr>
        </p:nvSpPr>
        <p:spPr>
          <a:xfrm>
            <a:off x="4363603" y="2418177"/>
            <a:ext cx="3465576" cy="3760374"/>
          </a:xfrm>
        </p:spPr>
        <p:txBody>
          <a:bodyPr/>
          <a:lstStyle>
            <a:lvl1pPr>
              <a:defRPr sz="1800"/>
            </a:lvl1pPr>
            <a:lvl2pPr>
              <a:defRPr sz="1600"/>
            </a:lvl2pPr>
            <a:lvl3pPr>
              <a:defRPr sz="1400"/>
            </a:lvl3pPr>
            <a:lvl4pPr>
              <a:defRPr sz="1400"/>
            </a:lvl4pPr>
            <a:lvl5pPr>
              <a:defRPr sz="1400"/>
            </a:lvl5p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2">
            <a:extLst>
              <a:ext uri="{FF2B5EF4-FFF2-40B4-BE49-F238E27FC236}">
                <a16:creationId xmlns:a16="http://schemas.microsoft.com/office/drawing/2014/main" id="{093FA459-11BC-1515-3D4A-4228DB1724EE}"/>
              </a:ext>
            </a:extLst>
          </p:cNvPr>
          <p:cNvSpPr>
            <a:spLocks noGrp="1"/>
          </p:cNvSpPr>
          <p:nvPr>
            <p:ph sz="quarter" idx="19" hasCustomPrompt="1"/>
          </p:nvPr>
        </p:nvSpPr>
        <p:spPr>
          <a:xfrm>
            <a:off x="8250552" y="2420041"/>
            <a:ext cx="3465576" cy="3749040"/>
          </a:xfrm>
        </p:spPr>
        <p:txBody>
          <a:bodyPr/>
          <a:lstStyle>
            <a:lvl1pPr>
              <a:defRPr sz="1800"/>
            </a:lvl1pPr>
            <a:lvl2pPr>
              <a:defRPr sz="1600"/>
            </a:lvl2pPr>
            <a:lvl3pPr>
              <a:defRPr sz="1400"/>
            </a:lvl3pPr>
            <a:lvl4pPr>
              <a:defRPr sz="1400"/>
            </a:lvl4pPr>
            <a:lvl5pPr>
              <a:defRPr sz="1400"/>
            </a:lvl5pPr>
          </a:lstStyle>
          <a:p>
            <a:pPr lvl="0"/>
            <a:r>
              <a:rPr lang="en-US" dirty="0"/>
              <a:t>[Add text, if adding a paragraph, remove bullet]</a:t>
            </a:r>
          </a:p>
          <a:p>
            <a:pPr lvl="1"/>
            <a:r>
              <a:rPr lang="en-US" dirty="0"/>
              <a:t>Secon</a:t>
            </a:r>
          </a:p>
          <a:p>
            <a:pPr lvl="1"/>
            <a:r>
              <a:rPr lang="en-US" dirty="0"/>
              <a:t>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B9842593-B66A-4A19-6EB5-C3F2B221ECE4}"/>
              </a:ext>
            </a:extLst>
          </p:cNvPr>
          <p:cNvSpPr>
            <a:spLocks noGrp="1"/>
          </p:cNvSpPr>
          <p:nvPr>
            <p:ph type="dt" sz="half" idx="20"/>
          </p:nvPr>
        </p:nvSpPr>
        <p:spPr/>
        <p:txBody>
          <a:bodyPr/>
          <a:lstStyle/>
          <a:p>
            <a:fld id="{65378917-B1FF-4A52-ACCF-13C7FBC5D5A7}" type="datetime1">
              <a:rPr lang="en-US" smtClean="0"/>
              <a:t>3/26/26</a:t>
            </a:fld>
            <a:endParaRPr lang="en-US"/>
          </a:p>
        </p:txBody>
      </p:sp>
      <p:sp>
        <p:nvSpPr>
          <p:cNvPr id="3" name="Footer Placeholder 2">
            <a:extLst>
              <a:ext uri="{FF2B5EF4-FFF2-40B4-BE49-F238E27FC236}">
                <a16:creationId xmlns:a16="http://schemas.microsoft.com/office/drawing/2014/main" id="{081BC2C2-2075-4509-CFB8-D95D387DC147}"/>
              </a:ext>
            </a:extLst>
          </p:cNvPr>
          <p:cNvSpPr>
            <a:spLocks noGrp="1"/>
          </p:cNvSpPr>
          <p:nvPr>
            <p:ph type="ftr" sz="quarter" idx="21"/>
          </p:nvPr>
        </p:nvSpPr>
        <p:spPr/>
        <p:txBody>
          <a:bodyPr/>
          <a:lstStyle/>
          <a:p>
            <a:endParaRPr lang="en-US" dirty="0"/>
          </a:p>
        </p:txBody>
      </p:sp>
      <p:sp>
        <p:nvSpPr>
          <p:cNvPr id="5" name="Slide Number Placeholder 4">
            <a:extLst>
              <a:ext uri="{FF2B5EF4-FFF2-40B4-BE49-F238E27FC236}">
                <a16:creationId xmlns:a16="http://schemas.microsoft.com/office/drawing/2014/main" id="{A8C7017B-A31B-B1C8-AE07-128E68E7DCC8}"/>
              </a:ext>
            </a:extLst>
          </p:cNvPr>
          <p:cNvSpPr>
            <a:spLocks noGrp="1"/>
          </p:cNvSpPr>
          <p:nvPr>
            <p:ph type="sldNum" sz="quarter" idx="22"/>
          </p:nvPr>
        </p:nvSpPr>
        <p:spPr/>
        <p:txBody>
          <a:bodyPr/>
          <a:lstStyle/>
          <a:p>
            <a:fld id="{16C30856-2FD0-40BB-988B-8BB8612257E2}" type="slidenum">
              <a:rPr lang="en-US" smtClean="0"/>
              <a:pPr/>
              <a:t>‹#›</a:t>
            </a:fld>
            <a:endParaRPr lang="en-US"/>
          </a:p>
        </p:txBody>
      </p:sp>
      <p:pic>
        <p:nvPicPr>
          <p:cNvPr id="6" name="Graphic 5">
            <a:extLst>
              <a:ext uri="{FF2B5EF4-FFF2-40B4-BE49-F238E27FC236}">
                <a16:creationId xmlns:a16="http://schemas.microsoft.com/office/drawing/2014/main" id="{85992C7B-19E7-82EB-F23D-FF28BE23FFA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8" name="Rectangle 7">
            <a:extLst>
              <a:ext uri="{FF2B5EF4-FFF2-40B4-BE49-F238E27FC236}">
                <a16:creationId xmlns:a16="http://schemas.microsoft.com/office/drawing/2014/main" id="{E8804047-D788-2DB3-8795-0EFB6B75D061}"/>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1"/>
                </a:solidFill>
              </a:rPr>
              <a:t>To add slide numbers, go to Insert  &gt; Slide Number  </a:t>
            </a:r>
          </a:p>
        </p:txBody>
      </p:sp>
    </p:spTree>
    <p:extLst>
      <p:ext uri="{BB962C8B-B14F-4D97-AF65-F5344CB8AC3E}">
        <p14:creationId xmlns:p14="http://schemas.microsoft.com/office/powerpoint/2010/main" val="398021247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04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White">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8F8D865-96FD-09B2-A2E6-49776B4790B8}"/>
              </a:ext>
            </a:extLst>
          </p:cNvPr>
          <p:cNvSpPr/>
          <p:nvPr userDrawn="1"/>
        </p:nvSpPr>
        <p:spPr>
          <a:xfrm flipV="1">
            <a:off x="-1" y="-2"/>
            <a:ext cx="5627076" cy="6858002"/>
          </a:xfrm>
          <a:custGeom>
            <a:avLst/>
            <a:gdLst>
              <a:gd name="connsiteX0" fmla="*/ 0 w 5627076"/>
              <a:gd name="connsiteY0" fmla="*/ 6858002 h 6858002"/>
              <a:gd name="connsiteX1" fmla="*/ 5627076 w 5627076"/>
              <a:gd name="connsiteY1" fmla="*/ 6858002 h 6858002"/>
              <a:gd name="connsiteX2" fmla="*/ 1355301 w 5627076"/>
              <a:gd name="connsiteY2" fmla="*/ 0 h 6858002"/>
              <a:gd name="connsiteX3" fmla="*/ 0 w 5627076"/>
              <a:gd name="connsiteY3" fmla="*/ 0 h 6858002"/>
            </a:gdLst>
            <a:ahLst/>
            <a:cxnLst>
              <a:cxn ang="0">
                <a:pos x="connsiteX0" y="connsiteY0"/>
              </a:cxn>
              <a:cxn ang="0">
                <a:pos x="connsiteX1" y="connsiteY1"/>
              </a:cxn>
              <a:cxn ang="0">
                <a:pos x="connsiteX2" y="connsiteY2"/>
              </a:cxn>
              <a:cxn ang="0">
                <a:pos x="connsiteX3" y="connsiteY3"/>
              </a:cxn>
            </a:cxnLst>
            <a:rect l="l" t="t" r="r" b="b"/>
            <a:pathLst>
              <a:path w="5627076" h="6858002">
                <a:moveTo>
                  <a:pt x="0" y="6858002"/>
                </a:moveTo>
                <a:lnTo>
                  <a:pt x="5627076" y="6858002"/>
                </a:lnTo>
                <a:lnTo>
                  <a:pt x="1355301" y="0"/>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j-lt"/>
            </a:endParaRPr>
          </a:p>
        </p:txBody>
      </p:sp>
      <p:sp>
        <p:nvSpPr>
          <p:cNvPr id="7" name="Title 1">
            <a:extLst>
              <a:ext uri="{FF2B5EF4-FFF2-40B4-BE49-F238E27FC236}">
                <a16:creationId xmlns:a16="http://schemas.microsoft.com/office/drawing/2014/main" id="{8A5421EC-B0D1-1851-FBE5-7F53DFF45E04}"/>
              </a:ext>
            </a:extLst>
          </p:cNvPr>
          <p:cNvSpPr>
            <a:spLocks noGrp="1"/>
          </p:cNvSpPr>
          <p:nvPr>
            <p:ph type="title" hasCustomPrompt="1"/>
          </p:nvPr>
        </p:nvSpPr>
        <p:spPr>
          <a:xfrm>
            <a:off x="476655" y="555171"/>
            <a:ext cx="3942945" cy="2873829"/>
          </a:xfrm>
        </p:spPr>
        <p:txBody>
          <a:bodyPr anchor="t">
            <a:normAutofit/>
          </a:bodyPr>
          <a:lstStyle>
            <a:lvl1pPr>
              <a:lnSpc>
                <a:spcPct val="100000"/>
              </a:lnSpc>
              <a:spcAft>
                <a:spcPts val="600"/>
              </a:spcAft>
              <a:defRPr sz="4000">
                <a:solidFill>
                  <a:schemeClr val="bg2"/>
                </a:solidFill>
              </a:defRPr>
            </a:lvl1pPr>
          </a:lstStyle>
          <a:p>
            <a:r>
              <a:rPr lang="en-US" dirty="0"/>
              <a:t>[Add headline]</a:t>
            </a:r>
          </a:p>
        </p:txBody>
      </p:sp>
      <p:sp>
        <p:nvSpPr>
          <p:cNvPr id="5" name="Text Placeholder 4">
            <a:extLst>
              <a:ext uri="{FF2B5EF4-FFF2-40B4-BE49-F238E27FC236}">
                <a16:creationId xmlns:a16="http://schemas.microsoft.com/office/drawing/2014/main" id="{010D7F6C-4E8C-426D-3E0F-314F23F01287}"/>
              </a:ext>
            </a:extLst>
          </p:cNvPr>
          <p:cNvSpPr>
            <a:spLocks noGrp="1"/>
          </p:cNvSpPr>
          <p:nvPr>
            <p:ph type="body" sz="quarter" idx="10" hasCustomPrompt="1"/>
          </p:nvPr>
        </p:nvSpPr>
        <p:spPr>
          <a:xfrm>
            <a:off x="5670135" y="555171"/>
            <a:ext cx="6053553" cy="5623379"/>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051A0023-D981-B14B-A4F9-A40A982F1DA4}"/>
              </a:ext>
            </a:extLst>
          </p:cNvPr>
          <p:cNvSpPr>
            <a:spLocks noGrp="1"/>
          </p:cNvSpPr>
          <p:nvPr>
            <p:ph type="dt" sz="half" idx="11"/>
          </p:nvPr>
        </p:nvSpPr>
        <p:spPr/>
        <p:txBody>
          <a:bodyPr/>
          <a:lstStyle/>
          <a:p>
            <a:fld id="{7CD2D641-DFB5-4EFA-B7E4-A411AE32F1D8}" type="datetime1">
              <a:rPr lang="en-US" smtClean="0"/>
              <a:t>3/26/26</a:t>
            </a:fld>
            <a:endParaRPr lang="en-US"/>
          </a:p>
        </p:txBody>
      </p:sp>
      <p:sp>
        <p:nvSpPr>
          <p:cNvPr id="10" name="Footer Placeholder 9">
            <a:extLst>
              <a:ext uri="{FF2B5EF4-FFF2-40B4-BE49-F238E27FC236}">
                <a16:creationId xmlns:a16="http://schemas.microsoft.com/office/drawing/2014/main" id="{FBCAD040-90A4-F373-D928-1CF0CA5B664C}"/>
              </a:ext>
            </a:extLst>
          </p:cNvPr>
          <p:cNvSpPr>
            <a:spLocks noGrp="1"/>
          </p:cNvSpPr>
          <p:nvPr>
            <p:ph type="ftr" sz="quarter" idx="12"/>
          </p:nvPr>
        </p:nvSpPr>
        <p:spPr/>
        <p:txBody>
          <a:bodyPr/>
          <a:lstStyle/>
          <a:p>
            <a:endParaRPr lang="en-US" dirty="0"/>
          </a:p>
        </p:txBody>
      </p:sp>
      <p:sp>
        <p:nvSpPr>
          <p:cNvPr id="11" name="Slide Number Placeholder 10">
            <a:extLst>
              <a:ext uri="{FF2B5EF4-FFF2-40B4-BE49-F238E27FC236}">
                <a16:creationId xmlns:a16="http://schemas.microsoft.com/office/drawing/2014/main" id="{6F661567-D826-E257-E4B1-FCB72926A775}"/>
              </a:ext>
            </a:extLst>
          </p:cNvPr>
          <p:cNvSpPr>
            <a:spLocks noGrp="1"/>
          </p:cNvSpPr>
          <p:nvPr>
            <p:ph type="sldNum" sz="quarter" idx="13"/>
          </p:nvPr>
        </p:nvSpPr>
        <p:spPr/>
        <p:txBody>
          <a:bodyPr/>
          <a:lstStyle/>
          <a:p>
            <a:fld id="{16C30856-2FD0-40BB-988B-8BB8612257E2}" type="slidenum">
              <a:rPr lang="en-US" smtClean="0"/>
              <a:pPr/>
              <a:t>‹#›</a:t>
            </a:fld>
            <a:endParaRPr lang="en-US"/>
          </a:p>
        </p:txBody>
      </p:sp>
      <p:pic>
        <p:nvPicPr>
          <p:cNvPr id="2" name="Graphic 1">
            <a:extLst>
              <a:ext uri="{FF2B5EF4-FFF2-40B4-BE49-F238E27FC236}">
                <a16:creationId xmlns:a16="http://schemas.microsoft.com/office/drawing/2014/main" id="{495A2AF8-7678-B117-AA1A-EC57CC7068C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3" name="Rectangle 2">
            <a:extLst>
              <a:ext uri="{FF2B5EF4-FFF2-40B4-BE49-F238E27FC236}">
                <a16:creationId xmlns:a16="http://schemas.microsoft.com/office/drawing/2014/main" id="{A95C43A1-6DFE-0A7D-D1EE-8EA9C9657759}"/>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1"/>
                </a:solidFill>
              </a:rPr>
              <a:t>To add slide numbers, go to Insert  &gt; Slide Number  </a:t>
            </a:r>
          </a:p>
        </p:txBody>
      </p:sp>
    </p:spTree>
    <p:extLst>
      <p:ext uri="{BB962C8B-B14F-4D97-AF65-F5344CB8AC3E}">
        <p14:creationId xmlns:p14="http://schemas.microsoft.com/office/powerpoint/2010/main" val="37882377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Yellow">
    <p:bg>
      <p:bgRef idx="1001">
        <a:schemeClr val="bg1"/>
      </p:bgRef>
    </p:bg>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6CDAAEEA-6904-EA7A-F22A-A441F21532CA}"/>
              </a:ext>
            </a:extLst>
          </p:cNvPr>
          <p:cNvSpPr/>
          <p:nvPr userDrawn="1"/>
        </p:nvSpPr>
        <p:spPr>
          <a:xfrm flipH="1">
            <a:off x="9301316" y="1868129"/>
            <a:ext cx="2890682" cy="4989872"/>
          </a:xfrm>
          <a:prstGeom prst="r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B768B634-D11C-ADC4-4345-FC668F34D8C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6" name="Text Placeholder 5">
            <a:extLst>
              <a:ext uri="{FF2B5EF4-FFF2-40B4-BE49-F238E27FC236}">
                <a16:creationId xmlns:a16="http://schemas.microsoft.com/office/drawing/2014/main" id="{361167FD-296B-A8F6-47B6-4EC870DC7EEE}"/>
              </a:ext>
            </a:extLst>
          </p:cNvPr>
          <p:cNvSpPr>
            <a:spLocks noGrp="1"/>
          </p:cNvSpPr>
          <p:nvPr>
            <p:ph type="body" sz="quarter" idx="10" hasCustomPrompt="1"/>
          </p:nvPr>
        </p:nvSpPr>
        <p:spPr>
          <a:xfrm>
            <a:off x="476250" y="1516063"/>
            <a:ext cx="6637339" cy="4662488"/>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2125109-7BAF-CB3E-6D85-5C9D3617B808}"/>
              </a:ext>
            </a:extLst>
          </p:cNvPr>
          <p:cNvSpPr>
            <a:spLocks noGrp="1"/>
          </p:cNvSpPr>
          <p:nvPr>
            <p:ph type="dt" sz="half" idx="11"/>
          </p:nvPr>
        </p:nvSpPr>
        <p:spPr/>
        <p:txBody>
          <a:bodyPr/>
          <a:lstStyle/>
          <a:p>
            <a:fld id="{DFEEAC10-2098-4609-A859-E5B2DF18BC38}" type="datetime1">
              <a:rPr lang="en-US" smtClean="0"/>
              <a:t>3/26/26</a:t>
            </a:fld>
            <a:endParaRPr lang="en-US"/>
          </a:p>
        </p:txBody>
      </p:sp>
      <p:sp>
        <p:nvSpPr>
          <p:cNvPr id="9" name="Footer Placeholder 8">
            <a:extLst>
              <a:ext uri="{FF2B5EF4-FFF2-40B4-BE49-F238E27FC236}">
                <a16:creationId xmlns:a16="http://schemas.microsoft.com/office/drawing/2014/main" id="{FA61E541-1D1C-5928-0D61-F060A3B33C99}"/>
              </a:ext>
            </a:extLst>
          </p:cNvPr>
          <p:cNvSpPr>
            <a:spLocks noGrp="1"/>
          </p:cNvSpPr>
          <p:nvPr>
            <p:ph type="ftr" sz="quarter" idx="12"/>
          </p:nvPr>
        </p:nvSpPr>
        <p:spPr/>
        <p:txBody>
          <a:bodyPr/>
          <a:lstStyle/>
          <a:p>
            <a:endParaRPr lang="en-US" dirty="0"/>
          </a:p>
        </p:txBody>
      </p:sp>
      <p:sp>
        <p:nvSpPr>
          <p:cNvPr id="10" name="Slide Number Placeholder 9">
            <a:extLst>
              <a:ext uri="{FF2B5EF4-FFF2-40B4-BE49-F238E27FC236}">
                <a16:creationId xmlns:a16="http://schemas.microsoft.com/office/drawing/2014/main" id="{F8768B02-DA7F-2436-1E35-18D5C18A5386}"/>
              </a:ext>
            </a:extLst>
          </p:cNvPr>
          <p:cNvSpPr>
            <a:spLocks noGrp="1"/>
          </p:cNvSpPr>
          <p:nvPr>
            <p:ph type="sldNum" sz="quarter" idx="13"/>
          </p:nvPr>
        </p:nvSpPr>
        <p:spPr/>
        <p:txBody>
          <a:bodyPr/>
          <a:lstStyle/>
          <a:p>
            <a:fld id="{16C30856-2FD0-40BB-988B-8BB8612257E2}" type="slidenum">
              <a:rPr lang="en-US" smtClean="0"/>
              <a:pPr/>
              <a:t>‹#›</a:t>
            </a:fld>
            <a:endParaRPr lang="en-US"/>
          </a:p>
        </p:txBody>
      </p:sp>
      <p:sp>
        <p:nvSpPr>
          <p:cNvPr id="3" name="Title 2">
            <a:extLst>
              <a:ext uri="{FF2B5EF4-FFF2-40B4-BE49-F238E27FC236}">
                <a16:creationId xmlns:a16="http://schemas.microsoft.com/office/drawing/2014/main" id="{4AEB3314-AA8A-BCDE-A647-942AD20FC6AE}"/>
              </a:ext>
            </a:extLst>
          </p:cNvPr>
          <p:cNvSpPr>
            <a:spLocks noGrp="1"/>
          </p:cNvSpPr>
          <p:nvPr>
            <p:ph type="title" hasCustomPrompt="1"/>
          </p:nvPr>
        </p:nvSpPr>
        <p:spPr/>
        <p:txBody>
          <a:bodyPr/>
          <a:lstStyle>
            <a:lvl1pPr>
              <a:defRPr>
                <a:solidFill>
                  <a:schemeClr val="tx2"/>
                </a:solidFill>
              </a:defRPr>
            </a:lvl1pPr>
          </a:lstStyle>
          <a:p>
            <a:r>
              <a:rPr lang="en-US" dirty="0"/>
              <a:t>[Add headline]</a:t>
            </a:r>
          </a:p>
        </p:txBody>
      </p:sp>
      <p:sp>
        <p:nvSpPr>
          <p:cNvPr id="5" name="Rectangle 4">
            <a:extLst>
              <a:ext uri="{FF2B5EF4-FFF2-40B4-BE49-F238E27FC236}">
                <a16:creationId xmlns:a16="http://schemas.microsoft.com/office/drawing/2014/main" id="{5D899A51-5B57-F276-9ECF-216EE2D62778}"/>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1"/>
                </a:solidFill>
              </a:rPr>
              <a:t>To add slide numbers, go to Insert  &gt; Slide Number  </a:t>
            </a:r>
          </a:p>
        </p:txBody>
      </p:sp>
    </p:spTree>
    <p:extLst>
      <p:ext uri="{BB962C8B-B14F-4D97-AF65-F5344CB8AC3E}">
        <p14:creationId xmlns:p14="http://schemas.microsoft.com/office/powerpoint/2010/main" val="340025606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Quote White">
    <p:bg>
      <p:bgRef idx="1001">
        <a:schemeClr val="bg1"/>
      </p:bgRef>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8054FF19-C4C4-0ABE-AB08-5F42CBE2F1F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5691716" y="945162"/>
            <a:ext cx="903817" cy="760028"/>
          </a:xfrm>
          <a:prstGeom prst="rect">
            <a:avLst/>
          </a:prstGeom>
        </p:spPr>
      </p:pic>
      <p:sp>
        <p:nvSpPr>
          <p:cNvPr id="6" name="Text Placeholder 5">
            <a:extLst>
              <a:ext uri="{FF2B5EF4-FFF2-40B4-BE49-F238E27FC236}">
                <a16:creationId xmlns:a16="http://schemas.microsoft.com/office/drawing/2014/main" id="{2F9B3DC8-29FD-C978-BDA7-DF8A6DCA093C}"/>
              </a:ext>
            </a:extLst>
          </p:cNvPr>
          <p:cNvSpPr>
            <a:spLocks noGrp="1"/>
          </p:cNvSpPr>
          <p:nvPr>
            <p:ph type="body" sz="quarter" idx="10" hasCustomPrompt="1"/>
          </p:nvPr>
        </p:nvSpPr>
        <p:spPr>
          <a:xfrm>
            <a:off x="476250" y="2079174"/>
            <a:ext cx="11247663" cy="3449559"/>
          </a:xfrm>
        </p:spPr>
        <p:txBody>
          <a:bodyPr/>
          <a:lstStyle>
            <a:lvl1pPr marL="0" indent="0" algn="ctr">
              <a:buFont typeface="Arial" panose="020B0604020202020204" pitchFamily="34" charset="0"/>
              <a:buChar char="​"/>
              <a:defRPr sz="4800"/>
            </a:lvl1pPr>
            <a:lvl2pPr marL="0" indent="0" algn="ctr">
              <a:buFont typeface="Arial" panose="020B0604020202020204" pitchFamily="34" charset="0"/>
              <a:buChar char="​"/>
              <a:defRPr/>
            </a:lvl2pPr>
            <a:lvl3pPr marL="0" indent="0" algn="ctr">
              <a:buFont typeface="Arial" panose="020B0604020202020204" pitchFamily="34" charset="0"/>
              <a:buChar char="​"/>
              <a:defRPr/>
            </a:lvl3pPr>
            <a:lvl4pPr marL="0" indent="0" algn="ctr">
              <a:buFont typeface="Arial" panose="020B0604020202020204" pitchFamily="34" charset="0"/>
              <a:buChar char="​"/>
              <a:defRPr/>
            </a:lvl4pPr>
            <a:lvl5pPr marL="0" indent="0" algn="ctr">
              <a:buFont typeface="Arial" panose="020B0604020202020204" pitchFamily="34" charset="0"/>
              <a:buChar char="​"/>
              <a:defRPr/>
            </a:lvl5pPr>
          </a:lstStyle>
          <a:p>
            <a:pPr lvl="0"/>
            <a:r>
              <a:rPr lang="en-US" dirty="0"/>
              <a:t>[Click to add quote ]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13">
            <a:extLst>
              <a:ext uri="{FF2B5EF4-FFF2-40B4-BE49-F238E27FC236}">
                <a16:creationId xmlns:a16="http://schemas.microsoft.com/office/drawing/2014/main" id="{9C279942-F9D4-016B-6FAA-6A6F510A5290}"/>
              </a:ext>
            </a:extLst>
          </p:cNvPr>
          <p:cNvSpPr>
            <a:spLocks noGrp="1"/>
          </p:cNvSpPr>
          <p:nvPr>
            <p:ph type="body" sz="quarter" idx="15" hasCustomPrompt="1"/>
          </p:nvPr>
        </p:nvSpPr>
        <p:spPr>
          <a:xfrm>
            <a:off x="3107267" y="5641325"/>
            <a:ext cx="5977466" cy="543028"/>
          </a:xfrm>
        </p:spPr>
        <p:txBody>
          <a:bodyPr/>
          <a:lstStyle>
            <a:lvl1pPr marL="0" indent="0" algn="ctr">
              <a:buNone/>
              <a:tabLst/>
              <a:defRPr sz="1600">
                <a:solidFill>
                  <a:schemeClr val="tx1"/>
                </a:solidFill>
              </a:defRPr>
            </a:lvl1pPr>
            <a:lvl2pPr marL="0" indent="0" algn="ctr">
              <a:buNone/>
              <a:tabLst/>
              <a:defRPr sz="1400">
                <a:solidFill>
                  <a:schemeClr val="tx1"/>
                </a:solidFill>
              </a:defRPr>
            </a:lvl2pPr>
            <a:lvl3pPr marL="0" indent="0">
              <a:buNone/>
              <a:tabLst/>
              <a:defRPr>
                <a:solidFill>
                  <a:schemeClr val="bg2"/>
                </a:solidFill>
              </a:defRPr>
            </a:lvl3pPr>
            <a:lvl4pPr marL="0" indent="0">
              <a:buNone/>
              <a:tabLst/>
              <a:defRPr>
                <a:solidFill>
                  <a:schemeClr val="bg2"/>
                </a:solidFill>
              </a:defRPr>
            </a:lvl4pPr>
            <a:lvl5pPr marL="0" indent="0">
              <a:buNone/>
              <a:tabLst/>
              <a:defRPr>
                <a:solidFill>
                  <a:schemeClr val="bg2"/>
                </a:solidFill>
              </a:defRPr>
            </a:lvl5pPr>
          </a:lstStyle>
          <a:p>
            <a:pPr lvl="0"/>
            <a:r>
              <a:rPr lang="en-US" dirty="0"/>
              <a:t>[Add source text]</a:t>
            </a:r>
          </a:p>
          <a:p>
            <a:pPr lvl="1"/>
            <a:endParaRPr lang="en-US" dirty="0"/>
          </a:p>
        </p:txBody>
      </p:sp>
      <p:pic>
        <p:nvPicPr>
          <p:cNvPr id="3" name="Graphic 2">
            <a:extLst>
              <a:ext uri="{FF2B5EF4-FFF2-40B4-BE49-F238E27FC236}">
                <a16:creationId xmlns:a16="http://schemas.microsoft.com/office/drawing/2014/main" id="{D0B7D1D0-1642-F726-1778-C19937C9751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60238" y="6336008"/>
            <a:ext cx="451863" cy="238317"/>
          </a:xfrm>
          <a:prstGeom prst="rect">
            <a:avLst/>
          </a:prstGeom>
        </p:spPr>
      </p:pic>
      <p:sp>
        <p:nvSpPr>
          <p:cNvPr id="5" name="Rectangle 4">
            <a:extLst>
              <a:ext uri="{FF2B5EF4-FFF2-40B4-BE49-F238E27FC236}">
                <a16:creationId xmlns:a16="http://schemas.microsoft.com/office/drawing/2014/main" id="{0E1BD3B2-DE45-88E4-44E7-4B6E93474B2B}"/>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1"/>
                </a:solidFill>
              </a:rPr>
              <a:t>To add slide numbers, go to Insert  &gt; Slide Number  </a:t>
            </a:r>
          </a:p>
        </p:txBody>
      </p:sp>
    </p:spTree>
    <p:extLst>
      <p:ext uri="{BB962C8B-B14F-4D97-AF65-F5344CB8AC3E}">
        <p14:creationId xmlns:p14="http://schemas.microsoft.com/office/powerpoint/2010/main" val="289850429"/>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750" fill="hold"/>
                                        <p:tgtEl>
                                          <p:spTgt spid="4"/>
                                        </p:tgtEl>
                                        <p:attrNameLst>
                                          <p:attrName>ppt_w</p:attrName>
                                        </p:attrNameLst>
                                      </p:cBhvr>
                                      <p:tavLst>
                                        <p:tav tm="0">
                                          <p:val>
                                            <p:strVal val="#ppt_w+.3"/>
                                          </p:val>
                                        </p:tav>
                                        <p:tav tm="100000">
                                          <p:val>
                                            <p:strVal val="#ppt_w"/>
                                          </p:val>
                                        </p:tav>
                                      </p:tavLst>
                                    </p:anim>
                                    <p:anim calcmode="lin" valueType="num">
                                      <p:cBhvr>
                                        <p:cTn id="8" dur="750" fill="hold"/>
                                        <p:tgtEl>
                                          <p:spTgt spid="4"/>
                                        </p:tgtEl>
                                        <p:attrNameLst>
                                          <p:attrName>ppt_h</p:attrName>
                                        </p:attrNameLst>
                                      </p:cBhvr>
                                      <p:tavLst>
                                        <p:tav tm="0">
                                          <p:val>
                                            <p:strVal val="#ppt_h"/>
                                          </p:val>
                                        </p:tav>
                                        <p:tav tm="100000">
                                          <p:val>
                                            <p:strVal val="#ppt_h"/>
                                          </p:val>
                                        </p:tav>
                                      </p:tavLst>
                                    </p:anim>
                                    <p:animEffect transition="in" filter="fade">
                                      <p:cBhvr>
                                        <p:cTn id="9" dur="750"/>
                                        <p:tgtEl>
                                          <p:spTgt spid="4"/>
                                        </p:tgtEl>
                                      </p:cBhvr>
                                    </p:animEffect>
                                  </p:childTnLst>
                                </p:cTn>
                              </p:par>
                              <p:par>
                                <p:cTn id="10" presetID="10" presetClass="entr" presetSubtype="0" fill="hold" grpId="0" nodeType="withEffect">
                                  <p:stCondLst>
                                    <p:cond delay="25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500"/>
                                        <p:tgtEl>
                                          <p:spTgt spid="6">
                                            <p:txEl>
                                              <p:pRg st="1" end="1"/>
                                            </p:txEl>
                                          </p:spTgt>
                                        </p:tgtEl>
                                      </p:cBhvr>
                                    </p:animEffect>
                                  </p:childTnLst>
                                </p:cTn>
                              </p:par>
                              <p:par>
                                <p:cTn id="16" presetID="10" presetClass="entr" presetSubtype="0" fill="hold" grpId="0" nodeType="withEffect">
                                  <p:stCondLst>
                                    <p:cond delay="250"/>
                                  </p:stCondLst>
                                  <p:childTnLst>
                                    <p:set>
                                      <p:cBhvr>
                                        <p:cTn id="17" dur="1" fill="hold">
                                          <p:stCondLst>
                                            <p:cond delay="0"/>
                                          </p:stCondLst>
                                        </p:cTn>
                                        <p:tgtEl>
                                          <p:spTgt spid="6">
                                            <p:txEl>
                                              <p:pRg st="2" end="2"/>
                                            </p:txEl>
                                          </p:spTgt>
                                        </p:tgtEl>
                                        <p:attrNameLst>
                                          <p:attrName>style.visibility</p:attrName>
                                        </p:attrNameLst>
                                      </p:cBhvr>
                                      <p:to>
                                        <p:strVal val="visible"/>
                                      </p:to>
                                    </p:set>
                                    <p:animEffect transition="in" filter="fade">
                                      <p:cBhvr>
                                        <p:cTn id="18" dur="500"/>
                                        <p:tgtEl>
                                          <p:spTgt spid="6">
                                            <p:txEl>
                                              <p:pRg st="2" end="2"/>
                                            </p:txEl>
                                          </p:spTgt>
                                        </p:tgtEl>
                                      </p:cBhvr>
                                    </p:animEffect>
                                  </p:childTnLst>
                                </p:cTn>
                              </p:par>
                              <p:par>
                                <p:cTn id="19" presetID="10" presetClass="entr" presetSubtype="0" fill="hold" grpId="0" nodeType="withEffect">
                                  <p:stCondLst>
                                    <p:cond delay="25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fade">
                                      <p:cBhvr>
                                        <p:cTn id="21" dur="500"/>
                                        <p:tgtEl>
                                          <p:spTgt spid="6">
                                            <p:txEl>
                                              <p:pRg st="3" end="3"/>
                                            </p:txEl>
                                          </p:spTgt>
                                        </p:tgtEl>
                                      </p:cBhvr>
                                    </p:animEffect>
                                  </p:childTnLst>
                                </p:cTn>
                              </p:par>
                              <p:par>
                                <p:cTn id="22" presetID="10" presetClass="entr" presetSubtype="0" fill="hold" grpId="0" nodeType="withEffect">
                                  <p:stCondLst>
                                    <p:cond delay="250"/>
                                  </p:stCondLst>
                                  <p:childTnLst>
                                    <p:set>
                                      <p:cBhvr>
                                        <p:cTn id="23" dur="1" fill="hold">
                                          <p:stCondLst>
                                            <p:cond delay="0"/>
                                          </p:stCondLst>
                                        </p:cTn>
                                        <p:tgtEl>
                                          <p:spTgt spid="6">
                                            <p:txEl>
                                              <p:pRg st="4" end="4"/>
                                            </p:txEl>
                                          </p:spTgt>
                                        </p:tgtEl>
                                        <p:attrNameLst>
                                          <p:attrName>style.visibility</p:attrName>
                                        </p:attrNameLst>
                                      </p:cBhvr>
                                      <p:to>
                                        <p:strVal val="visible"/>
                                      </p:to>
                                    </p:set>
                                    <p:animEffect transition="in" filter="fade">
                                      <p:cBhvr>
                                        <p:cTn id="24" dur="500"/>
                                        <p:tgtEl>
                                          <p:spTgt spid="6">
                                            <p:txEl>
                                              <p:pRg st="4" end="4"/>
                                            </p:txEl>
                                          </p:spTgt>
                                        </p:tgtEl>
                                      </p:cBhvr>
                                    </p:animEffect>
                                  </p:childTnLst>
                                </p:cTn>
                              </p:par>
                              <p:par>
                                <p:cTn id="25" presetID="10" presetClass="entr" presetSubtype="0" fill="hold" grpId="0" nodeType="withEffect">
                                  <p:stCondLst>
                                    <p:cond delay="250"/>
                                  </p:stCondLst>
                                  <p:childTnLst>
                                    <p:set>
                                      <p:cBhvr>
                                        <p:cTn id="26" dur="1" fill="hold">
                                          <p:stCondLst>
                                            <p:cond delay="0"/>
                                          </p:stCondLst>
                                        </p:cTn>
                                        <p:tgtEl>
                                          <p:spTgt spid="2">
                                            <p:txEl>
                                              <p:pRg st="0" end="0"/>
                                            </p:txEl>
                                          </p:spTgt>
                                        </p:tgtEl>
                                        <p:attrNameLst>
                                          <p:attrName>style.visibility</p:attrName>
                                        </p:attrNameLst>
                                      </p:cBhvr>
                                      <p:to>
                                        <p:strVal val="visible"/>
                                      </p:to>
                                    </p:set>
                                    <p:animEffect transition="in" filter="fade">
                                      <p:cBhvr>
                                        <p:cTn id="2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25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2">
            <p:tnLst>
              <p:par>
                <p:cTn presetID="10" presetClass="entr" presetSubtype="0" fill="hold" nodeType="withEffect">
                  <p:stCondLst>
                    <p:cond delay="25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3">
            <p:tnLst>
              <p:par>
                <p:cTn presetID="10" presetClass="entr" presetSubtype="0" fill="hold" nodeType="withEffect">
                  <p:stCondLst>
                    <p:cond delay="25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4">
            <p:tnLst>
              <p:par>
                <p:cTn presetID="10" presetClass="entr" presetSubtype="0" fill="hold" nodeType="withEffect">
                  <p:stCondLst>
                    <p:cond delay="25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5">
            <p:tnLst>
              <p:par>
                <p:cTn presetID="10" presetClass="entr" presetSubtype="0" fill="hold" nodeType="withEffect">
                  <p:stCondLst>
                    <p:cond delay="25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2" grpId="0" build="p"/>
    </p:bld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3D38A-7DDC-4F43-0B0C-52777F5B648E}"/>
              </a:ext>
            </a:extLst>
          </p:cNvPr>
          <p:cNvSpPr>
            <a:spLocks noGrp="1"/>
          </p:cNvSpPr>
          <p:nvPr>
            <p:ph type="title" hasCustomPrompt="1"/>
          </p:nvPr>
        </p:nvSpPr>
        <p:spPr/>
        <p:txBody>
          <a:bodyPr/>
          <a:lstStyle>
            <a:lvl1pPr>
              <a:defRPr>
                <a:solidFill>
                  <a:schemeClr val="tx2"/>
                </a:solidFill>
              </a:defRPr>
            </a:lvl1pPr>
          </a:lstStyle>
          <a:p>
            <a:r>
              <a:rPr lang="en-US" dirty="0"/>
              <a:t>[Add headline]</a:t>
            </a:r>
          </a:p>
        </p:txBody>
      </p:sp>
      <p:sp>
        <p:nvSpPr>
          <p:cNvPr id="3" name="Date Placeholder 2">
            <a:extLst>
              <a:ext uri="{FF2B5EF4-FFF2-40B4-BE49-F238E27FC236}">
                <a16:creationId xmlns:a16="http://schemas.microsoft.com/office/drawing/2014/main" id="{912D2AEA-0FE4-9CA5-DD78-E35102BA4117}"/>
              </a:ext>
            </a:extLst>
          </p:cNvPr>
          <p:cNvSpPr>
            <a:spLocks noGrp="1"/>
          </p:cNvSpPr>
          <p:nvPr>
            <p:ph type="dt" sz="half" idx="10"/>
          </p:nvPr>
        </p:nvSpPr>
        <p:spPr/>
        <p:txBody>
          <a:bodyPr/>
          <a:lstStyle/>
          <a:p>
            <a:fld id="{2D9B45FF-C1B6-4C00-B4F0-16D754700F98}" type="datetime1">
              <a:rPr lang="en-US" smtClean="0"/>
              <a:t>3/26/26</a:t>
            </a:fld>
            <a:endParaRPr lang="en-US"/>
          </a:p>
        </p:txBody>
      </p:sp>
      <p:sp>
        <p:nvSpPr>
          <p:cNvPr id="4" name="Footer Placeholder 3">
            <a:extLst>
              <a:ext uri="{FF2B5EF4-FFF2-40B4-BE49-F238E27FC236}">
                <a16:creationId xmlns:a16="http://schemas.microsoft.com/office/drawing/2014/main" id="{1ECB5A3E-B06A-A0F5-E34C-79C94656056E}"/>
              </a:ext>
            </a:extLst>
          </p:cNvPr>
          <p:cNvSpPr>
            <a:spLocks noGrp="1"/>
          </p:cNvSpPr>
          <p:nvPr>
            <p:ph type="ftr" sz="quarter" idx="11"/>
          </p:nvPr>
        </p:nvSpPr>
        <p:spPr/>
        <p:txBody>
          <a:bodyPr/>
          <a:lstStyle>
            <a:lvl1pPr>
              <a:defRPr>
                <a:solidFill>
                  <a:schemeClr val="bg1">
                    <a:lumMod val="50000"/>
                  </a:schemeClr>
                </a:solidFill>
              </a:defRPr>
            </a:lvl1pPr>
          </a:lstStyle>
          <a:p>
            <a:endParaRPr lang="en-US" dirty="0"/>
          </a:p>
        </p:txBody>
      </p:sp>
      <p:sp>
        <p:nvSpPr>
          <p:cNvPr id="5" name="Slide Number Placeholder 4">
            <a:extLst>
              <a:ext uri="{FF2B5EF4-FFF2-40B4-BE49-F238E27FC236}">
                <a16:creationId xmlns:a16="http://schemas.microsoft.com/office/drawing/2014/main" id="{BB5C6DC8-C148-A6B1-4C40-2B1BEA5518A7}"/>
              </a:ext>
            </a:extLst>
          </p:cNvPr>
          <p:cNvSpPr>
            <a:spLocks noGrp="1"/>
          </p:cNvSpPr>
          <p:nvPr>
            <p:ph type="sldNum" sz="quarter" idx="12"/>
          </p:nvPr>
        </p:nvSpPr>
        <p:spPr/>
        <p:txBody>
          <a:bodyPr/>
          <a:lstStyle>
            <a:lvl1pPr>
              <a:defRPr>
                <a:solidFill>
                  <a:schemeClr val="bg1">
                    <a:lumMod val="50000"/>
                  </a:schemeClr>
                </a:solidFill>
              </a:defRPr>
            </a:lvl1pPr>
          </a:lstStyle>
          <a:p>
            <a:fld id="{16C30856-2FD0-40BB-988B-8BB8612257E2}" type="slidenum">
              <a:rPr lang="en-US" smtClean="0"/>
              <a:pPr/>
              <a:t>‹#›</a:t>
            </a:fld>
            <a:endParaRPr lang="en-US"/>
          </a:p>
        </p:txBody>
      </p:sp>
      <p:pic>
        <p:nvPicPr>
          <p:cNvPr id="6" name="Graphic 5">
            <a:extLst>
              <a:ext uri="{FF2B5EF4-FFF2-40B4-BE49-F238E27FC236}">
                <a16:creationId xmlns:a16="http://schemas.microsoft.com/office/drawing/2014/main" id="{6D6E0439-5C7A-A493-739A-5D0B8038AD0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7" name="Rectangle 6">
            <a:extLst>
              <a:ext uri="{FF2B5EF4-FFF2-40B4-BE49-F238E27FC236}">
                <a16:creationId xmlns:a16="http://schemas.microsoft.com/office/drawing/2014/main" id="{DC5FFD15-5AB8-C21B-B661-5D23488D097C}"/>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2"/>
                </a:solidFill>
              </a:rPr>
              <a:t>To add slide numbers, go to Insert  &gt; Slide Number  </a:t>
            </a:r>
          </a:p>
        </p:txBody>
      </p:sp>
    </p:spTree>
    <p:extLst>
      <p:ext uri="{BB962C8B-B14F-4D97-AF65-F5344CB8AC3E}">
        <p14:creationId xmlns:p14="http://schemas.microsoft.com/office/powerpoint/2010/main" val="47333537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p:bg>
      <p:bgRef idx="1001">
        <a:schemeClr val="bg1"/>
      </p:bgRef>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0777E9-CE46-B26A-FF3B-0FE673D33F0D}"/>
              </a:ext>
            </a:extLst>
          </p:cNvPr>
          <p:cNvSpPr>
            <a:spLocks noGrp="1"/>
          </p:cNvSpPr>
          <p:nvPr>
            <p:ph type="dt" sz="half" idx="10"/>
          </p:nvPr>
        </p:nvSpPr>
        <p:spPr/>
        <p:txBody>
          <a:bodyPr/>
          <a:lstStyle/>
          <a:p>
            <a:fld id="{6683A9E6-BB19-4CE6-A35B-D08845D2DF3E}" type="datetime1">
              <a:rPr lang="en-US" smtClean="0"/>
              <a:t>3/26/26</a:t>
            </a:fld>
            <a:endParaRPr lang="en-US"/>
          </a:p>
        </p:txBody>
      </p:sp>
      <p:sp>
        <p:nvSpPr>
          <p:cNvPr id="3" name="Footer Placeholder 2">
            <a:extLst>
              <a:ext uri="{FF2B5EF4-FFF2-40B4-BE49-F238E27FC236}">
                <a16:creationId xmlns:a16="http://schemas.microsoft.com/office/drawing/2014/main" id="{14E5CC90-866E-F938-3BA7-F21CF31F18AB}"/>
              </a:ext>
            </a:extLst>
          </p:cNvPr>
          <p:cNvSpPr>
            <a:spLocks noGrp="1"/>
          </p:cNvSpPr>
          <p:nvPr>
            <p:ph type="ftr" sz="quarter" idx="11"/>
          </p:nvPr>
        </p:nvSpPr>
        <p:spPr/>
        <p:txBody>
          <a:bodyPr/>
          <a:lstStyle>
            <a:lvl1pPr>
              <a:defRPr>
                <a:solidFill>
                  <a:schemeClr val="bg1">
                    <a:lumMod val="50000"/>
                  </a:schemeClr>
                </a:solidFill>
              </a:defRPr>
            </a:lvl1pPr>
          </a:lstStyle>
          <a:p>
            <a:endParaRPr lang="en-US"/>
          </a:p>
        </p:txBody>
      </p:sp>
      <p:sp>
        <p:nvSpPr>
          <p:cNvPr id="4" name="Slide Number Placeholder 3">
            <a:extLst>
              <a:ext uri="{FF2B5EF4-FFF2-40B4-BE49-F238E27FC236}">
                <a16:creationId xmlns:a16="http://schemas.microsoft.com/office/drawing/2014/main" id="{AD5D5D40-DC01-DB97-2C67-18F8A46A3F7F}"/>
              </a:ext>
            </a:extLst>
          </p:cNvPr>
          <p:cNvSpPr>
            <a:spLocks noGrp="1"/>
          </p:cNvSpPr>
          <p:nvPr>
            <p:ph type="sldNum" sz="quarter" idx="12"/>
          </p:nvPr>
        </p:nvSpPr>
        <p:spPr/>
        <p:txBody>
          <a:bodyPr/>
          <a:lstStyle>
            <a:lvl1pPr>
              <a:defRPr>
                <a:solidFill>
                  <a:schemeClr val="bg1">
                    <a:lumMod val="50000"/>
                  </a:schemeClr>
                </a:solidFill>
              </a:defRPr>
            </a:lvl1pPr>
          </a:lstStyle>
          <a:p>
            <a:fld id="{16C30856-2FD0-40BB-988B-8BB8612257E2}" type="slidenum">
              <a:rPr lang="en-US" smtClean="0"/>
              <a:pPr/>
              <a:t>‹#›</a:t>
            </a:fld>
            <a:endParaRPr lang="en-US"/>
          </a:p>
        </p:txBody>
      </p:sp>
      <p:pic>
        <p:nvPicPr>
          <p:cNvPr id="5" name="Graphic 4">
            <a:extLst>
              <a:ext uri="{FF2B5EF4-FFF2-40B4-BE49-F238E27FC236}">
                <a16:creationId xmlns:a16="http://schemas.microsoft.com/office/drawing/2014/main" id="{5E6DD13D-AF9C-EAC7-E5D8-1DA926F813A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6" name="Rectangle 5">
            <a:extLst>
              <a:ext uri="{FF2B5EF4-FFF2-40B4-BE49-F238E27FC236}">
                <a16:creationId xmlns:a16="http://schemas.microsoft.com/office/drawing/2014/main" id="{90EF76D2-9304-8A82-C6CD-0777D4D4EBBE}"/>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2"/>
                </a:solidFill>
              </a:rPr>
              <a:t>To add slide numbers, go to Insert  &gt; Slide Number  </a:t>
            </a:r>
          </a:p>
        </p:txBody>
      </p:sp>
    </p:spTree>
    <p:extLst>
      <p:ext uri="{BB962C8B-B14F-4D97-AF65-F5344CB8AC3E}">
        <p14:creationId xmlns:p14="http://schemas.microsoft.com/office/powerpoint/2010/main" val="397614640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 ~  ">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B68F203-BDC3-3FDD-9A5A-AEF87F26EB73}"/>
              </a:ext>
            </a:extLst>
          </p:cNvPr>
          <p:cNvPicPr>
            <a:picLocks noChangeAspect="1"/>
          </p:cNvPicPr>
          <p:nvPr userDrawn="1"/>
        </p:nvPicPr>
        <p:blipFill>
          <a:blip r:embed="rId2"/>
          <a:srcRect t="5061" b="11714"/>
          <a:stretch/>
        </p:blipFill>
        <p:spPr>
          <a:xfrm>
            <a:off x="-6936" y="0"/>
            <a:ext cx="12198935" cy="6858000"/>
          </a:xfrm>
          <a:prstGeom prst="rect">
            <a:avLst/>
          </a:prstGeom>
        </p:spPr>
      </p:pic>
      <p:sp>
        <p:nvSpPr>
          <p:cNvPr id="3" name="TextBox 2">
            <a:extLst>
              <a:ext uri="{FF2B5EF4-FFF2-40B4-BE49-F238E27FC236}">
                <a16:creationId xmlns:a16="http://schemas.microsoft.com/office/drawing/2014/main" id="{0F368481-A5E8-F422-1E2A-BFE4A2769926}"/>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3591809705"/>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Hyland lntro">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F23FB6B2-4A0F-ABD1-1393-AA4E16F4A2A6}"/>
              </a:ext>
            </a:extLst>
          </p:cNvPr>
          <p:cNvPicPr>
            <a:picLocks noChangeAspect="1"/>
          </p:cNvPicPr>
          <p:nvPr userDrawn="1"/>
        </p:nvPicPr>
        <p:blipFill>
          <a:blip r:embed="rId2">
            <a:extLst>
              <a:ext uri="{28A0092B-C50C-407E-A947-70E740481C1C}">
                <a14:useLocalDpi xmlns:a14="http://schemas.microsoft.com/office/drawing/2010/main" val="0"/>
              </a:ext>
            </a:extLst>
          </a:blip>
          <a:srcRect t="75" b="75"/>
          <a:stretch/>
        </p:blipFill>
        <p:spPr>
          <a:xfrm>
            <a:off x="3244392" y="2841433"/>
            <a:ext cx="5702583" cy="1178664"/>
          </a:xfrm>
          <a:prstGeom prst="rect">
            <a:avLst/>
          </a:prstGeom>
        </p:spPr>
      </p:pic>
      <p:sp>
        <p:nvSpPr>
          <p:cNvPr id="2" name="Rectangle 1">
            <a:extLst>
              <a:ext uri="{FF2B5EF4-FFF2-40B4-BE49-F238E27FC236}">
                <a16:creationId xmlns:a16="http://schemas.microsoft.com/office/drawing/2014/main" id="{958F7C47-2AB5-4FB0-28C4-35578F9E939D}"/>
              </a:ext>
            </a:extLst>
          </p:cNvPr>
          <p:cNvSpPr/>
          <p:nvPr userDrawn="1"/>
        </p:nvSpPr>
        <p:spPr>
          <a:xfrm>
            <a:off x="9948334" y="-172308"/>
            <a:ext cx="2258191" cy="1342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2"/>
                </a:solidFill>
              </a:rPr>
              <a:t>To add slide numbers, go to Insert  &gt; Slide Number  </a:t>
            </a:r>
          </a:p>
        </p:txBody>
      </p:sp>
    </p:spTree>
    <p:extLst>
      <p:ext uri="{BB962C8B-B14F-4D97-AF65-F5344CB8AC3E}">
        <p14:creationId xmlns:p14="http://schemas.microsoft.com/office/powerpoint/2010/main" val="989059616"/>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Hyland Animated Intro">
    <p:spTree>
      <p:nvGrpSpPr>
        <p:cNvPr id="1" name=""/>
        <p:cNvGrpSpPr/>
        <p:nvPr/>
      </p:nvGrpSpPr>
      <p:grpSpPr>
        <a:xfrm>
          <a:off x="0" y="0"/>
          <a:ext cx="0" cy="0"/>
          <a:chOff x="0" y="0"/>
          <a:chExt cx="0" cy="0"/>
        </a:xfrm>
      </p:grpSpPr>
      <p:pic>
        <p:nvPicPr>
          <p:cNvPr id="7" name="object 3">
            <a:extLst>
              <a:ext uri="{FF2B5EF4-FFF2-40B4-BE49-F238E27FC236}">
                <a16:creationId xmlns:a16="http://schemas.microsoft.com/office/drawing/2014/main" id="{47827A32-4372-84B9-5CFC-548DCEE99506}"/>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2552"/>
            <a:ext cx="12192000" cy="6855448"/>
          </a:xfrm>
          <a:prstGeom prst="rect">
            <a:avLst/>
          </a:prstGeom>
        </p:spPr>
      </p:pic>
      <p:sp>
        <p:nvSpPr>
          <p:cNvPr id="8" name="Parallelogram 10">
            <a:extLst>
              <a:ext uri="{FF2B5EF4-FFF2-40B4-BE49-F238E27FC236}">
                <a16:creationId xmlns:a16="http://schemas.microsoft.com/office/drawing/2014/main" id="{FAB1F7CE-48AA-7356-6CF0-297DD0EF10DE}"/>
              </a:ext>
            </a:extLst>
          </p:cNvPr>
          <p:cNvSpPr>
            <a:spLocks noChangeAspect="1"/>
          </p:cNvSpPr>
          <p:nvPr userDrawn="1"/>
        </p:nvSpPr>
        <p:spPr bwMode="auto">
          <a:xfrm>
            <a:off x="4996309" y="2118995"/>
            <a:ext cx="1689913" cy="1309116"/>
          </a:xfrm>
          <a:prstGeom prst="parallelogram">
            <a:avLst>
              <a:gd name="adj" fmla="val 57222"/>
            </a:avLst>
          </a:prstGeom>
          <a:solidFill>
            <a:schemeClr val="bg2"/>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191C1A"/>
              </a:solidFill>
              <a:effectLst/>
              <a:uLnTx/>
              <a:uFillTx/>
              <a:latin typeface="+mn-lt"/>
              <a:ea typeface="+mn-ea"/>
              <a:cs typeface="+mn-cs"/>
            </a:endParaRPr>
          </a:p>
        </p:txBody>
      </p:sp>
      <p:sp>
        <p:nvSpPr>
          <p:cNvPr id="9" name="Parallelogram 12">
            <a:extLst>
              <a:ext uri="{FF2B5EF4-FFF2-40B4-BE49-F238E27FC236}">
                <a16:creationId xmlns:a16="http://schemas.microsoft.com/office/drawing/2014/main" id="{E699842C-2094-A6C0-9A9D-1D34E2905A17}"/>
              </a:ext>
            </a:extLst>
          </p:cNvPr>
          <p:cNvSpPr>
            <a:spLocks noChangeAspect="1"/>
          </p:cNvSpPr>
          <p:nvPr userDrawn="1"/>
        </p:nvSpPr>
        <p:spPr bwMode="auto">
          <a:xfrm>
            <a:off x="5176030" y="3434122"/>
            <a:ext cx="1689913" cy="1309115"/>
          </a:xfrm>
          <a:prstGeom prst="parallelogram">
            <a:avLst>
              <a:gd name="adj" fmla="val 57222"/>
            </a:avLst>
          </a:prstGeom>
          <a:solidFill>
            <a:schemeClr val="bg2"/>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191C1A"/>
              </a:solidFill>
              <a:effectLst/>
              <a:uLnTx/>
              <a:uFillTx/>
              <a:latin typeface="+mn-lt"/>
              <a:ea typeface="+mn-ea"/>
              <a:cs typeface="+mn-cs"/>
            </a:endParaRPr>
          </a:p>
        </p:txBody>
      </p:sp>
      <p:sp>
        <p:nvSpPr>
          <p:cNvPr id="10" name="Parallelogram 13">
            <a:extLst>
              <a:ext uri="{FF2B5EF4-FFF2-40B4-BE49-F238E27FC236}">
                <a16:creationId xmlns:a16="http://schemas.microsoft.com/office/drawing/2014/main" id="{5F35401B-EE2D-87D0-F04F-292A39C02166}"/>
              </a:ext>
            </a:extLst>
          </p:cNvPr>
          <p:cNvSpPr>
            <a:spLocks noChangeAspect="1"/>
          </p:cNvSpPr>
          <p:nvPr userDrawn="1"/>
        </p:nvSpPr>
        <p:spPr bwMode="auto">
          <a:xfrm>
            <a:off x="3318119" y="3434122"/>
            <a:ext cx="1689913" cy="1309115"/>
          </a:xfrm>
          <a:prstGeom prst="parallelogram">
            <a:avLst>
              <a:gd name="adj" fmla="val 57222"/>
            </a:avLst>
          </a:prstGeom>
          <a:solidFill>
            <a:schemeClr val="bg2"/>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191C1A"/>
              </a:solidFill>
              <a:effectLst/>
              <a:uLnTx/>
              <a:uFillTx/>
              <a:latin typeface="+mn-lt"/>
              <a:ea typeface="+mn-ea"/>
              <a:cs typeface="+mn-cs"/>
            </a:endParaRPr>
          </a:p>
        </p:txBody>
      </p:sp>
      <p:sp>
        <p:nvSpPr>
          <p:cNvPr id="11" name="Parallelogram 10">
            <a:extLst>
              <a:ext uri="{FF2B5EF4-FFF2-40B4-BE49-F238E27FC236}">
                <a16:creationId xmlns:a16="http://schemas.microsoft.com/office/drawing/2014/main" id="{D848F906-70A6-D1DF-FCE3-189EC46E4579}"/>
              </a:ext>
            </a:extLst>
          </p:cNvPr>
          <p:cNvSpPr>
            <a:spLocks noChangeAspect="1"/>
          </p:cNvSpPr>
          <p:nvPr userDrawn="1"/>
        </p:nvSpPr>
        <p:spPr bwMode="auto">
          <a:xfrm>
            <a:off x="6857275" y="2118995"/>
            <a:ext cx="1689913" cy="1309116"/>
          </a:xfrm>
          <a:prstGeom prst="parallelogram">
            <a:avLst>
              <a:gd name="adj" fmla="val 57222"/>
            </a:avLst>
          </a:prstGeom>
          <a:solidFill>
            <a:schemeClr val="bg2"/>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191C1A"/>
              </a:solidFill>
              <a:effectLst/>
              <a:uLnTx/>
              <a:uFillTx/>
              <a:latin typeface="+mn-lt"/>
              <a:ea typeface="+mn-ea"/>
              <a:cs typeface="+mn-cs"/>
            </a:endParaRPr>
          </a:p>
        </p:txBody>
      </p:sp>
      <p:pic>
        <p:nvPicPr>
          <p:cNvPr id="12" name="object 4">
            <a:extLst>
              <a:ext uri="{FF2B5EF4-FFF2-40B4-BE49-F238E27FC236}">
                <a16:creationId xmlns:a16="http://schemas.microsoft.com/office/drawing/2014/main" id="{2EDF3DE8-D958-D596-8FBD-EB3D6FF7557C}"/>
              </a:ext>
            </a:extLst>
          </p:cNvPr>
          <p:cNvPicPr/>
          <p:nvPr userDrawn="1"/>
        </p:nvPicPr>
        <p:blipFill>
          <a:blip r:embed="rId3" cstate="email">
            <a:extLst>
              <a:ext uri="{28A0092B-C50C-407E-A947-70E740481C1C}">
                <a14:useLocalDpi xmlns:a14="http://schemas.microsoft.com/office/drawing/2010/main"/>
              </a:ext>
            </a:extLst>
          </a:blip>
          <a:stretch>
            <a:fillRect/>
          </a:stretch>
        </p:blipFill>
        <p:spPr>
          <a:xfrm>
            <a:off x="3272376" y="2118995"/>
            <a:ext cx="5305737" cy="2624242"/>
          </a:xfrm>
          <a:prstGeom prst="rect">
            <a:avLst/>
          </a:prstGeom>
        </p:spPr>
      </p:pic>
      <p:pic>
        <p:nvPicPr>
          <p:cNvPr id="13" name="Picture 12">
            <a:extLst>
              <a:ext uri="{FF2B5EF4-FFF2-40B4-BE49-F238E27FC236}">
                <a16:creationId xmlns:a16="http://schemas.microsoft.com/office/drawing/2014/main" id="{21A067C9-B42E-965C-8401-14BA681AA7EA}"/>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2996045" y="2996841"/>
            <a:ext cx="6642264" cy="752789"/>
          </a:xfrm>
          <a:prstGeom prst="rect">
            <a:avLst/>
          </a:prstGeom>
        </p:spPr>
      </p:pic>
      <p:sp>
        <p:nvSpPr>
          <p:cNvPr id="2" name="Rectangle 1">
            <a:extLst>
              <a:ext uri="{FF2B5EF4-FFF2-40B4-BE49-F238E27FC236}">
                <a16:creationId xmlns:a16="http://schemas.microsoft.com/office/drawing/2014/main" id="{3B5E3AB8-886E-4804-BE61-A482F2362A30}"/>
              </a:ext>
            </a:extLst>
          </p:cNvPr>
          <p:cNvSpPr/>
          <p:nvPr userDrawn="1"/>
        </p:nvSpPr>
        <p:spPr>
          <a:xfrm>
            <a:off x="9948334" y="-172308"/>
            <a:ext cx="2258191" cy="1342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2"/>
                </a:solidFill>
              </a:rPr>
              <a:t>To add slide numbers, go to Insert  &gt; Slide Number  </a:t>
            </a:r>
          </a:p>
        </p:txBody>
      </p:sp>
    </p:spTree>
    <p:extLst>
      <p:ext uri="{BB962C8B-B14F-4D97-AF65-F5344CB8AC3E}">
        <p14:creationId xmlns:p14="http://schemas.microsoft.com/office/powerpoint/2010/main" val="4287357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strVal val="#ppt_w+.3"/>
                                          </p:val>
                                        </p:tav>
                                        <p:tav tm="100000">
                                          <p:val>
                                            <p:strVal val="#ppt_w"/>
                                          </p:val>
                                        </p:tav>
                                      </p:tavLst>
                                    </p:anim>
                                    <p:anim calcmode="lin" valueType="num">
                                      <p:cBhvr>
                                        <p:cTn id="8" dur="1000" fill="hold"/>
                                        <p:tgtEl>
                                          <p:spTgt spid="11"/>
                                        </p:tgtEl>
                                        <p:attrNameLst>
                                          <p:attrName>ppt_h</p:attrName>
                                        </p:attrNameLst>
                                      </p:cBhvr>
                                      <p:tavLst>
                                        <p:tav tm="0">
                                          <p:val>
                                            <p:strVal val="#ppt_h"/>
                                          </p:val>
                                        </p:tav>
                                        <p:tav tm="100000">
                                          <p:val>
                                            <p:strVal val="#ppt_h"/>
                                          </p:val>
                                        </p:tav>
                                      </p:tavLst>
                                    </p:anim>
                                    <p:animEffect transition="in" filter="fade">
                                      <p:cBhvr>
                                        <p:cTn id="9" dur="1000"/>
                                        <p:tgtEl>
                                          <p:spTgt spid="11"/>
                                        </p:tgtEl>
                                      </p:cBhvr>
                                    </p:animEffect>
                                  </p:childTnLst>
                                </p:cTn>
                              </p:par>
                              <p:par>
                                <p:cTn id="10" presetID="50" presetClass="entr" presetSubtype="0" decel="10000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1000" fill="hold"/>
                                        <p:tgtEl>
                                          <p:spTgt spid="10"/>
                                        </p:tgtEl>
                                        <p:attrNameLst>
                                          <p:attrName>ppt_w</p:attrName>
                                        </p:attrNameLst>
                                      </p:cBhvr>
                                      <p:tavLst>
                                        <p:tav tm="0">
                                          <p:val>
                                            <p:strVal val="#ppt_w+.3"/>
                                          </p:val>
                                        </p:tav>
                                        <p:tav tm="100000">
                                          <p:val>
                                            <p:strVal val="#ppt_w"/>
                                          </p:val>
                                        </p:tav>
                                      </p:tavLst>
                                    </p:anim>
                                    <p:anim calcmode="lin" valueType="num">
                                      <p:cBhvr>
                                        <p:cTn id="13" dur="1000" fill="hold"/>
                                        <p:tgtEl>
                                          <p:spTgt spid="10"/>
                                        </p:tgtEl>
                                        <p:attrNameLst>
                                          <p:attrName>ppt_h</p:attrName>
                                        </p:attrNameLst>
                                      </p:cBhvr>
                                      <p:tavLst>
                                        <p:tav tm="0">
                                          <p:val>
                                            <p:strVal val="#ppt_h"/>
                                          </p:val>
                                        </p:tav>
                                        <p:tav tm="100000">
                                          <p:val>
                                            <p:strVal val="#ppt_h"/>
                                          </p:val>
                                        </p:tav>
                                      </p:tavLst>
                                    </p:anim>
                                    <p:animEffect transition="in" filter="fade">
                                      <p:cBhvr>
                                        <p:cTn id="14" dur="1000"/>
                                        <p:tgtEl>
                                          <p:spTgt spid="10"/>
                                        </p:tgtEl>
                                      </p:cBhvr>
                                    </p:animEffect>
                                  </p:childTnLst>
                                </p:cTn>
                              </p:par>
                              <p:par>
                                <p:cTn id="15" presetID="50" presetClass="entr" presetSubtype="0" decel="10000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1000" fill="hold"/>
                                        <p:tgtEl>
                                          <p:spTgt spid="9"/>
                                        </p:tgtEl>
                                        <p:attrNameLst>
                                          <p:attrName>ppt_w</p:attrName>
                                        </p:attrNameLst>
                                      </p:cBhvr>
                                      <p:tavLst>
                                        <p:tav tm="0">
                                          <p:val>
                                            <p:strVal val="#ppt_w+.3"/>
                                          </p:val>
                                        </p:tav>
                                        <p:tav tm="100000">
                                          <p:val>
                                            <p:strVal val="#ppt_w"/>
                                          </p:val>
                                        </p:tav>
                                      </p:tavLst>
                                    </p:anim>
                                    <p:anim calcmode="lin" valueType="num">
                                      <p:cBhvr>
                                        <p:cTn id="18" dur="1000" fill="hold"/>
                                        <p:tgtEl>
                                          <p:spTgt spid="9"/>
                                        </p:tgtEl>
                                        <p:attrNameLst>
                                          <p:attrName>ppt_h</p:attrName>
                                        </p:attrNameLst>
                                      </p:cBhvr>
                                      <p:tavLst>
                                        <p:tav tm="0">
                                          <p:val>
                                            <p:strVal val="#ppt_h"/>
                                          </p:val>
                                        </p:tav>
                                        <p:tav tm="100000">
                                          <p:val>
                                            <p:strVal val="#ppt_h"/>
                                          </p:val>
                                        </p:tav>
                                      </p:tavLst>
                                    </p:anim>
                                    <p:animEffect transition="in" filter="fade">
                                      <p:cBhvr>
                                        <p:cTn id="19" dur="1000"/>
                                        <p:tgtEl>
                                          <p:spTgt spid="9"/>
                                        </p:tgtEl>
                                      </p:cBhvr>
                                    </p:animEffect>
                                  </p:childTnLst>
                                </p:cTn>
                              </p:par>
                              <p:par>
                                <p:cTn id="20" presetID="50" presetClass="entr" presetSubtype="0" decel="10000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1000" fill="hold"/>
                                        <p:tgtEl>
                                          <p:spTgt spid="8"/>
                                        </p:tgtEl>
                                        <p:attrNameLst>
                                          <p:attrName>ppt_w</p:attrName>
                                        </p:attrNameLst>
                                      </p:cBhvr>
                                      <p:tavLst>
                                        <p:tav tm="0">
                                          <p:val>
                                            <p:strVal val="#ppt_w+.3"/>
                                          </p:val>
                                        </p:tav>
                                        <p:tav tm="100000">
                                          <p:val>
                                            <p:strVal val="#ppt_w"/>
                                          </p:val>
                                        </p:tav>
                                      </p:tavLst>
                                    </p:anim>
                                    <p:anim calcmode="lin" valueType="num">
                                      <p:cBhvr>
                                        <p:cTn id="23" dur="1000" fill="hold"/>
                                        <p:tgtEl>
                                          <p:spTgt spid="8"/>
                                        </p:tgtEl>
                                        <p:attrNameLst>
                                          <p:attrName>ppt_h</p:attrName>
                                        </p:attrNameLst>
                                      </p:cBhvr>
                                      <p:tavLst>
                                        <p:tav tm="0">
                                          <p:val>
                                            <p:strVal val="#ppt_h"/>
                                          </p:val>
                                        </p:tav>
                                        <p:tav tm="100000">
                                          <p:val>
                                            <p:strVal val="#ppt_h"/>
                                          </p:val>
                                        </p:tav>
                                      </p:tavLst>
                                    </p:anim>
                                    <p:animEffect transition="in" filter="fade">
                                      <p:cBhvr>
                                        <p:cTn id="24" dur="1000"/>
                                        <p:tgtEl>
                                          <p:spTgt spid="8"/>
                                        </p:tgtEl>
                                      </p:cBhvr>
                                    </p:animEffect>
                                  </p:childTnLst>
                                </p:cTn>
                              </p:par>
                              <p:par>
                                <p:cTn id="25" presetID="14" presetClass="exit" presetSubtype="10" fill="hold" nodeType="withEffect">
                                  <p:stCondLst>
                                    <p:cond delay="750"/>
                                  </p:stCondLst>
                                  <p:childTnLst>
                                    <p:animEffect transition="out" filter="randombar(horizontal)">
                                      <p:cBhvr>
                                        <p:cTn id="26" dur="500"/>
                                        <p:tgtEl>
                                          <p:spTgt spid="7"/>
                                        </p:tgtEl>
                                      </p:cBhvr>
                                    </p:animEffect>
                                    <p:set>
                                      <p:cBhvr>
                                        <p:cTn id="27" dur="1" fill="hold">
                                          <p:stCondLst>
                                            <p:cond delay="499"/>
                                          </p:stCondLst>
                                        </p:cTn>
                                        <p:tgtEl>
                                          <p:spTgt spid="7"/>
                                        </p:tgtEl>
                                        <p:attrNameLst>
                                          <p:attrName>style.visibility</p:attrName>
                                        </p:attrNameLst>
                                      </p:cBhvr>
                                      <p:to>
                                        <p:strVal val="hidden"/>
                                      </p:to>
                                    </p:set>
                                  </p:childTnLst>
                                </p:cTn>
                              </p:par>
                              <p:par>
                                <p:cTn id="28" presetID="10" presetClass="exit" presetSubtype="0" fill="hold" grpId="1" nodeType="withEffect">
                                  <p:stCondLst>
                                    <p:cond delay="750"/>
                                  </p:stCondLst>
                                  <p:childTnLst>
                                    <p:animEffect transition="out" filter="fade">
                                      <p:cBhvr>
                                        <p:cTn id="29" dur="500"/>
                                        <p:tgtEl>
                                          <p:spTgt spid="11"/>
                                        </p:tgtEl>
                                      </p:cBhvr>
                                    </p:animEffect>
                                    <p:set>
                                      <p:cBhvr>
                                        <p:cTn id="30" dur="1" fill="hold">
                                          <p:stCondLst>
                                            <p:cond delay="499"/>
                                          </p:stCondLst>
                                        </p:cTn>
                                        <p:tgtEl>
                                          <p:spTgt spid="11"/>
                                        </p:tgtEl>
                                        <p:attrNameLst>
                                          <p:attrName>style.visibility</p:attrName>
                                        </p:attrNameLst>
                                      </p:cBhvr>
                                      <p:to>
                                        <p:strVal val="hidden"/>
                                      </p:to>
                                    </p:set>
                                  </p:childTnLst>
                                </p:cTn>
                              </p:par>
                              <p:par>
                                <p:cTn id="31" presetID="10" presetClass="exit" presetSubtype="0" fill="hold" grpId="1" nodeType="withEffect">
                                  <p:stCondLst>
                                    <p:cond delay="750"/>
                                  </p:stCondLst>
                                  <p:childTnLst>
                                    <p:animEffect transition="out" filter="fade">
                                      <p:cBhvr>
                                        <p:cTn id="32" dur="500"/>
                                        <p:tgtEl>
                                          <p:spTgt spid="10"/>
                                        </p:tgtEl>
                                      </p:cBhvr>
                                    </p:animEffect>
                                    <p:set>
                                      <p:cBhvr>
                                        <p:cTn id="33" dur="1" fill="hold">
                                          <p:stCondLst>
                                            <p:cond delay="499"/>
                                          </p:stCondLst>
                                        </p:cTn>
                                        <p:tgtEl>
                                          <p:spTgt spid="10"/>
                                        </p:tgtEl>
                                        <p:attrNameLst>
                                          <p:attrName>style.visibility</p:attrName>
                                        </p:attrNameLst>
                                      </p:cBhvr>
                                      <p:to>
                                        <p:strVal val="hidden"/>
                                      </p:to>
                                    </p:set>
                                  </p:childTnLst>
                                </p:cTn>
                              </p:par>
                              <p:par>
                                <p:cTn id="34" presetID="10" presetClass="exit" presetSubtype="0" fill="hold" grpId="1" nodeType="withEffect">
                                  <p:stCondLst>
                                    <p:cond delay="750"/>
                                  </p:stCondLst>
                                  <p:childTnLst>
                                    <p:animEffect transition="out" filter="fade">
                                      <p:cBhvr>
                                        <p:cTn id="35" dur="500"/>
                                        <p:tgtEl>
                                          <p:spTgt spid="9"/>
                                        </p:tgtEl>
                                      </p:cBhvr>
                                    </p:animEffect>
                                    <p:set>
                                      <p:cBhvr>
                                        <p:cTn id="36" dur="1" fill="hold">
                                          <p:stCondLst>
                                            <p:cond delay="499"/>
                                          </p:stCondLst>
                                        </p:cTn>
                                        <p:tgtEl>
                                          <p:spTgt spid="9"/>
                                        </p:tgtEl>
                                        <p:attrNameLst>
                                          <p:attrName>style.visibility</p:attrName>
                                        </p:attrNameLst>
                                      </p:cBhvr>
                                      <p:to>
                                        <p:strVal val="hidden"/>
                                      </p:to>
                                    </p:set>
                                  </p:childTnLst>
                                </p:cTn>
                              </p:par>
                              <p:par>
                                <p:cTn id="37" presetID="10" presetClass="exit" presetSubtype="0" fill="hold" grpId="1" nodeType="withEffect">
                                  <p:stCondLst>
                                    <p:cond delay="750"/>
                                  </p:stCondLst>
                                  <p:childTnLst>
                                    <p:animEffect transition="out" filter="fade">
                                      <p:cBhvr>
                                        <p:cTn id="38" dur="500"/>
                                        <p:tgtEl>
                                          <p:spTgt spid="8"/>
                                        </p:tgtEl>
                                      </p:cBhvr>
                                    </p:animEffect>
                                    <p:set>
                                      <p:cBhvr>
                                        <p:cTn id="39" dur="1" fill="hold">
                                          <p:stCondLst>
                                            <p:cond delay="499"/>
                                          </p:stCondLst>
                                        </p:cTn>
                                        <p:tgtEl>
                                          <p:spTgt spid="8"/>
                                        </p:tgtEl>
                                        <p:attrNameLst>
                                          <p:attrName>style.visibility</p:attrName>
                                        </p:attrNameLst>
                                      </p:cBhvr>
                                      <p:to>
                                        <p:strVal val="hidden"/>
                                      </p:to>
                                    </p:set>
                                  </p:childTnLst>
                                </p:cTn>
                              </p:par>
                              <p:par>
                                <p:cTn id="40" presetID="10" presetClass="entr" presetSubtype="0" fill="hold" nodeType="withEffect">
                                  <p:stCondLst>
                                    <p:cond delay="75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par>
                                <p:cTn id="43" presetID="50" presetClass="entr" presetSubtype="0" decel="100000" fill="hold" nodeType="withEffect">
                                  <p:stCondLst>
                                    <p:cond delay="750"/>
                                  </p:stCondLst>
                                  <p:childTnLst>
                                    <p:set>
                                      <p:cBhvr>
                                        <p:cTn id="44" dur="1" fill="hold">
                                          <p:stCondLst>
                                            <p:cond delay="0"/>
                                          </p:stCondLst>
                                        </p:cTn>
                                        <p:tgtEl>
                                          <p:spTgt spid="13"/>
                                        </p:tgtEl>
                                        <p:attrNameLst>
                                          <p:attrName>style.visibility</p:attrName>
                                        </p:attrNameLst>
                                      </p:cBhvr>
                                      <p:to>
                                        <p:strVal val="visible"/>
                                      </p:to>
                                    </p:set>
                                    <p:anim calcmode="lin" valueType="num">
                                      <p:cBhvr>
                                        <p:cTn id="45" dur="1000" fill="hold"/>
                                        <p:tgtEl>
                                          <p:spTgt spid="13"/>
                                        </p:tgtEl>
                                        <p:attrNameLst>
                                          <p:attrName>ppt_w</p:attrName>
                                        </p:attrNameLst>
                                      </p:cBhvr>
                                      <p:tavLst>
                                        <p:tav tm="0">
                                          <p:val>
                                            <p:strVal val="#ppt_w+.3"/>
                                          </p:val>
                                        </p:tav>
                                        <p:tav tm="100000">
                                          <p:val>
                                            <p:strVal val="#ppt_w"/>
                                          </p:val>
                                        </p:tav>
                                      </p:tavLst>
                                    </p:anim>
                                    <p:anim calcmode="lin" valueType="num">
                                      <p:cBhvr>
                                        <p:cTn id="46" dur="1000" fill="hold"/>
                                        <p:tgtEl>
                                          <p:spTgt spid="13"/>
                                        </p:tgtEl>
                                        <p:attrNameLst>
                                          <p:attrName>ppt_h</p:attrName>
                                        </p:attrNameLst>
                                      </p:cBhvr>
                                      <p:tavLst>
                                        <p:tav tm="0">
                                          <p:val>
                                            <p:strVal val="#ppt_h"/>
                                          </p:val>
                                        </p:tav>
                                        <p:tav tm="100000">
                                          <p:val>
                                            <p:strVal val="#ppt_h"/>
                                          </p:val>
                                        </p:tav>
                                      </p:tavLst>
                                    </p:anim>
                                    <p:animEffect transition="in" filter="fade">
                                      <p:cBhvr>
                                        <p:cTn id="4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P spid="10" grpId="1" animBg="1"/>
      <p:bldP spid="11" grpId="0" animBg="1"/>
      <p:bldP spid="11" grpId="1" animBg="1"/>
    </p:bld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act / Connec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9D147-7048-51F7-FBA6-5DB5CEBDCC64}"/>
              </a:ext>
            </a:extLst>
          </p:cNvPr>
          <p:cNvSpPr>
            <a:spLocks noGrp="1"/>
          </p:cNvSpPr>
          <p:nvPr>
            <p:ph type="title" hasCustomPrompt="1"/>
          </p:nvPr>
        </p:nvSpPr>
        <p:spPr>
          <a:xfrm>
            <a:off x="476655" y="2493198"/>
            <a:ext cx="11235446" cy="575526"/>
          </a:xfrm>
        </p:spPr>
        <p:txBody>
          <a:bodyPr/>
          <a:lstStyle>
            <a:lvl1pPr>
              <a:defRPr/>
            </a:lvl1pPr>
          </a:lstStyle>
          <a:p>
            <a:r>
              <a:rPr lang="en-US" dirty="0"/>
              <a:t>[Click to add contact / for more info / connect]</a:t>
            </a:r>
          </a:p>
        </p:txBody>
      </p:sp>
      <p:sp>
        <p:nvSpPr>
          <p:cNvPr id="3" name="Date Placeholder 2">
            <a:extLst>
              <a:ext uri="{FF2B5EF4-FFF2-40B4-BE49-F238E27FC236}">
                <a16:creationId xmlns:a16="http://schemas.microsoft.com/office/drawing/2014/main" id="{31F72C5D-29E5-1F84-9238-17DCC24B5629}"/>
              </a:ext>
            </a:extLst>
          </p:cNvPr>
          <p:cNvSpPr>
            <a:spLocks noGrp="1"/>
          </p:cNvSpPr>
          <p:nvPr>
            <p:ph type="dt" sz="half" idx="10"/>
          </p:nvPr>
        </p:nvSpPr>
        <p:spPr/>
        <p:txBody>
          <a:bodyPr/>
          <a:lstStyle/>
          <a:p>
            <a:fld id="{6ECC6306-2292-4384-9A97-B25B884D6A7C}" type="datetime1">
              <a:rPr lang="en-US" smtClean="0"/>
              <a:t>3/26/26</a:t>
            </a:fld>
            <a:endParaRPr lang="en-US"/>
          </a:p>
        </p:txBody>
      </p:sp>
      <p:sp>
        <p:nvSpPr>
          <p:cNvPr id="4" name="Footer Placeholder 3">
            <a:extLst>
              <a:ext uri="{FF2B5EF4-FFF2-40B4-BE49-F238E27FC236}">
                <a16:creationId xmlns:a16="http://schemas.microsoft.com/office/drawing/2014/main" id="{2CB83AEC-E977-42B1-80DA-2EC5DDC41C4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BCCAD46-6566-96BD-23D7-34ACD5B73958}"/>
              </a:ext>
            </a:extLst>
          </p:cNvPr>
          <p:cNvSpPr>
            <a:spLocks noGrp="1"/>
          </p:cNvSpPr>
          <p:nvPr>
            <p:ph type="sldNum" sz="quarter" idx="12"/>
          </p:nvPr>
        </p:nvSpPr>
        <p:spPr/>
        <p:txBody>
          <a:bodyPr/>
          <a:lstStyle/>
          <a:p>
            <a:fld id="{16C30856-2FD0-40BB-988B-8BB8612257E2}" type="slidenum">
              <a:rPr lang="en-US" smtClean="0"/>
              <a:pPr/>
              <a:t>‹#›</a:t>
            </a:fld>
            <a:endParaRPr lang="en-US"/>
          </a:p>
        </p:txBody>
      </p:sp>
      <p:sp>
        <p:nvSpPr>
          <p:cNvPr id="6" name="Text Placeholder 46">
            <a:extLst>
              <a:ext uri="{FF2B5EF4-FFF2-40B4-BE49-F238E27FC236}">
                <a16:creationId xmlns:a16="http://schemas.microsoft.com/office/drawing/2014/main" id="{4EB04484-4F51-8CE3-CA61-14AB1CCFD74A}"/>
              </a:ext>
            </a:extLst>
          </p:cNvPr>
          <p:cNvSpPr>
            <a:spLocks noGrp="1"/>
          </p:cNvSpPr>
          <p:nvPr>
            <p:ph type="body" sz="quarter" idx="22" hasCustomPrompt="1"/>
          </p:nvPr>
        </p:nvSpPr>
        <p:spPr>
          <a:xfrm>
            <a:off x="476655" y="3213180"/>
            <a:ext cx="3665537" cy="211547"/>
          </a:xfrm>
        </p:spPr>
        <p:txBody>
          <a:bodyPr>
            <a:noAutofit/>
          </a:bodyPr>
          <a:lstStyle>
            <a:lvl1pPr marL="0" indent="0">
              <a:lnSpc>
                <a:spcPct val="90000"/>
              </a:lnSpc>
              <a:spcAft>
                <a:spcPts val="0"/>
              </a:spcAft>
              <a:buFontTx/>
              <a:buNone/>
              <a:defRPr sz="1800" b="1" cap="none" baseline="0">
                <a:solidFill>
                  <a:schemeClr val="accent1"/>
                </a:solidFill>
                <a:latin typeface="+mn-lt"/>
              </a:defRPr>
            </a:lvl1pPr>
            <a:lvl2pPr marL="0" indent="0">
              <a:lnSpc>
                <a:spcPct val="90000"/>
              </a:lnSpc>
              <a:spcBef>
                <a:spcPts val="200"/>
              </a:spcBef>
              <a:spcAft>
                <a:spcPts val="0"/>
              </a:spcAft>
              <a:buFont typeface="Arial" panose="020B0604020202020204" pitchFamily="34" charset="0"/>
              <a:buChar char="​"/>
              <a:defRPr sz="90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a:t>
            </a:r>
            <a:r>
              <a:rPr lang="en-US" dirty="0" err="1"/>
              <a:t>Firstname</a:t>
            </a:r>
            <a:r>
              <a:rPr lang="en-US" dirty="0"/>
              <a:t> </a:t>
            </a:r>
            <a:r>
              <a:rPr lang="en-US" dirty="0" err="1"/>
              <a:t>Lastname</a:t>
            </a:r>
            <a:r>
              <a:rPr lang="en-US" dirty="0"/>
              <a:t>]</a:t>
            </a:r>
          </a:p>
        </p:txBody>
      </p:sp>
      <p:sp>
        <p:nvSpPr>
          <p:cNvPr id="7" name="Text Placeholder 46">
            <a:extLst>
              <a:ext uri="{FF2B5EF4-FFF2-40B4-BE49-F238E27FC236}">
                <a16:creationId xmlns:a16="http://schemas.microsoft.com/office/drawing/2014/main" id="{90A8F0B8-AB78-FCED-6D87-10196270F677}"/>
              </a:ext>
            </a:extLst>
          </p:cNvPr>
          <p:cNvSpPr>
            <a:spLocks noGrp="1"/>
          </p:cNvSpPr>
          <p:nvPr>
            <p:ph type="body" sz="quarter" idx="23" hasCustomPrompt="1"/>
          </p:nvPr>
        </p:nvSpPr>
        <p:spPr>
          <a:xfrm>
            <a:off x="476655" y="3463222"/>
            <a:ext cx="1422934" cy="211547"/>
          </a:xfrm>
        </p:spPr>
        <p:txBody>
          <a:bodyPr anchor="ctr">
            <a:noAutofit/>
          </a:bodyPr>
          <a:lstStyle>
            <a:lvl1pPr marL="0" indent="0">
              <a:lnSpc>
                <a:spcPct val="90000"/>
              </a:lnSpc>
              <a:spcAft>
                <a:spcPts val="0"/>
              </a:spcAft>
              <a:buFontTx/>
              <a:buNone/>
              <a:defRPr sz="1400" b="0" cap="none" baseline="0">
                <a:solidFill>
                  <a:schemeClr val="tx2"/>
                </a:solidFill>
                <a:latin typeface="+mn-lt"/>
              </a:defRPr>
            </a:lvl1pPr>
            <a:lvl2pPr marL="0" indent="0">
              <a:lnSpc>
                <a:spcPct val="90000"/>
              </a:lnSpc>
              <a:spcBef>
                <a:spcPts val="200"/>
              </a:spcBef>
              <a:spcAft>
                <a:spcPts val="0"/>
              </a:spcAft>
              <a:buFont typeface="Arial" panose="020B0604020202020204" pitchFamily="34" charset="0"/>
              <a:buChar char="​"/>
              <a:defRPr sz="90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a:t>
            </a:r>
          </a:p>
        </p:txBody>
      </p:sp>
      <p:sp>
        <p:nvSpPr>
          <p:cNvPr id="8" name="Text Placeholder 46">
            <a:extLst>
              <a:ext uri="{FF2B5EF4-FFF2-40B4-BE49-F238E27FC236}">
                <a16:creationId xmlns:a16="http://schemas.microsoft.com/office/drawing/2014/main" id="{B3BBF14A-2B44-1230-F61A-F5D634686193}"/>
              </a:ext>
            </a:extLst>
          </p:cNvPr>
          <p:cNvSpPr>
            <a:spLocks noGrp="1"/>
          </p:cNvSpPr>
          <p:nvPr>
            <p:ph type="body" sz="quarter" idx="26" hasCustomPrompt="1"/>
          </p:nvPr>
        </p:nvSpPr>
        <p:spPr>
          <a:xfrm>
            <a:off x="476655" y="3695103"/>
            <a:ext cx="3665537" cy="211547"/>
          </a:xfrm>
        </p:spPr>
        <p:txBody>
          <a:bodyPr anchor="ctr">
            <a:noAutofit/>
          </a:bodyPr>
          <a:lstStyle>
            <a:lvl1pPr marL="0" indent="0">
              <a:lnSpc>
                <a:spcPct val="90000"/>
              </a:lnSpc>
              <a:spcAft>
                <a:spcPts val="0"/>
              </a:spcAft>
              <a:buFontTx/>
              <a:buNone/>
              <a:defRPr sz="1400" b="0" cap="none" baseline="0">
                <a:solidFill>
                  <a:schemeClr val="tx2"/>
                </a:solidFill>
                <a:latin typeface="+mn-lt"/>
              </a:defRPr>
            </a:lvl1pPr>
            <a:lvl2pPr marL="0" indent="0">
              <a:lnSpc>
                <a:spcPct val="90000"/>
              </a:lnSpc>
              <a:spcBef>
                <a:spcPts val="200"/>
              </a:spcBef>
              <a:spcAft>
                <a:spcPts val="0"/>
              </a:spcAft>
              <a:buFont typeface="Arial" panose="020B0604020202020204" pitchFamily="34" charset="0"/>
              <a:buChar char="​"/>
              <a:defRPr sz="90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[Add email]</a:t>
            </a:r>
          </a:p>
        </p:txBody>
      </p:sp>
      <p:pic>
        <p:nvPicPr>
          <p:cNvPr id="9" name="Picture 2">
            <a:extLst>
              <a:ext uri="{FF2B5EF4-FFF2-40B4-BE49-F238E27FC236}">
                <a16:creationId xmlns:a16="http://schemas.microsoft.com/office/drawing/2014/main" id="{188BD127-3676-C6B1-49EF-1ACEFF303FD4}"/>
              </a:ext>
            </a:extLst>
          </p:cNvPr>
          <p:cNvPicPr>
            <a:picLocks noChangeAspect="1"/>
          </p:cNvPicPr>
          <p:nvPr userDrawn="1"/>
        </p:nvPicPr>
        <p:blipFill>
          <a:blip r:embed="rId2">
            <a:extLst>
              <a:ext uri="{28A0092B-C50C-407E-A947-70E740481C1C}">
                <a14:useLocalDpi xmlns:a14="http://schemas.microsoft.com/office/drawing/2010/main" val="0"/>
              </a:ext>
            </a:extLst>
          </a:blip>
          <a:srcRect t="75" b="75"/>
          <a:stretch/>
        </p:blipFill>
        <p:spPr>
          <a:xfrm>
            <a:off x="489339" y="769607"/>
            <a:ext cx="2555236" cy="528140"/>
          </a:xfrm>
          <a:prstGeom prst="rect">
            <a:avLst/>
          </a:prstGeom>
        </p:spPr>
      </p:pic>
    </p:spTree>
    <p:extLst>
      <p:ext uri="{BB962C8B-B14F-4D97-AF65-F5344CB8AC3E}">
        <p14:creationId xmlns:p14="http://schemas.microsoft.com/office/powerpoint/2010/main" val="2373569174"/>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Hyland Logo + Content">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F23FB6B2-4A0F-ABD1-1393-AA4E16F4A2A6}"/>
              </a:ext>
            </a:extLst>
          </p:cNvPr>
          <p:cNvPicPr>
            <a:picLocks noChangeAspect="1"/>
          </p:cNvPicPr>
          <p:nvPr userDrawn="1"/>
        </p:nvPicPr>
        <p:blipFill>
          <a:blip r:embed="rId2">
            <a:extLst>
              <a:ext uri="{28A0092B-C50C-407E-A947-70E740481C1C}">
                <a14:useLocalDpi xmlns:a14="http://schemas.microsoft.com/office/drawing/2010/main" val="0"/>
              </a:ext>
            </a:extLst>
          </a:blip>
          <a:srcRect t="75" b="75"/>
          <a:stretch/>
        </p:blipFill>
        <p:spPr>
          <a:xfrm>
            <a:off x="3244392" y="2841433"/>
            <a:ext cx="5702583" cy="1178664"/>
          </a:xfrm>
          <a:prstGeom prst="rect">
            <a:avLst/>
          </a:prstGeom>
        </p:spPr>
      </p:pic>
      <p:sp>
        <p:nvSpPr>
          <p:cNvPr id="7" name="Title 6">
            <a:extLst>
              <a:ext uri="{FF2B5EF4-FFF2-40B4-BE49-F238E27FC236}">
                <a16:creationId xmlns:a16="http://schemas.microsoft.com/office/drawing/2014/main" id="{D5AEB439-A9DF-5520-4E3D-AA3E06404DFD}"/>
              </a:ext>
            </a:extLst>
          </p:cNvPr>
          <p:cNvSpPr>
            <a:spLocks noGrp="1"/>
          </p:cNvSpPr>
          <p:nvPr>
            <p:ph type="title" hasCustomPrompt="1"/>
          </p:nvPr>
        </p:nvSpPr>
        <p:spPr>
          <a:xfrm>
            <a:off x="476655" y="4685773"/>
            <a:ext cx="11235446" cy="957837"/>
          </a:xfrm>
        </p:spPr>
        <p:txBody>
          <a:bodyPr/>
          <a:lstStyle>
            <a:lvl1pPr algn="ctr">
              <a:defRPr sz="2800" b="0">
                <a:latin typeface="+mn-lt"/>
              </a:defRPr>
            </a:lvl1pPr>
          </a:lstStyle>
          <a:p>
            <a:r>
              <a:rPr lang="en-US" dirty="0"/>
              <a:t> [Click to add content]</a:t>
            </a:r>
          </a:p>
        </p:txBody>
      </p:sp>
      <p:sp>
        <p:nvSpPr>
          <p:cNvPr id="2" name="Rectangle 1">
            <a:extLst>
              <a:ext uri="{FF2B5EF4-FFF2-40B4-BE49-F238E27FC236}">
                <a16:creationId xmlns:a16="http://schemas.microsoft.com/office/drawing/2014/main" id="{066F359A-BA86-1183-2AE7-C47B9E56FC76}"/>
              </a:ext>
            </a:extLst>
          </p:cNvPr>
          <p:cNvSpPr/>
          <p:nvPr userDrawn="1"/>
        </p:nvSpPr>
        <p:spPr>
          <a:xfrm>
            <a:off x="9948334" y="-172308"/>
            <a:ext cx="2258191" cy="1342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2"/>
                </a:solidFill>
              </a:rPr>
              <a:t>To add slide numbers, go to Insert  &gt; Slide Number  </a:t>
            </a:r>
          </a:p>
        </p:txBody>
      </p:sp>
    </p:spTree>
    <p:extLst>
      <p:ext uri="{BB962C8B-B14F-4D97-AF65-F5344CB8AC3E}">
        <p14:creationId xmlns:p14="http://schemas.microsoft.com/office/powerpoint/2010/main" val="33292041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  ~  ">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1235224-D25E-5C13-14DB-1A574021A233}"/>
              </a:ext>
            </a:extLst>
          </p:cNvPr>
          <p:cNvPicPr>
            <a:picLocks noChangeAspect="1"/>
          </p:cNvPicPr>
          <p:nvPr userDrawn="1"/>
        </p:nvPicPr>
        <p:blipFill>
          <a:blip r:embed="rId2"/>
          <a:srcRect l="2786" t="5238" r="6337" b="11823"/>
          <a:stretch/>
        </p:blipFill>
        <p:spPr>
          <a:xfrm>
            <a:off x="0" y="0"/>
            <a:ext cx="12192000" cy="6858000"/>
          </a:xfrm>
          <a:prstGeom prst="rect">
            <a:avLst/>
          </a:prstGeom>
        </p:spPr>
      </p:pic>
      <p:sp>
        <p:nvSpPr>
          <p:cNvPr id="3" name="TextBox 2">
            <a:extLst>
              <a:ext uri="{FF2B5EF4-FFF2-40B4-BE49-F238E27FC236}">
                <a16:creationId xmlns:a16="http://schemas.microsoft.com/office/drawing/2014/main" id="{701A86F4-29AA-5E2A-07F2-BA69E9C845B6}"/>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361093488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1.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26899B-95AA-EACA-2566-44EF9FECF5CB}"/>
              </a:ext>
            </a:extLst>
          </p:cNvPr>
          <p:cNvSpPr>
            <a:spLocks noGrp="1"/>
          </p:cNvSpPr>
          <p:nvPr>
            <p:ph type="title"/>
          </p:nvPr>
        </p:nvSpPr>
        <p:spPr>
          <a:xfrm>
            <a:off x="476655" y="365125"/>
            <a:ext cx="11235446" cy="957837"/>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4FBE843-0CC6-C57F-0E0B-0481F91900D7}"/>
              </a:ext>
            </a:extLst>
          </p:cNvPr>
          <p:cNvSpPr>
            <a:spLocks noGrp="1"/>
          </p:cNvSpPr>
          <p:nvPr>
            <p:ph type="body" idx="1"/>
          </p:nvPr>
        </p:nvSpPr>
        <p:spPr>
          <a:xfrm>
            <a:off x="476655" y="1524001"/>
            <a:ext cx="11235446" cy="465296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6410B01-81C4-B10B-D997-343DC3E4DD2B}"/>
              </a:ext>
            </a:extLst>
          </p:cNvPr>
          <p:cNvSpPr>
            <a:spLocks noGrp="1"/>
          </p:cNvSpPr>
          <p:nvPr>
            <p:ph type="dt" sz="half" idx="2"/>
          </p:nvPr>
        </p:nvSpPr>
        <p:spPr>
          <a:xfrm>
            <a:off x="11255932" y="6858000"/>
            <a:ext cx="936068" cy="132176"/>
          </a:xfrm>
          <a:prstGeom prst="rect">
            <a:avLst/>
          </a:prstGeom>
        </p:spPr>
        <p:txBody>
          <a:bodyPr vert="horz" lIns="91440" tIns="45720" rIns="91440" bIns="45720" rtlCol="0" anchor="ctr"/>
          <a:lstStyle>
            <a:lvl1pPr algn="r">
              <a:defRPr sz="600">
                <a:solidFill>
                  <a:schemeClr val="tx1">
                    <a:tint val="82000"/>
                  </a:schemeClr>
                </a:solidFill>
              </a:defRPr>
            </a:lvl1pPr>
          </a:lstStyle>
          <a:p>
            <a:fld id="{FC20275D-F658-4E7A-AD9A-D9F0445659BB}" type="datetime1">
              <a:rPr lang="en-US" smtClean="0"/>
              <a:pPr/>
              <a:t>3/26/26</a:t>
            </a:fld>
            <a:endParaRPr lang="en-US"/>
          </a:p>
        </p:txBody>
      </p:sp>
      <p:sp>
        <p:nvSpPr>
          <p:cNvPr id="5" name="Footer Placeholder 4">
            <a:extLst>
              <a:ext uri="{FF2B5EF4-FFF2-40B4-BE49-F238E27FC236}">
                <a16:creationId xmlns:a16="http://schemas.microsoft.com/office/drawing/2014/main" id="{A993A2A3-C1C2-B7A7-96FE-BA5471213DEE}"/>
              </a:ext>
            </a:extLst>
          </p:cNvPr>
          <p:cNvSpPr>
            <a:spLocks noGrp="1"/>
          </p:cNvSpPr>
          <p:nvPr>
            <p:ph type="ftr" sz="quarter" idx="3"/>
          </p:nvPr>
        </p:nvSpPr>
        <p:spPr>
          <a:xfrm>
            <a:off x="476655" y="6437815"/>
            <a:ext cx="7676745" cy="132176"/>
          </a:xfrm>
          <a:prstGeom prst="rect">
            <a:avLst/>
          </a:prstGeom>
        </p:spPr>
        <p:txBody>
          <a:bodyPr vert="horz" lIns="0" tIns="0" rIns="0" bIns="0" rtlCol="0" anchor="ctr"/>
          <a:lstStyle>
            <a:lvl1pPr algn="l">
              <a:defRPr sz="900">
                <a:solidFill>
                  <a:schemeClr val="tx1">
                    <a:lumMod val="50000"/>
                  </a:schemeClr>
                </a:solidFill>
              </a:defRPr>
            </a:lvl1pPr>
          </a:lstStyle>
          <a:p>
            <a:endParaRPr lang="en-US" dirty="0"/>
          </a:p>
        </p:txBody>
      </p:sp>
      <p:sp>
        <p:nvSpPr>
          <p:cNvPr id="6" name="Slide Number Placeholder 5">
            <a:extLst>
              <a:ext uri="{FF2B5EF4-FFF2-40B4-BE49-F238E27FC236}">
                <a16:creationId xmlns:a16="http://schemas.microsoft.com/office/drawing/2014/main" id="{815BE3F0-319F-F862-4403-59183F9796E9}"/>
              </a:ext>
            </a:extLst>
          </p:cNvPr>
          <p:cNvSpPr>
            <a:spLocks noGrp="1"/>
          </p:cNvSpPr>
          <p:nvPr>
            <p:ph type="sldNum" sz="quarter" idx="4"/>
          </p:nvPr>
        </p:nvSpPr>
        <p:spPr>
          <a:xfrm>
            <a:off x="11813528" y="57912"/>
            <a:ext cx="276991" cy="238317"/>
          </a:xfrm>
          <a:prstGeom prst="rect">
            <a:avLst/>
          </a:prstGeom>
        </p:spPr>
        <p:txBody>
          <a:bodyPr vert="horz" lIns="0" tIns="0" rIns="0" bIns="0" rtlCol="0" anchor="ctr"/>
          <a:lstStyle>
            <a:lvl1pPr algn="r">
              <a:defRPr sz="1050">
                <a:solidFill>
                  <a:schemeClr val="tx1">
                    <a:lumMod val="50000"/>
                  </a:schemeClr>
                </a:solidFill>
              </a:defRPr>
            </a:lvl1pPr>
          </a:lstStyle>
          <a:p>
            <a:fld id="{16C30856-2FD0-40BB-988B-8BB8612257E2}" type="slidenum">
              <a:rPr lang="en-US" smtClean="0"/>
              <a:pPr/>
              <a:t>‹#›</a:t>
            </a:fld>
            <a:endParaRPr lang="en-US"/>
          </a:p>
        </p:txBody>
      </p:sp>
      <p:pic>
        <p:nvPicPr>
          <p:cNvPr id="9" name="Graphic 8">
            <a:extLst>
              <a:ext uri="{FF2B5EF4-FFF2-40B4-BE49-F238E27FC236}">
                <a16:creationId xmlns:a16="http://schemas.microsoft.com/office/drawing/2014/main" id="{A35A2229-80B3-CC0E-C32C-63CD6689F6DF}"/>
              </a:ext>
            </a:extLst>
          </p:cNvPr>
          <p:cNvPicPr>
            <a:picLocks noChangeAspect="1"/>
          </p:cNvPicPr>
          <p:nvPr userDrawn="1"/>
        </p:nvPicPr>
        <p:blipFill>
          <a:blip>
            <a:extLst>
              <a:ext uri="{96DAC541-7B7A-43D3-8B79-37D633B846F1}">
                <asvg:svgBlip xmlns:asvg="http://schemas.microsoft.com/office/drawing/2016/SVG/main" r:embed="rId69"/>
              </a:ext>
            </a:extLst>
          </a:blip>
          <a:stretch>
            <a:fillRect/>
          </a:stretch>
        </p:blipFill>
        <p:spPr>
          <a:xfrm>
            <a:off x="11260238" y="6336008"/>
            <a:ext cx="451863" cy="238317"/>
          </a:xfrm>
          <a:prstGeom prst="rect">
            <a:avLst/>
          </a:prstGeom>
        </p:spPr>
      </p:pic>
      <p:cxnSp>
        <p:nvCxnSpPr>
          <p:cNvPr id="14" name="Straight Connector 13">
            <a:extLst>
              <a:ext uri="{FF2B5EF4-FFF2-40B4-BE49-F238E27FC236}">
                <a16:creationId xmlns:a16="http://schemas.microsoft.com/office/drawing/2014/main" id="{5BAF9962-3057-9359-0C6B-71C13CA633A4}"/>
              </a:ext>
            </a:extLst>
          </p:cNvPr>
          <p:cNvCxnSpPr/>
          <p:nvPr userDrawn="1"/>
        </p:nvCxnSpPr>
        <p:spPr>
          <a:xfrm>
            <a:off x="3284538" y="-229683"/>
            <a:ext cx="0" cy="104007"/>
          </a:xfrm>
          <a:prstGeom prst="line">
            <a:avLst/>
          </a:prstGeom>
          <a:ln w="635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3D3C544F-71EC-CFA3-55D9-AE5C1D23C36E}"/>
              </a:ext>
            </a:extLst>
          </p:cNvPr>
          <p:cNvCxnSpPr/>
          <p:nvPr userDrawn="1"/>
        </p:nvCxnSpPr>
        <p:spPr>
          <a:xfrm>
            <a:off x="8905078" y="-229683"/>
            <a:ext cx="0" cy="104007"/>
          </a:xfrm>
          <a:prstGeom prst="line">
            <a:avLst/>
          </a:prstGeom>
          <a:ln w="635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0A8C8D0-4AF4-3287-A6EC-19CD1333E796}"/>
              </a:ext>
            </a:extLst>
          </p:cNvPr>
          <p:cNvCxnSpPr>
            <a:cxnSpLocks/>
          </p:cNvCxnSpPr>
          <p:nvPr userDrawn="1"/>
        </p:nvCxnSpPr>
        <p:spPr>
          <a:xfrm>
            <a:off x="476655" y="-229683"/>
            <a:ext cx="0" cy="104007"/>
          </a:xfrm>
          <a:prstGeom prst="line">
            <a:avLst/>
          </a:prstGeom>
          <a:ln w="635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4DC6853-3C6F-E672-044C-E7DB03679DE2}"/>
              </a:ext>
            </a:extLst>
          </p:cNvPr>
          <p:cNvCxnSpPr/>
          <p:nvPr userDrawn="1"/>
        </p:nvCxnSpPr>
        <p:spPr>
          <a:xfrm>
            <a:off x="11712101" y="-229683"/>
            <a:ext cx="0" cy="104007"/>
          </a:xfrm>
          <a:prstGeom prst="line">
            <a:avLst/>
          </a:prstGeom>
          <a:ln w="635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5FD44F1-8978-F11E-5177-7EAED3B575DC}"/>
              </a:ext>
            </a:extLst>
          </p:cNvPr>
          <p:cNvCxnSpPr/>
          <p:nvPr userDrawn="1"/>
        </p:nvCxnSpPr>
        <p:spPr>
          <a:xfrm>
            <a:off x="1871663" y="-229683"/>
            <a:ext cx="0" cy="104007"/>
          </a:xfrm>
          <a:prstGeom prst="line">
            <a:avLst/>
          </a:prstGeom>
          <a:ln w="635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0732536E-1C59-AAEC-63F9-59B1AB315EEF}"/>
              </a:ext>
            </a:extLst>
          </p:cNvPr>
          <p:cNvCxnSpPr/>
          <p:nvPr userDrawn="1"/>
        </p:nvCxnSpPr>
        <p:spPr>
          <a:xfrm>
            <a:off x="4693809" y="-229683"/>
            <a:ext cx="0" cy="104007"/>
          </a:xfrm>
          <a:prstGeom prst="line">
            <a:avLst/>
          </a:prstGeom>
          <a:ln w="635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2E232A82-48F2-4AAA-6B46-A64B53CFAE4E}"/>
              </a:ext>
            </a:extLst>
          </p:cNvPr>
          <p:cNvCxnSpPr/>
          <p:nvPr userDrawn="1"/>
        </p:nvCxnSpPr>
        <p:spPr>
          <a:xfrm>
            <a:off x="6096000" y="-229683"/>
            <a:ext cx="0" cy="104007"/>
          </a:xfrm>
          <a:prstGeom prst="line">
            <a:avLst/>
          </a:prstGeom>
          <a:ln w="635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17B8ED3B-52DB-B5EE-ED83-2D96DF97CA65}"/>
              </a:ext>
            </a:extLst>
          </p:cNvPr>
          <p:cNvCxnSpPr/>
          <p:nvPr userDrawn="1"/>
        </p:nvCxnSpPr>
        <p:spPr>
          <a:xfrm>
            <a:off x="7497763" y="-229683"/>
            <a:ext cx="0" cy="104007"/>
          </a:xfrm>
          <a:prstGeom prst="line">
            <a:avLst/>
          </a:prstGeom>
          <a:ln w="635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DA1370CF-A5C5-B92C-7B58-C2332179B3E1}"/>
              </a:ext>
            </a:extLst>
          </p:cNvPr>
          <p:cNvCxnSpPr/>
          <p:nvPr userDrawn="1"/>
        </p:nvCxnSpPr>
        <p:spPr>
          <a:xfrm>
            <a:off x="10304700" y="-229683"/>
            <a:ext cx="0" cy="104007"/>
          </a:xfrm>
          <a:prstGeom prst="line">
            <a:avLst/>
          </a:prstGeom>
          <a:ln w="635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DECAE942-3165-79E5-3CDD-2F98652F93CC}"/>
              </a:ext>
            </a:extLst>
          </p:cNvPr>
          <p:cNvSpPr/>
          <p:nvPr userDrawn="1"/>
        </p:nvSpPr>
        <p:spPr>
          <a:xfrm>
            <a:off x="9948334" y="-172308"/>
            <a:ext cx="2258191" cy="1342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2"/>
                </a:solidFill>
              </a:rPr>
              <a:t>To add slide numbers, go to Insert  &gt; Slide Number  </a:t>
            </a:r>
          </a:p>
        </p:txBody>
      </p:sp>
    </p:spTree>
    <p:extLst>
      <p:ext uri="{BB962C8B-B14F-4D97-AF65-F5344CB8AC3E}">
        <p14:creationId xmlns:p14="http://schemas.microsoft.com/office/powerpoint/2010/main" val="428176392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78" r:id="rId3"/>
    <p:sldLayoutId id="2147483679" r:id="rId4"/>
    <p:sldLayoutId id="2147483680" r:id="rId5"/>
    <p:sldLayoutId id="2147483681" r:id="rId6"/>
    <p:sldLayoutId id="2147483668" r:id="rId7"/>
    <p:sldLayoutId id="2147483682" r:id="rId8"/>
    <p:sldLayoutId id="2147483726" r:id="rId9"/>
    <p:sldLayoutId id="2147483693" r:id="rId10"/>
    <p:sldLayoutId id="2147483692" r:id="rId11"/>
    <p:sldLayoutId id="2147483672" r:id="rId12"/>
    <p:sldLayoutId id="2147483694" r:id="rId13"/>
    <p:sldLayoutId id="2147483709" r:id="rId14"/>
    <p:sldLayoutId id="2147483719" r:id="rId15"/>
    <p:sldLayoutId id="2147483696" r:id="rId16"/>
    <p:sldLayoutId id="2147483697" r:id="rId17"/>
    <p:sldLayoutId id="2147483695" r:id="rId18"/>
    <p:sldLayoutId id="2147483699" r:id="rId19"/>
    <p:sldLayoutId id="2147483698" r:id="rId20"/>
    <p:sldLayoutId id="2147483700" r:id="rId21"/>
    <p:sldLayoutId id="2147483704" r:id="rId22"/>
    <p:sldLayoutId id="2147483705" r:id="rId23"/>
    <p:sldLayoutId id="2147483706" r:id="rId24"/>
    <p:sldLayoutId id="2147483677" r:id="rId25"/>
    <p:sldLayoutId id="2147483683" r:id="rId26"/>
    <p:sldLayoutId id="2147483684" r:id="rId27"/>
    <p:sldLayoutId id="2147483685" r:id="rId28"/>
    <p:sldLayoutId id="2147483715" r:id="rId29"/>
    <p:sldLayoutId id="2147483716" r:id="rId30"/>
    <p:sldLayoutId id="2147483727" r:id="rId31"/>
    <p:sldLayoutId id="2147483728" r:id="rId32"/>
    <p:sldLayoutId id="2147483673" r:id="rId33"/>
    <p:sldLayoutId id="2147483686" r:id="rId34"/>
    <p:sldLayoutId id="2147483687" r:id="rId35"/>
    <p:sldLayoutId id="2147483688" r:id="rId36"/>
    <p:sldLayoutId id="2147483669" r:id="rId37"/>
    <p:sldLayoutId id="2147483714" r:id="rId38"/>
    <p:sldLayoutId id="2147483713" r:id="rId39"/>
    <p:sldLayoutId id="2147483712" r:id="rId40"/>
    <p:sldLayoutId id="2147483670" r:id="rId41"/>
    <p:sldLayoutId id="2147483711" r:id="rId42"/>
    <p:sldLayoutId id="2147483717" r:id="rId43"/>
    <p:sldLayoutId id="2147483702" r:id="rId44"/>
    <p:sldLayoutId id="2147483703" r:id="rId45"/>
    <p:sldLayoutId id="2147483675" r:id="rId46"/>
    <p:sldLayoutId id="2147483707" r:id="rId47"/>
    <p:sldLayoutId id="2147483708" r:id="rId48"/>
    <p:sldLayoutId id="2147483671" r:id="rId49"/>
    <p:sldLayoutId id="2147483663" r:id="rId50"/>
    <p:sldLayoutId id="2147483710" r:id="rId51"/>
    <p:sldLayoutId id="2147483724" r:id="rId52"/>
    <p:sldLayoutId id="2147483664" r:id="rId53"/>
    <p:sldLayoutId id="2147483725" r:id="rId54"/>
    <p:sldLayoutId id="2147483665" r:id="rId55"/>
    <p:sldLayoutId id="2147483720" r:id="rId56"/>
    <p:sldLayoutId id="2147483721" r:id="rId57"/>
    <p:sldLayoutId id="2147483722" r:id="rId58"/>
    <p:sldLayoutId id="2147483723" r:id="rId59"/>
    <p:sldLayoutId id="2147483666" r:id="rId60"/>
    <p:sldLayoutId id="2147483667" r:id="rId61"/>
    <p:sldLayoutId id="2147483674" r:id="rId62"/>
    <p:sldLayoutId id="2147483690" r:id="rId63"/>
    <p:sldLayoutId id="2147483691" r:id="rId64"/>
    <p:sldLayoutId id="2147483718" r:id="rId65"/>
    <p:sldLayoutId id="2147483689" r:id="rId66"/>
    <p:sldLayoutId id="2147483676" r:id="rId67"/>
  </p:sldLayoutIdLst>
  <p:transition>
    <p:fade/>
  </p:transition>
  <p:hf sldNum="0" hdr="0" ftr="0" dt="0"/>
  <p:txStyles>
    <p:titleStyle>
      <a:lvl1pPr algn="l" defTabSz="914400" rtl="0" eaLnBrk="1" latinLnBrk="0" hangingPunct="1">
        <a:lnSpc>
          <a:spcPct val="85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7" orient="horz" pos="2424" userDrawn="1">
          <p15:clr>
            <a:srgbClr val="F26B43"/>
          </p15:clr>
        </p15:guide>
        <p15:guide id="18" pos="3840" userDrawn="1">
          <p15:clr>
            <a:srgbClr val="F26B43"/>
          </p15:clr>
        </p15:guide>
        <p15:guide id="20" pos="7680" userDrawn="1">
          <p15:clr>
            <a:srgbClr val="A4A3A4"/>
          </p15:clr>
        </p15:guide>
        <p15:guide id="22" orient="horz" pos="230" userDrawn="1">
          <p15:clr>
            <a:srgbClr val="F26B43"/>
          </p15:clr>
        </p15:guide>
        <p15:guide id="23" orient="horz" pos="4141" userDrawn="1">
          <p15:clr>
            <a:srgbClr val="A4A3A4"/>
          </p15:clr>
        </p15:guide>
        <p15:guide id="27" pos="300" userDrawn="1">
          <p15:clr>
            <a:srgbClr val="F26B43"/>
          </p15:clr>
        </p15:guide>
        <p15:guide id="28" pos="7379" userDrawn="1">
          <p15:clr>
            <a:srgbClr val="F26B43"/>
          </p15:clr>
        </p15:guide>
        <p15:guide id="29" orient="horz" pos="3892" userDrawn="1">
          <p15:clr>
            <a:srgbClr val="F26B43"/>
          </p15:clr>
        </p15:guide>
        <p15:guide id="30" orient="horz" pos="955" userDrawn="1">
          <p15:clr>
            <a:srgbClr val="A4A3A4"/>
          </p15:clr>
        </p15:guide>
        <p15:guide id="33" userDrawn="1">
          <p15:clr>
            <a:srgbClr val="F26B43"/>
          </p15:clr>
        </p15:guide>
        <p15:guide id="36" orient="horz" userDrawn="1">
          <p15:clr>
            <a:srgbClr val="A4A3A4"/>
          </p15:clr>
        </p15:guide>
        <p15:guide id="37" orient="horz" pos="4320"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5.xml"/><Relationship Id="rId1" Type="http://schemas.openxmlformats.org/officeDocument/2006/relationships/slideLayout" Target="../slideLayouts/slideLayout19.xml"/><Relationship Id="rId5" Type="http://schemas.openxmlformats.org/officeDocument/2006/relationships/image" Target="../media/image39.svg"/><Relationship Id="rId4" Type="http://schemas.openxmlformats.org/officeDocument/2006/relationships/image" Target="../media/image38.svg"/></Relationships>
</file>

<file path=ppt/slides/_rels/slide7.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svg"/><Relationship Id="rId7" Type="http://schemas.openxmlformats.org/officeDocument/2006/relationships/image" Target="../media/image44.svg"/><Relationship Id="rId2" Type="http://schemas.openxmlformats.org/officeDocument/2006/relationships/notesSlide" Target="../notesSlides/notesSlide6.xml"/><Relationship Id="rId1" Type="http://schemas.openxmlformats.org/officeDocument/2006/relationships/slideLayout" Target="../slideLayouts/slideLayout19.xml"/><Relationship Id="rId6" Type="http://schemas.openxmlformats.org/officeDocument/2006/relationships/image" Target="../media/image43.svg"/><Relationship Id="rId5" Type="http://schemas.openxmlformats.org/officeDocument/2006/relationships/image" Target="../media/image42.svg"/><Relationship Id="rId4" Type="http://schemas.openxmlformats.org/officeDocument/2006/relationships/image" Target="../media/image41.svg"/><Relationship Id="rId9" Type="http://schemas.openxmlformats.org/officeDocument/2006/relationships/image" Target="../media/image46.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0.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20.xml"/><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3" Type="http://schemas.openxmlformats.org/officeDocument/2006/relationships/hyperlink" Target="https://onbaselabs.onbase.com/tenant/Training/applications/vms" TargetMode="External"/><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hyperlink" Target="https://onbaselabs.onbase.com/tenant/Training/applications/vms" TargetMode="Externa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notesSlide" Target="../notesSlides/notesSlide27.xml"/><Relationship Id="rId1" Type="http://schemas.openxmlformats.org/officeDocument/2006/relationships/slideLayout" Target="../slideLayouts/slideLayout19.xml"/><Relationship Id="rId4" Type="http://schemas.openxmlformats.org/officeDocument/2006/relationships/image" Target="../media/image54.svg"/></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67A2A-33B0-966D-A015-CAEFB3C8D90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C9988F5-7BAA-FC1A-49CB-D96D9E4F7479}"/>
              </a:ext>
            </a:extLst>
          </p:cNvPr>
          <p:cNvSpPr>
            <a:spLocks noGrp="1"/>
          </p:cNvSpPr>
          <p:nvPr>
            <p:ph type="ctrTitle"/>
          </p:nvPr>
        </p:nvSpPr>
        <p:spPr>
          <a:xfrm>
            <a:off x="476654" y="1516064"/>
            <a:ext cx="9290801" cy="1759152"/>
          </a:xfrm>
        </p:spPr>
        <p:txBody>
          <a:bodyPr/>
          <a:lstStyle/>
          <a:p>
            <a:r>
              <a:rPr lang="en-US" dirty="0"/>
              <a:t>Automate Custom UI</a:t>
            </a:r>
            <a:endParaRPr lang="en-US" sz="3600" dirty="0"/>
          </a:p>
        </p:txBody>
      </p:sp>
      <p:sp>
        <p:nvSpPr>
          <p:cNvPr id="5" name="Subtitle 4">
            <a:extLst>
              <a:ext uri="{FF2B5EF4-FFF2-40B4-BE49-F238E27FC236}">
                <a16:creationId xmlns:a16="http://schemas.microsoft.com/office/drawing/2014/main" id="{CC2C75A2-9EF6-45F4-C761-27C39C56ACBD}"/>
              </a:ext>
            </a:extLst>
          </p:cNvPr>
          <p:cNvSpPr>
            <a:spLocks noGrp="1"/>
          </p:cNvSpPr>
          <p:nvPr>
            <p:ph type="subTitle" idx="1"/>
          </p:nvPr>
        </p:nvSpPr>
        <p:spPr>
          <a:xfrm>
            <a:off x="476656" y="3429000"/>
            <a:ext cx="7490185" cy="2306782"/>
          </a:xfrm>
        </p:spPr>
        <p:txBody>
          <a:bodyPr/>
          <a:lstStyle/>
          <a:p>
            <a:r>
              <a:rPr lang="en-US" dirty="0"/>
              <a:t>Greg Bousley</a:t>
            </a:r>
          </a:p>
          <a:p>
            <a:r>
              <a:rPr lang="en-US" dirty="0"/>
              <a:t>Logan Jensen</a:t>
            </a:r>
          </a:p>
          <a:p>
            <a:r>
              <a:rPr lang="en-US" dirty="0"/>
              <a:t>Olufemi </a:t>
            </a:r>
            <a:r>
              <a:rPr lang="en-US" dirty="0" err="1"/>
              <a:t>Okanlomo</a:t>
            </a:r>
            <a:endParaRPr lang="en-US" dirty="0"/>
          </a:p>
        </p:txBody>
      </p:sp>
      <p:sp>
        <p:nvSpPr>
          <p:cNvPr id="6" name="Text Placeholder 5">
            <a:extLst>
              <a:ext uri="{FF2B5EF4-FFF2-40B4-BE49-F238E27FC236}">
                <a16:creationId xmlns:a16="http://schemas.microsoft.com/office/drawing/2014/main" id="{F4F75902-07A3-914A-9B14-16882B128793}"/>
              </a:ext>
            </a:extLst>
          </p:cNvPr>
          <p:cNvSpPr>
            <a:spLocks noGrp="1"/>
          </p:cNvSpPr>
          <p:nvPr>
            <p:ph type="body" sz="quarter" idx="13"/>
          </p:nvPr>
        </p:nvSpPr>
        <p:spPr/>
        <p:txBody>
          <a:bodyPr/>
          <a:lstStyle/>
          <a:p>
            <a:r>
              <a:rPr lang="en-US"/>
              <a:t>10/02/2025</a:t>
            </a:r>
            <a:endParaRPr lang="en-US" dirty="0"/>
          </a:p>
        </p:txBody>
      </p:sp>
    </p:spTree>
    <p:extLst>
      <p:ext uri="{BB962C8B-B14F-4D97-AF65-F5344CB8AC3E}">
        <p14:creationId xmlns:p14="http://schemas.microsoft.com/office/powerpoint/2010/main" val="320936395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85D19-82DA-A2AD-C765-321918DBE9F2}"/>
              </a:ext>
            </a:extLst>
          </p:cNvPr>
          <p:cNvSpPr>
            <a:spLocks noGrp="1"/>
          </p:cNvSpPr>
          <p:nvPr>
            <p:ph type="title"/>
          </p:nvPr>
        </p:nvSpPr>
        <p:spPr>
          <a:xfrm>
            <a:off x="483292" y="1516063"/>
            <a:ext cx="2841799" cy="3380133"/>
          </a:xfrm>
        </p:spPr>
        <p:txBody>
          <a:bodyPr/>
          <a:lstStyle/>
          <a:p>
            <a:r>
              <a:rPr lang="en-US" dirty="0"/>
              <a:t>Creating a </a:t>
            </a:r>
            <a:r>
              <a:rPr lang="en-US" dirty="0">
                <a:solidFill>
                  <a:srgbClr val="13EAC1"/>
                </a:solidFill>
              </a:rPr>
              <a:t>Custom UI</a:t>
            </a:r>
            <a:r>
              <a:rPr lang="en-US" dirty="0"/>
              <a:t> in </a:t>
            </a:r>
            <a:r>
              <a:rPr lang="en-US" dirty="0">
                <a:solidFill>
                  <a:schemeClr val="tx1">
                    <a:lumMod val="95000"/>
                  </a:schemeClr>
                </a:solidFill>
              </a:rPr>
              <a:t>Automate</a:t>
            </a:r>
          </a:p>
        </p:txBody>
      </p:sp>
      <p:sp>
        <p:nvSpPr>
          <p:cNvPr id="3" name="Text Placeholder 2">
            <a:extLst>
              <a:ext uri="{FF2B5EF4-FFF2-40B4-BE49-F238E27FC236}">
                <a16:creationId xmlns:a16="http://schemas.microsoft.com/office/drawing/2014/main" id="{5D603DA9-4654-8A25-8B45-F7780D730F3C}"/>
              </a:ext>
            </a:extLst>
          </p:cNvPr>
          <p:cNvSpPr>
            <a:spLocks noGrp="1"/>
          </p:cNvSpPr>
          <p:nvPr>
            <p:ph type="body" sz="quarter" idx="13"/>
          </p:nvPr>
        </p:nvSpPr>
        <p:spPr/>
        <p:txBody>
          <a:bodyPr/>
          <a:lstStyle/>
          <a:p>
            <a:r>
              <a:rPr lang="en-US" dirty="0"/>
              <a:t>Angular Theoretics</a:t>
            </a:r>
          </a:p>
        </p:txBody>
      </p:sp>
      <p:sp>
        <p:nvSpPr>
          <p:cNvPr id="4" name="Text Placeholder 3">
            <a:extLst>
              <a:ext uri="{FF2B5EF4-FFF2-40B4-BE49-F238E27FC236}">
                <a16:creationId xmlns:a16="http://schemas.microsoft.com/office/drawing/2014/main" id="{274D445B-A9EC-3222-7D26-574CE1378F35}"/>
              </a:ext>
            </a:extLst>
          </p:cNvPr>
          <p:cNvSpPr>
            <a:spLocks noGrp="1"/>
          </p:cNvSpPr>
          <p:nvPr>
            <p:ph type="body" sz="quarter" idx="14"/>
          </p:nvPr>
        </p:nvSpPr>
        <p:spPr/>
        <p:txBody>
          <a:bodyPr/>
          <a:lstStyle/>
          <a:p>
            <a:r>
              <a:rPr lang="en-US" dirty="0"/>
              <a:t>Angular Architecture</a:t>
            </a:r>
          </a:p>
        </p:txBody>
      </p:sp>
      <p:sp>
        <p:nvSpPr>
          <p:cNvPr id="5" name="Text Placeholder 4">
            <a:extLst>
              <a:ext uri="{FF2B5EF4-FFF2-40B4-BE49-F238E27FC236}">
                <a16:creationId xmlns:a16="http://schemas.microsoft.com/office/drawing/2014/main" id="{A21CB665-1BDC-461D-641D-3AC8BC5526DE}"/>
              </a:ext>
            </a:extLst>
          </p:cNvPr>
          <p:cNvSpPr>
            <a:spLocks noGrp="1"/>
          </p:cNvSpPr>
          <p:nvPr>
            <p:ph type="body" sz="quarter" idx="15"/>
          </p:nvPr>
        </p:nvSpPr>
        <p:spPr/>
        <p:txBody>
          <a:bodyPr/>
          <a:lstStyle/>
          <a:p>
            <a:r>
              <a:rPr lang="en-US" dirty="0"/>
              <a:t>Implement Custom UI to Cloud Application</a:t>
            </a:r>
          </a:p>
        </p:txBody>
      </p:sp>
    </p:spTree>
    <p:extLst>
      <p:ext uri="{BB962C8B-B14F-4D97-AF65-F5344CB8AC3E}">
        <p14:creationId xmlns:p14="http://schemas.microsoft.com/office/powerpoint/2010/main" val="288414084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F9190-5B48-0F95-B912-2F0248CD891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65E0319-F28F-EEB1-2D52-D8DBD22E7009}"/>
              </a:ext>
            </a:extLst>
          </p:cNvPr>
          <p:cNvSpPr>
            <a:spLocks noGrp="1"/>
          </p:cNvSpPr>
          <p:nvPr>
            <p:ph type="title"/>
          </p:nvPr>
        </p:nvSpPr>
        <p:spPr>
          <a:xfrm>
            <a:off x="476655" y="365125"/>
            <a:ext cx="11235446" cy="573659"/>
          </a:xfrm>
        </p:spPr>
        <p:txBody>
          <a:bodyPr/>
          <a:lstStyle/>
          <a:p>
            <a:pPr algn="l"/>
            <a:r>
              <a:rPr lang="en-US" dirty="0"/>
              <a:t>TERMINOLOGY</a:t>
            </a:r>
          </a:p>
        </p:txBody>
      </p:sp>
      <p:sp>
        <p:nvSpPr>
          <p:cNvPr id="2" name="Text Placeholder 1">
            <a:extLst>
              <a:ext uri="{FF2B5EF4-FFF2-40B4-BE49-F238E27FC236}">
                <a16:creationId xmlns:a16="http://schemas.microsoft.com/office/drawing/2014/main" id="{D7B18093-11B2-290A-8527-2360D1751F91}"/>
              </a:ext>
            </a:extLst>
          </p:cNvPr>
          <p:cNvSpPr>
            <a:spLocks noGrp="1"/>
          </p:cNvSpPr>
          <p:nvPr>
            <p:ph type="body" sz="quarter" idx="4294967295"/>
          </p:nvPr>
        </p:nvSpPr>
        <p:spPr>
          <a:xfrm>
            <a:off x="476655" y="1138238"/>
            <a:ext cx="10239375" cy="5354637"/>
          </a:xfrm>
        </p:spPr>
        <p:txBody>
          <a:bodyPr/>
          <a:lstStyle/>
          <a:p>
            <a:r>
              <a:rPr lang="en-US" sz="1800" b="1" dirty="0"/>
              <a:t>Angular</a:t>
            </a:r>
            <a:endParaRPr lang="en-US" sz="1800" dirty="0"/>
          </a:p>
          <a:p>
            <a:pPr lvl="1"/>
            <a:r>
              <a:rPr lang="en-US" sz="1800" dirty="0"/>
              <a:t>A </a:t>
            </a:r>
            <a:r>
              <a:rPr lang="en-US" sz="1800" dirty="0">
                <a:solidFill>
                  <a:srgbClr val="13EAC1"/>
                </a:solidFill>
              </a:rPr>
              <a:t>TypeScript-based framework</a:t>
            </a:r>
            <a:r>
              <a:rPr lang="en-US" sz="1800" dirty="0"/>
              <a:t>, created and maintained by Google, used for building complex, dynamic, and responsive single-page web applications (SPAs)</a:t>
            </a:r>
          </a:p>
          <a:p>
            <a:pPr lvl="1"/>
            <a:r>
              <a:rPr lang="en-US" sz="1800" i="1" dirty="0">
                <a:solidFill>
                  <a:srgbClr val="13EAC1"/>
                </a:solidFill>
              </a:rPr>
              <a:t>https://v17.angular.io/guide/what-is-angular</a:t>
            </a:r>
          </a:p>
          <a:p>
            <a:r>
              <a:rPr lang="en-US" sz="1800" b="1" dirty="0"/>
              <a:t>JSON (JavaScript Object Notation)</a:t>
            </a:r>
          </a:p>
          <a:p>
            <a:pPr lvl="1"/>
            <a:r>
              <a:rPr lang="en-US" sz="1800" dirty="0"/>
              <a:t>A lightweight, </a:t>
            </a:r>
            <a:r>
              <a:rPr lang="en-US" sz="1800" dirty="0">
                <a:solidFill>
                  <a:srgbClr val="13EAC1"/>
                </a:solidFill>
              </a:rPr>
              <a:t>text-based format </a:t>
            </a:r>
            <a:r>
              <a:rPr lang="en-US" sz="1800" dirty="0"/>
              <a:t>for storing and exchanging data that is both human-readable and easily understood by machines</a:t>
            </a:r>
          </a:p>
          <a:p>
            <a:r>
              <a:rPr lang="en-US" sz="1800" b="1" dirty="0" err="1"/>
              <a:t>Javascript</a:t>
            </a:r>
            <a:r>
              <a:rPr lang="en-US" sz="1800" b="1" dirty="0"/>
              <a:t> (JS)</a:t>
            </a:r>
          </a:p>
          <a:p>
            <a:pPr lvl="1"/>
            <a:r>
              <a:rPr lang="en-US" sz="1800" dirty="0"/>
              <a:t>A high-level language that </a:t>
            </a:r>
            <a:r>
              <a:rPr lang="en-US" sz="1800" dirty="0">
                <a:solidFill>
                  <a:srgbClr val="13EAC1"/>
                </a:solidFill>
              </a:rPr>
              <a:t>enables interactive and dynamic content </a:t>
            </a:r>
            <a:r>
              <a:rPr lang="en-US" sz="1800" dirty="0"/>
              <a:t>on web pages</a:t>
            </a:r>
            <a:endParaRPr lang="en-US" sz="2200" dirty="0"/>
          </a:p>
          <a:p>
            <a:r>
              <a:rPr lang="en-US" sz="1800" b="1" dirty="0"/>
              <a:t>Node.js</a:t>
            </a:r>
          </a:p>
          <a:p>
            <a:pPr lvl="1"/>
            <a:r>
              <a:rPr lang="en-US" dirty="0"/>
              <a:t>Provides a </a:t>
            </a:r>
            <a:r>
              <a:rPr lang="en-US" dirty="0">
                <a:solidFill>
                  <a:srgbClr val="13EAC1"/>
                </a:solidFill>
              </a:rPr>
              <a:t>command-line interface </a:t>
            </a:r>
            <a:r>
              <a:rPr lang="en-US" dirty="0"/>
              <a:t>(CLI) and an </a:t>
            </a:r>
            <a:r>
              <a:rPr lang="en-US" dirty="0">
                <a:solidFill>
                  <a:srgbClr val="13EAC1"/>
                </a:solidFill>
              </a:rPr>
              <a:t>online registry </a:t>
            </a:r>
            <a:r>
              <a:rPr lang="en-US" dirty="0"/>
              <a:t>for JS software packages</a:t>
            </a:r>
            <a:endParaRPr lang="en-US" sz="1800" dirty="0"/>
          </a:p>
          <a:p>
            <a:r>
              <a:rPr lang="en-US" sz="1800" b="1" dirty="0"/>
              <a:t>NPM (Node Package Manager)</a:t>
            </a:r>
          </a:p>
          <a:p>
            <a:pPr lvl="1"/>
            <a:r>
              <a:rPr lang="en-US" sz="1800" dirty="0"/>
              <a:t>The </a:t>
            </a:r>
            <a:r>
              <a:rPr lang="en-US" dirty="0"/>
              <a:t>default </a:t>
            </a:r>
            <a:r>
              <a:rPr lang="en-US" dirty="0">
                <a:solidFill>
                  <a:srgbClr val="13EAC1"/>
                </a:solidFill>
              </a:rPr>
              <a:t>package manager </a:t>
            </a:r>
            <a:r>
              <a:rPr lang="en-US" dirty="0"/>
              <a:t>for Node.js</a:t>
            </a:r>
            <a:endParaRPr lang="en-US" sz="1800" dirty="0"/>
          </a:p>
          <a:p>
            <a:r>
              <a:rPr lang="en-US" sz="1800" b="1" dirty="0"/>
              <a:t>TypeScript</a:t>
            </a:r>
          </a:p>
          <a:p>
            <a:pPr lvl="1"/>
            <a:r>
              <a:rPr lang="en-US" sz="1800" dirty="0"/>
              <a:t>Contains the </a:t>
            </a:r>
            <a:r>
              <a:rPr lang="en-US" sz="1800" dirty="0">
                <a:solidFill>
                  <a:srgbClr val="13EAC1"/>
                </a:solidFill>
              </a:rPr>
              <a:t>component's logic, data, and methods </a:t>
            </a:r>
            <a:r>
              <a:rPr lang="en-US" sz="1800" dirty="0"/>
              <a:t>that respond to user interactions or other events</a:t>
            </a:r>
            <a:endParaRPr lang="en-US" sz="1800" b="1" dirty="0"/>
          </a:p>
        </p:txBody>
      </p:sp>
    </p:spTree>
    <p:extLst>
      <p:ext uri="{BB962C8B-B14F-4D97-AF65-F5344CB8AC3E}">
        <p14:creationId xmlns:p14="http://schemas.microsoft.com/office/powerpoint/2010/main" val="252507007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B50AF-A570-4C57-855A-A8FFF61B024D}"/>
              </a:ext>
            </a:extLst>
          </p:cNvPr>
          <p:cNvSpPr>
            <a:spLocks noGrp="1"/>
          </p:cNvSpPr>
          <p:nvPr>
            <p:ph type="title"/>
          </p:nvPr>
        </p:nvSpPr>
        <p:spPr/>
        <p:txBody>
          <a:bodyPr/>
          <a:lstStyle/>
          <a:p>
            <a:r>
              <a:rPr lang="en-US" dirty="0"/>
              <a:t>Angular for Cloud UI</a:t>
            </a:r>
          </a:p>
        </p:txBody>
      </p:sp>
      <p:sp>
        <p:nvSpPr>
          <p:cNvPr id="3" name="Text Placeholder 2">
            <a:extLst>
              <a:ext uri="{FF2B5EF4-FFF2-40B4-BE49-F238E27FC236}">
                <a16:creationId xmlns:a16="http://schemas.microsoft.com/office/drawing/2014/main" id="{E89811EA-D560-8E54-2D0A-6474E54A48BF}"/>
              </a:ext>
            </a:extLst>
          </p:cNvPr>
          <p:cNvSpPr>
            <a:spLocks noGrp="1"/>
          </p:cNvSpPr>
          <p:nvPr>
            <p:ph type="body" idx="1"/>
          </p:nvPr>
        </p:nvSpPr>
        <p:spPr/>
        <p:txBody>
          <a:bodyPr/>
          <a:lstStyle/>
          <a:p>
            <a:r>
              <a:rPr lang="en-US" b="1" dirty="0">
                <a:solidFill>
                  <a:srgbClr val="13EAC1"/>
                </a:solidFill>
              </a:rPr>
              <a:t>Angular Theoretics</a:t>
            </a:r>
          </a:p>
        </p:txBody>
      </p:sp>
    </p:spTree>
    <p:extLst>
      <p:ext uri="{BB962C8B-B14F-4D97-AF65-F5344CB8AC3E}">
        <p14:creationId xmlns:p14="http://schemas.microsoft.com/office/powerpoint/2010/main" val="242794337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FEEED-FEEB-7BB3-7099-5117B2038A0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F653F2-2599-0ED5-91DA-32CA39BC28D6}"/>
              </a:ext>
            </a:extLst>
          </p:cNvPr>
          <p:cNvSpPr>
            <a:spLocks noGrp="1"/>
          </p:cNvSpPr>
          <p:nvPr>
            <p:ph type="title"/>
          </p:nvPr>
        </p:nvSpPr>
        <p:spPr/>
        <p:txBody>
          <a:bodyPr/>
          <a:lstStyle/>
          <a:p>
            <a:r>
              <a:rPr lang="en-US" dirty="0"/>
              <a:t>The Shift to Cloud UI Applications</a:t>
            </a:r>
          </a:p>
        </p:txBody>
      </p:sp>
      <p:sp>
        <p:nvSpPr>
          <p:cNvPr id="2" name="Text Placeholder 1">
            <a:extLst>
              <a:ext uri="{FF2B5EF4-FFF2-40B4-BE49-F238E27FC236}">
                <a16:creationId xmlns:a16="http://schemas.microsoft.com/office/drawing/2014/main" id="{823B535B-E718-EA20-AF97-0C867B9E98A1}"/>
              </a:ext>
            </a:extLst>
          </p:cNvPr>
          <p:cNvSpPr>
            <a:spLocks noGrp="1"/>
          </p:cNvSpPr>
          <p:nvPr>
            <p:ph type="body" sz="quarter" idx="19"/>
          </p:nvPr>
        </p:nvSpPr>
        <p:spPr/>
        <p:txBody>
          <a:bodyPr/>
          <a:lstStyle/>
          <a:p>
            <a:pPr lvl="1"/>
            <a:r>
              <a:rPr lang="en-US" sz="2400" dirty="0">
                <a:solidFill>
                  <a:srgbClr val="13EAC1"/>
                </a:solidFill>
              </a:rPr>
              <a:t>Applications are no longer server-rendered</a:t>
            </a:r>
          </a:p>
          <a:p>
            <a:pPr lvl="1"/>
            <a:endParaRPr lang="en-US" sz="2400" dirty="0">
              <a:solidFill>
                <a:srgbClr val="13EAC1"/>
              </a:solidFill>
            </a:endParaRPr>
          </a:p>
          <a:p>
            <a:pPr lvl="1"/>
            <a:endParaRPr lang="en-US" sz="2400" dirty="0">
              <a:solidFill>
                <a:srgbClr val="13EAC1"/>
              </a:solidFill>
            </a:endParaRPr>
          </a:p>
          <a:p>
            <a:pPr lvl="1"/>
            <a:endParaRPr lang="en-US" sz="2400" dirty="0">
              <a:solidFill>
                <a:srgbClr val="13EAC1"/>
              </a:solidFill>
            </a:endParaRPr>
          </a:p>
          <a:p>
            <a:pPr lvl="1"/>
            <a:endParaRPr lang="en-US" sz="2400" i="1" dirty="0">
              <a:solidFill>
                <a:srgbClr val="13EAC1"/>
              </a:solidFill>
            </a:endParaRPr>
          </a:p>
        </p:txBody>
      </p:sp>
      <p:sp>
        <p:nvSpPr>
          <p:cNvPr id="4" name="Text Placeholder 3">
            <a:extLst>
              <a:ext uri="{FF2B5EF4-FFF2-40B4-BE49-F238E27FC236}">
                <a16:creationId xmlns:a16="http://schemas.microsoft.com/office/drawing/2014/main" id="{7B4B7B01-31F0-4400-2C72-A360A9843163}"/>
              </a:ext>
            </a:extLst>
          </p:cNvPr>
          <p:cNvSpPr>
            <a:spLocks noGrp="1"/>
          </p:cNvSpPr>
          <p:nvPr>
            <p:ph type="body" sz="quarter" idx="20"/>
          </p:nvPr>
        </p:nvSpPr>
        <p:spPr/>
        <p:txBody>
          <a:bodyPr/>
          <a:lstStyle/>
          <a:p>
            <a:r>
              <a:rPr lang="en-US" sz="2400" dirty="0"/>
              <a:t>Cloud platforms require dynamic, interactive UI</a:t>
            </a:r>
          </a:p>
        </p:txBody>
      </p:sp>
      <p:sp>
        <p:nvSpPr>
          <p:cNvPr id="5" name="Text Placeholder 4">
            <a:extLst>
              <a:ext uri="{FF2B5EF4-FFF2-40B4-BE49-F238E27FC236}">
                <a16:creationId xmlns:a16="http://schemas.microsoft.com/office/drawing/2014/main" id="{CE43F42C-ECDC-CDAF-B12C-071EBFA6FF7E}"/>
              </a:ext>
            </a:extLst>
          </p:cNvPr>
          <p:cNvSpPr>
            <a:spLocks noGrp="1"/>
          </p:cNvSpPr>
          <p:nvPr>
            <p:ph type="body" sz="quarter" idx="22"/>
          </p:nvPr>
        </p:nvSpPr>
        <p:spPr/>
        <p:txBody>
          <a:bodyPr/>
          <a:lstStyle/>
          <a:p>
            <a:r>
              <a:rPr lang="en-US" sz="2400" dirty="0"/>
              <a:t>APIs drive modern applications</a:t>
            </a:r>
          </a:p>
        </p:txBody>
      </p:sp>
      <p:sp>
        <p:nvSpPr>
          <p:cNvPr id="6" name="Text Placeholder 5">
            <a:extLst>
              <a:ext uri="{FF2B5EF4-FFF2-40B4-BE49-F238E27FC236}">
                <a16:creationId xmlns:a16="http://schemas.microsoft.com/office/drawing/2014/main" id="{599A1FAB-3775-44F8-A194-5D1D394CF86E}"/>
              </a:ext>
            </a:extLst>
          </p:cNvPr>
          <p:cNvSpPr>
            <a:spLocks noGrp="1"/>
          </p:cNvSpPr>
          <p:nvPr>
            <p:ph type="body" sz="quarter" idx="23"/>
          </p:nvPr>
        </p:nvSpPr>
        <p:spPr/>
        <p:txBody>
          <a:bodyPr/>
          <a:lstStyle/>
          <a:p>
            <a:r>
              <a:rPr lang="en-US" sz="2400" dirty="0"/>
              <a:t>UI must be fast, responsive, and scalable</a:t>
            </a:r>
          </a:p>
        </p:txBody>
      </p:sp>
      <p:sp>
        <p:nvSpPr>
          <p:cNvPr id="7" name="Text Placeholder 6">
            <a:extLst>
              <a:ext uri="{FF2B5EF4-FFF2-40B4-BE49-F238E27FC236}">
                <a16:creationId xmlns:a16="http://schemas.microsoft.com/office/drawing/2014/main" id="{D0A3EAF6-F06F-42BA-2DE7-6C79DB2A1BCC}"/>
              </a:ext>
            </a:extLst>
          </p:cNvPr>
          <p:cNvSpPr>
            <a:spLocks noGrp="1"/>
          </p:cNvSpPr>
          <p:nvPr>
            <p:ph type="body" sz="quarter" idx="24"/>
          </p:nvPr>
        </p:nvSpPr>
        <p:spPr/>
        <p:txBody>
          <a:bodyPr/>
          <a:lstStyle/>
          <a:p>
            <a:r>
              <a:rPr lang="en-US" dirty="0"/>
              <a:t>1</a:t>
            </a:r>
          </a:p>
        </p:txBody>
      </p:sp>
      <p:sp>
        <p:nvSpPr>
          <p:cNvPr id="8" name="Text Placeholder 7">
            <a:extLst>
              <a:ext uri="{FF2B5EF4-FFF2-40B4-BE49-F238E27FC236}">
                <a16:creationId xmlns:a16="http://schemas.microsoft.com/office/drawing/2014/main" id="{45668AB9-A19B-2C14-C6BC-22F471F54BDC}"/>
              </a:ext>
            </a:extLst>
          </p:cNvPr>
          <p:cNvSpPr>
            <a:spLocks noGrp="1"/>
          </p:cNvSpPr>
          <p:nvPr>
            <p:ph type="body" sz="quarter" idx="25"/>
          </p:nvPr>
        </p:nvSpPr>
        <p:spPr/>
        <p:txBody>
          <a:bodyPr/>
          <a:lstStyle/>
          <a:p>
            <a:r>
              <a:rPr lang="en-US" dirty="0"/>
              <a:t>2</a:t>
            </a:r>
          </a:p>
        </p:txBody>
      </p:sp>
      <p:sp>
        <p:nvSpPr>
          <p:cNvPr id="9" name="Text Placeholder 8">
            <a:extLst>
              <a:ext uri="{FF2B5EF4-FFF2-40B4-BE49-F238E27FC236}">
                <a16:creationId xmlns:a16="http://schemas.microsoft.com/office/drawing/2014/main" id="{A9F12908-FFC9-58D9-417D-68DC69082F19}"/>
              </a:ext>
            </a:extLst>
          </p:cNvPr>
          <p:cNvSpPr>
            <a:spLocks noGrp="1"/>
          </p:cNvSpPr>
          <p:nvPr>
            <p:ph type="body" sz="quarter" idx="26"/>
          </p:nvPr>
        </p:nvSpPr>
        <p:spPr/>
        <p:txBody>
          <a:bodyPr/>
          <a:lstStyle/>
          <a:p>
            <a:r>
              <a:rPr lang="en-US" dirty="0"/>
              <a:t>3</a:t>
            </a:r>
          </a:p>
        </p:txBody>
      </p:sp>
      <p:sp>
        <p:nvSpPr>
          <p:cNvPr id="10" name="Text Placeholder 9">
            <a:extLst>
              <a:ext uri="{FF2B5EF4-FFF2-40B4-BE49-F238E27FC236}">
                <a16:creationId xmlns:a16="http://schemas.microsoft.com/office/drawing/2014/main" id="{3272D82C-D76C-E3AF-4684-71AA2859E2A2}"/>
              </a:ext>
            </a:extLst>
          </p:cNvPr>
          <p:cNvSpPr>
            <a:spLocks noGrp="1"/>
          </p:cNvSpPr>
          <p:nvPr>
            <p:ph type="body" sz="quarter" idx="27"/>
          </p:nvPr>
        </p:nvSpPr>
        <p:spPr/>
        <p:txBody>
          <a:bodyPr/>
          <a:lstStyle/>
          <a:p>
            <a:r>
              <a:rPr lang="en-US" dirty="0"/>
              <a:t>4</a:t>
            </a:r>
          </a:p>
        </p:txBody>
      </p:sp>
    </p:spTree>
    <p:extLst>
      <p:ext uri="{BB962C8B-B14F-4D97-AF65-F5344CB8AC3E}">
        <p14:creationId xmlns:p14="http://schemas.microsoft.com/office/powerpoint/2010/main" val="8858027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fade">
                                      <p:cBhvr>
                                        <p:cTn id="7" dur="500"/>
                                        <p:tgtEl>
                                          <p:spTgt spid="7">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fade">
                                      <p:cBhvr>
                                        <p:cTn id="10" dur="500"/>
                                        <p:tgtEl>
                                          <p:spTgt spid="7">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500"/>
                                        <p:tgtEl>
                                          <p:spTgt spid="2">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animEffect transition="in" filter="fade">
                                      <p:cBhvr>
                                        <p:cTn id="16" dur="500"/>
                                        <p:tgtEl>
                                          <p:spTgt spid="2">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bg/>
                                          </p:spTgt>
                                        </p:tgtEl>
                                        <p:attrNameLst>
                                          <p:attrName>style.visibility</p:attrName>
                                        </p:attrNameLst>
                                      </p:cBhvr>
                                      <p:to>
                                        <p:strVal val="visible"/>
                                      </p:to>
                                    </p:set>
                                    <p:animEffect transition="in" filter="fade">
                                      <p:cBhvr>
                                        <p:cTn id="21" dur="500"/>
                                        <p:tgtEl>
                                          <p:spTgt spid="8">
                                            <p:bg/>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xEl>
                                              <p:pRg st="0" end="0"/>
                                            </p:txEl>
                                          </p:spTgt>
                                        </p:tgtEl>
                                        <p:attrNameLst>
                                          <p:attrName>style.visibility</p:attrName>
                                        </p:attrNameLst>
                                      </p:cBhvr>
                                      <p:to>
                                        <p:strVal val="visible"/>
                                      </p:to>
                                    </p:set>
                                    <p:animEffect transition="in" filter="fade">
                                      <p:cBhvr>
                                        <p:cTn id="26" dur="500"/>
                                        <p:tgtEl>
                                          <p:spTgt spid="8">
                                            <p:txEl>
                                              <p:pRg st="0" end="0"/>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animEffect transition="in" filter="fade">
                                      <p:cBhvr>
                                        <p:cTn id="29" dur="500"/>
                                        <p:tgtEl>
                                          <p:spTgt spid="4">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9">
                                            <p:bg/>
                                          </p:spTgt>
                                        </p:tgtEl>
                                        <p:attrNameLst>
                                          <p:attrName>style.visibility</p:attrName>
                                        </p:attrNameLst>
                                      </p:cBhvr>
                                      <p:to>
                                        <p:strVal val="visible"/>
                                      </p:to>
                                    </p:set>
                                    <p:animEffect transition="in" filter="fade">
                                      <p:cBhvr>
                                        <p:cTn id="34" dur="500"/>
                                        <p:tgtEl>
                                          <p:spTgt spid="9">
                                            <p:bg/>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9">
                                            <p:txEl>
                                              <p:pRg st="0" end="0"/>
                                            </p:txEl>
                                          </p:spTgt>
                                        </p:tgtEl>
                                        <p:attrNameLst>
                                          <p:attrName>style.visibility</p:attrName>
                                        </p:attrNameLst>
                                      </p:cBhvr>
                                      <p:to>
                                        <p:strVal val="visible"/>
                                      </p:to>
                                    </p:set>
                                    <p:animEffect transition="in" filter="fade">
                                      <p:cBhvr>
                                        <p:cTn id="39" dur="500"/>
                                        <p:tgtEl>
                                          <p:spTgt spid="9">
                                            <p:txEl>
                                              <p:pRg st="0" end="0"/>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
                                            <p:txEl>
                                              <p:pRg st="0" end="0"/>
                                            </p:txEl>
                                          </p:spTgt>
                                        </p:tgtEl>
                                        <p:attrNameLst>
                                          <p:attrName>style.visibility</p:attrName>
                                        </p:attrNameLst>
                                      </p:cBhvr>
                                      <p:to>
                                        <p:strVal val="visible"/>
                                      </p:to>
                                    </p:set>
                                    <p:animEffect transition="in" filter="fade">
                                      <p:cBhvr>
                                        <p:cTn id="42" dur="500"/>
                                        <p:tgtEl>
                                          <p:spTgt spid="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bg/>
                                          </p:spTgt>
                                        </p:tgtEl>
                                        <p:attrNameLst>
                                          <p:attrName>style.visibility</p:attrName>
                                        </p:attrNameLst>
                                      </p:cBhvr>
                                      <p:to>
                                        <p:strVal val="visible"/>
                                      </p:to>
                                    </p:set>
                                    <p:animEffect transition="in" filter="fade">
                                      <p:cBhvr>
                                        <p:cTn id="47" dur="500"/>
                                        <p:tgtEl>
                                          <p:spTgt spid="10">
                                            <p:bg/>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0">
                                            <p:txEl>
                                              <p:pRg st="0" end="0"/>
                                            </p:txEl>
                                          </p:spTgt>
                                        </p:tgtEl>
                                        <p:attrNameLst>
                                          <p:attrName>style.visibility</p:attrName>
                                        </p:attrNameLst>
                                      </p:cBhvr>
                                      <p:to>
                                        <p:strVal val="visible"/>
                                      </p:to>
                                    </p:set>
                                    <p:animEffect transition="in" filter="fade">
                                      <p:cBhvr>
                                        <p:cTn id="52" dur="500"/>
                                        <p:tgtEl>
                                          <p:spTgt spid="10">
                                            <p:txEl>
                                              <p:pRg st="0" end="0"/>
                                            </p:tx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6">
                                            <p:txEl>
                                              <p:pRg st="0" end="0"/>
                                            </p:txEl>
                                          </p:spTgt>
                                        </p:tgtEl>
                                        <p:attrNameLst>
                                          <p:attrName>style.visibility</p:attrName>
                                        </p:attrNameLst>
                                      </p:cBhvr>
                                      <p:to>
                                        <p:strVal val="visible"/>
                                      </p:to>
                                    </p:set>
                                    <p:animEffect transition="in" filter="fade">
                                      <p:cBhvr>
                                        <p:cTn id="55"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build="p"/>
      <p:bldP spid="5" grpId="0" build="p"/>
      <p:bldP spid="6" grpId="0" build="p"/>
      <p:bldP spid="7" grpId="0" build="p" animBg="1"/>
      <p:bldP spid="8" grpId="0" build="p" animBg="1"/>
      <p:bldP spid="9" grpId="0" build="p" animBg="1"/>
      <p:bldP spid="10"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C0C48-79F2-E86F-691D-0B90BCAA51F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4A4A601-7FB9-BF69-4256-CAF2F9BF20BD}"/>
              </a:ext>
            </a:extLst>
          </p:cNvPr>
          <p:cNvSpPr>
            <a:spLocks noGrp="1"/>
          </p:cNvSpPr>
          <p:nvPr>
            <p:ph type="body" sz="quarter" idx="10"/>
          </p:nvPr>
        </p:nvSpPr>
        <p:spPr>
          <a:xfrm>
            <a:off x="476250" y="1516063"/>
            <a:ext cx="5719833" cy="2055814"/>
          </a:xfrm>
        </p:spPr>
        <p:txBody>
          <a:bodyPr/>
          <a:lstStyle/>
          <a:p>
            <a:r>
              <a:rPr lang="en-US" dirty="0"/>
              <a:t>A Single Page Application..</a:t>
            </a:r>
            <a:endParaRPr lang="en-US" b="1" dirty="0">
              <a:solidFill>
                <a:schemeClr val="tx1">
                  <a:lumMod val="95000"/>
                </a:schemeClr>
              </a:solidFill>
            </a:endParaRPr>
          </a:p>
          <a:p>
            <a:pPr lvl="1"/>
            <a:r>
              <a:rPr lang="en-US" dirty="0"/>
              <a:t>Loads once</a:t>
            </a:r>
          </a:p>
          <a:p>
            <a:pPr lvl="1"/>
            <a:r>
              <a:rPr lang="en-US" dirty="0"/>
              <a:t>Updates dynamically without full refresh</a:t>
            </a:r>
          </a:p>
          <a:p>
            <a:pPr lvl="1"/>
            <a:r>
              <a:rPr lang="en-US" dirty="0"/>
              <a:t>Communicates with backend via APIs</a:t>
            </a:r>
          </a:p>
          <a:p>
            <a:pPr lvl="1"/>
            <a:r>
              <a:rPr lang="en-US" dirty="0"/>
              <a:t>Runs logic in the browser</a:t>
            </a:r>
          </a:p>
          <a:p>
            <a:pPr lvl="1"/>
            <a:endParaRPr lang="en-US" dirty="0"/>
          </a:p>
          <a:p>
            <a:pPr lvl="1"/>
            <a:endParaRPr lang="en-US" i="1" dirty="0">
              <a:solidFill>
                <a:schemeClr val="tx1">
                  <a:lumMod val="85000"/>
                </a:schemeClr>
              </a:solidFill>
            </a:endParaRPr>
          </a:p>
        </p:txBody>
      </p:sp>
      <p:sp>
        <p:nvSpPr>
          <p:cNvPr id="3" name="Title 2">
            <a:extLst>
              <a:ext uri="{FF2B5EF4-FFF2-40B4-BE49-F238E27FC236}">
                <a16:creationId xmlns:a16="http://schemas.microsoft.com/office/drawing/2014/main" id="{2A983A8D-3CA6-93C8-E58F-9B25B4D2CACF}"/>
              </a:ext>
            </a:extLst>
          </p:cNvPr>
          <p:cNvSpPr>
            <a:spLocks noGrp="1"/>
          </p:cNvSpPr>
          <p:nvPr>
            <p:ph type="title"/>
          </p:nvPr>
        </p:nvSpPr>
        <p:spPr/>
        <p:txBody>
          <a:bodyPr/>
          <a:lstStyle/>
          <a:p>
            <a:r>
              <a:rPr lang="en-US" dirty="0"/>
              <a:t>What Is a Single Page Application (SPA)?</a:t>
            </a:r>
          </a:p>
        </p:txBody>
      </p:sp>
      <p:pic>
        <p:nvPicPr>
          <p:cNvPr id="18" name="Graphic 17" descr="Ethernet with solid fill">
            <a:extLst>
              <a:ext uri="{FF2B5EF4-FFF2-40B4-BE49-F238E27FC236}">
                <a16:creationId xmlns:a16="http://schemas.microsoft.com/office/drawing/2014/main" id="{FD60C1CB-EBAF-59E2-CA13-3BF0CB8B0B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82587" y="4559667"/>
            <a:ext cx="914400" cy="914400"/>
          </a:xfrm>
          <a:prstGeom prst="rect">
            <a:avLst/>
          </a:prstGeom>
        </p:spPr>
      </p:pic>
      <p:pic>
        <p:nvPicPr>
          <p:cNvPr id="20" name="Graphic 19" descr="Morse Code with solid fill">
            <a:extLst>
              <a:ext uri="{FF2B5EF4-FFF2-40B4-BE49-F238E27FC236}">
                <a16:creationId xmlns:a16="http://schemas.microsoft.com/office/drawing/2014/main" id="{F11EF4E1-2343-A4DF-D72A-270AB923EF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47648" y="4609782"/>
            <a:ext cx="914400" cy="914400"/>
          </a:xfrm>
          <a:prstGeom prst="rect">
            <a:avLst/>
          </a:prstGeom>
        </p:spPr>
      </p:pic>
      <p:pic>
        <p:nvPicPr>
          <p:cNvPr id="22" name="Graphic 21" descr="Ui Ux with solid fill">
            <a:extLst>
              <a:ext uri="{FF2B5EF4-FFF2-40B4-BE49-F238E27FC236}">
                <a16:creationId xmlns:a16="http://schemas.microsoft.com/office/drawing/2014/main" id="{DB9B1F0E-A054-7453-9EC5-4DFCA0CB18A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96987" y="1854352"/>
            <a:ext cx="1717525" cy="1717525"/>
          </a:xfrm>
          <a:prstGeom prst="rect">
            <a:avLst/>
          </a:prstGeom>
        </p:spPr>
      </p:pic>
      <p:sp>
        <p:nvSpPr>
          <p:cNvPr id="23" name="Rectangle 22">
            <a:extLst>
              <a:ext uri="{FF2B5EF4-FFF2-40B4-BE49-F238E27FC236}">
                <a16:creationId xmlns:a16="http://schemas.microsoft.com/office/drawing/2014/main" id="{20C5F681-7632-E03A-7EA2-92E843109BAB}"/>
              </a:ext>
            </a:extLst>
          </p:cNvPr>
          <p:cNvSpPr/>
          <p:nvPr/>
        </p:nvSpPr>
        <p:spPr>
          <a:xfrm>
            <a:off x="6996998" y="4732848"/>
            <a:ext cx="750639" cy="568037"/>
          </a:xfrm>
          <a:prstGeom prst="rect">
            <a:avLst/>
          </a:prstGeom>
          <a:noFill/>
          <a:ln>
            <a:solidFill>
              <a:srgbClr val="70F2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dirty="0">
                <a:solidFill>
                  <a:schemeClr val="tx1">
                    <a:lumMod val="85000"/>
                  </a:schemeClr>
                </a:solidFill>
              </a:rPr>
              <a:t>API</a:t>
            </a:r>
          </a:p>
        </p:txBody>
      </p:sp>
      <p:cxnSp>
        <p:nvCxnSpPr>
          <p:cNvPr id="28" name="Straight Arrow Connector 27">
            <a:extLst>
              <a:ext uri="{FF2B5EF4-FFF2-40B4-BE49-F238E27FC236}">
                <a16:creationId xmlns:a16="http://schemas.microsoft.com/office/drawing/2014/main" id="{129F84D8-DB9C-C9C4-1411-AA8E73F9E218}"/>
              </a:ext>
            </a:extLst>
          </p:cNvPr>
          <p:cNvCxnSpPr>
            <a:cxnSpLocks/>
            <a:stCxn id="18" idx="3"/>
          </p:cNvCxnSpPr>
          <p:nvPr/>
        </p:nvCxnSpPr>
        <p:spPr>
          <a:xfrm>
            <a:off x="6496987" y="5016867"/>
            <a:ext cx="38148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5E6CE8B6-CFF9-CEDB-23C4-4E4421E71335}"/>
              </a:ext>
            </a:extLst>
          </p:cNvPr>
          <p:cNvCxnSpPr>
            <a:cxnSpLocks/>
          </p:cNvCxnSpPr>
          <p:nvPr/>
        </p:nvCxnSpPr>
        <p:spPr>
          <a:xfrm flipV="1">
            <a:off x="7874758" y="5016866"/>
            <a:ext cx="372890"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30193075-4FD9-6950-C3C4-E8E2E37919FE}"/>
              </a:ext>
            </a:extLst>
          </p:cNvPr>
          <p:cNvCxnSpPr>
            <a:cxnSpLocks/>
          </p:cNvCxnSpPr>
          <p:nvPr/>
        </p:nvCxnSpPr>
        <p:spPr>
          <a:xfrm>
            <a:off x="7386487" y="3443782"/>
            <a:ext cx="0" cy="4296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07946B6E-5F19-A8DE-DAC1-0FE9D900EC36}"/>
              </a:ext>
            </a:extLst>
          </p:cNvPr>
          <p:cNvSpPr txBox="1"/>
          <p:nvPr/>
        </p:nvSpPr>
        <p:spPr>
          <a:xfrm>
            <a:off x="6573080" y="1585323"/>
            <a:ext cx="1565338" cy="313932"/>
          </a:xfrm>
          <a:prstGeom prst="rect">
            <a:avLst/>
          </a:prstGeom>
          <a:noFill/>
        </p:spPr>
        <p:txBody>
          <a:bodyPr wrap="square" rtlCol="0">
            <a:spAutoFit/>
          </a:bodyPr>
          <a:lstStyle/>
          <a:p>
            <a:pPr algn="ctr">
              <a:lnSpc>
                <a:spcPct val="90000"/>
              </a:lnSpc>
              <a:spcBef>
                <a:spcPts val="600"/>
              </a:spcBef>
            </a:pPr>
            <a:r>
              <a:rPr lang="en-US" sz="1600" b="1" dirty="0">
                <a:solidFill>
                  <a:schemeClr val="tx1">
                    <a:lumMod val="95000"/>
                  </a:schemeClr>
                </a:solidFill>
              </a:rPr>
              <a:t>Application UI</a:t>
            </a:r>
          </a:p>
        </p:txBody>
      </p:sp>
      <p:sp>
        <p:nvSpPr>
          <p:cNvPr id="39" name="Diamond 38">
            <a:extLst>
              <a:ext uri="{FF2B5EF4-FFF2-40B4-BE49-F238E27FC236}">
                <a16:creationId xmlns:a16="http://schemas.microsoft.com/office/drawing/2014/main" id="{88227312-BDE9-2151-455D-5505E14FCDF8}"/>
              </a:ext>
            </a:extLst>
          </p:cNvPr>
          <p:cNvSpPr/>
          <p:nvPr/>
        </p:nvSpPr>
        <p:spPr>
          <a:xfrm>
            <a:off x="7127265" y="3977442"/>
            <a:ext cx="545738" cy="545738"/>
          </a:xfrm>
          <a:prstGeom prst="diamon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ndParaRPr>
          </a:p>
        </p:txBody>
      </p:sp>
      <p:sp>
        <p:nvSpPr>
          <p:cNvPr id="46" name="Rectangle 45">
            <a:extLst>
              <a:ext uri="{FF2B5EF4-FFF2-40B4-BE49-F238E27FC236}">
                <a16:creationId xmlns:a16="http://schemas.microsoft.com/office/drawing/2014/main" id="{DF7B1130-2D4C-A098-A550-42B1E9852A69}"/>
              </a:ext>
            </a:extLst>
          </p:cNvPr>
          <p:cNvSpPr/>
          <p:nvPr/>
        </p:nvSpPr>
        <p:spPr>
          <a:xfrm>
            <a:off x="5339127" y="4251672"/>
            <a:ext cx="4066380" cy="1369700"/>
          </a:xfrm>
          <a:prstGeom prst="rect">
            <a:avLst/>
          </a:prstGeom>
          <a:noFill/>
          <a:ln>
            <a:solidFill>
              <a:srgbClr val="70F2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ndParaRPr>
          </a:p>
        </p:txBody>
      </p:sp>
      <p:sp>
        <p:nvSpPr>
          <p:cNvPr id="49" name="TextBox 48">
            <a:extLst>
              <a:ext uri="{FF2B5EF4-FFF2-40B4-BE49-F238E27FC236}">
                <a16:creationId xmlns:a16="http://schemas.microsoft.com/office/drawing/2014/main" id="{D89D38B3-352C-5DE9-75B2-36449EF2639A}"/>
              </a:ext>
            </a:extLst>
          </p:cNvPr>
          <p:cNvSpPr txBox="1"/>
          <p:nvPr/>
        </p:nvSpPr>
        <p:spPr>
          <a:xfrm>
            <a:off x="6336260" y="5831040"/>
            <a:ext cx="2127747" cy="313932"/>
          </a:xfrm>
          <a:prstGeom prst="rect">
            <a:avLst/>
          </a:prstGeom>
          <a:noFill/>
        </p:spPr>
        <p:txBody>
          <a:bodyPr wrap="square" rtlCol="0">
            <a:spAutoFit/>
          </a:bodyPr>
          <a:lstStyle/>
          <a:p>
            <a:pPr algn="ctr">
              <a:lnSpc>
                <a:spcPct val="90000"/>
              </a:lnSpc>
              <a:spcBef>
                <a:spcPts val="600"/>
              </a:spcBef>
            </a:pPr>
            <a:r>
              <a:rPr lang="en-US" sz="1600" b="1" dirty="0">
                <a:solidFill>
                  <a:srgbClr val="13EAC1"/>
                </a:solidFill>
              </a:rPr>
              <a:t>Angular Back End</a:t>
            </a:r>
          </a:p>
        </p:txBody>
      </p:sp>
    </p:spTree>
    <p:extLst>
      <p:ext uri="{BB962C8B-B14F-4D97-AF65-F5344CB8AC3E}">
        <p14:creationId xmlns:p14="http://schemas.microsoft.com/office/powerpoint/2010/main" val="246692067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F0878-C8A0-EA51-6C33-7078B1A3FC1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06BD8D3-1CD1-6968-9AAB-221D73D7B74E}"/>
              </a:ext>
            </a:extLst>
          </p:cNvPr>
          <p:cNvSpPr>
            <a:spLocks noGrp="1"/>
          </p:cNvSpPr>
          <p:nvPr>
            <p:ph type="body" sz="quarter" idx="10"/>
          </p:nvPr>
        </p:nvSpPr>
        <p:spPr>
          <a:xfrm>
            <a:off x="476250" y="1516063"/>
            <a:ext cx="3896734" cy="4662488"/>
          </a:xfrm>
        </p:spPr>
        <p:txBody>
          <a:bodyPr/>
          <a:lstStyle/>
          <a:p>
            <a:r>
              <a:rPr lang="en-US" b="1" dirty="0"/>
              <a:t>Traditional Model</a:t>
            </a:r>
            <a:endParaRPr lang="en-US" dirty="0"/>
          </a:p>
          <a:p>
            <a:pPr lvl="1"/>
            <a:r>
              <a:rPr lang="en-US" dirty="0"/>
              <a:t>Server renders HTML</a:t>
            </a:r>
          </a:p>
          <a:p>
            <a:pPr lvl="1"/>
            <a:r>
              <a:rPr lang="en-US" dirty="0"/>
              <a:t>Full page reloads</a:t>
            </a:r>
          </a:p>
          <a:p>
            <a:pPr lvl="1"/>
            <a:r>
              <a:rPr lang="en-US" dirty="0"/>
              <a:t>UI tightly coupled to backend</a:t>
            </a:r>
          </a:p>
          <a:p>
            <a:pPr lvl="1"/>
            <a:endParaRPr lang="en-US" dirty="0"/>
          </a:p>
          <a:p>
            <a:r>
              <a:rPr lang="en-US" b="1" dirty="0"/>
              <a:t>SPA Model</a:t>
            </a:r>
            <a:endParaRPr lang="en-US" dirty="0"/>
          </a:p>
          <a:p>
            <a:pPr lvl="1"/>
            <a:r>
              <a:rPr lang="en-US" dirty="0"/>
              <a:t>Frontend renders UI</a:t>
            </a:r>
          </a:p>
          <a:p>
            <a:pPr lvl="1"/>
            <a:r>
              <a:rPr lang="en-US" dirty="0"/>
              <a:t>Backend exposes APIs</a:t>
            </a:r>
          </a:p>
          <a:p>
            <a:pPr lvl="1"/>
            <a:r>
              <a:rPr lang="en-US" dirty="0"/>
              <a:t>Loose coupling</a:t>
            </a:r>
          </a:p>
          <a:p>
            <a:pPr lvl="1"/>
            <a:r>
              <a:rPr lang="en-US" dirty="0"/>
              <a:t>Independent deployment</a:t>
            </a:r>
          </a:p>
        </p:txBody>
      </p:sp>
      <p:sp>
        <p:nvSpPr>
          <p:cNvPr id="3" name="Title 2">
            <a:extLst>
              <a:ext uri="{FF2B5EF4-FFF2-40B4-BE49-F238E27FC236}">
                <a16:creationId xmlns:a16="http://schemas.microsoft.com/office/drawing/2014/main" id="{E8F07799-D033-9C7F-AB41-C526BA2EECC9}"/>
              </a:ext>
            </a:extLst>
          </p:cNvPr>
          <p:cNvSpPr>
            <a:spLocks noGrp="1"/>
          </p:cNvSpPr>
          <p:nvPr>
            <p:ph type="title"/>
          </p:nvPr>
        </p:nvSpPr>
        <p:spPr/>
        <p:txBody>
          <a:bodyPr/>
          <a:lstStyle/>
          <a:p>
            <a:r>
              <a:rPr lang="en-US" dirty="0"/>
              <a:t>Traditional UI vs SPA Model</a:t>
            </a:r>
          </a:p>
        </p:txBody>
      </p:sp>
      <p:pic>
        <p:nvPicPr>
          <p:cNvPr id="5" name="Graphic 4" descr="Browser window with solid fill">
            <a:extLst>
              <a:ext uri="{FF2B5EF4-FFF2-40B4-BE49-F238E27FC236}">
                <a16:creationId xmlns:a16="http://schemas.microsoft.com/office/drawing/2014/main" id="{0CF2449F-5A8A-A8F1-D0FC-C4FCAD0AA0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85926" y="1548746"/>
            <a:ext cx="914400" cy="914400"/>
          </a:xfrm>
          <a:prstGeom prst="rect">
            <a:avLst/>
          </a:prstGeom>
        </p:spPr>
      </p:pic>
      <p:pic>
        <p:nvPicPr>
          <p:cNvPr id="7" name="Graphic 6" descr="Database with solid fill">
            <a:extLst>
              <a:ext uri="{FF2B5EF4-FFF2-40B4-BE49-F238E27FC236}">
                <a16:creationId xmlns:a16="http://schemas.microsoft.com/office/drawing/2014/main" id="{228DDB51-D7ED-54C1-88B8-AC5E040EC1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45896" y="1516063"/>
            <a:ext cx="914400" cy="914400"/>
          </a:xfrm>
          <a:prstGeom prst="rect">
            <a:avLst/>
          </a:prstGeom>
        </p:spPr>
      </p:pic>
      <p:pic>
        <p:nvPicPr>
          <p:cNvPr id="9" name="Graphic 8" descr="Web design with solid fill">
            <a:extLst>
              <a:ext uri="{FF2B5EF4-FFF2-40B4-BE49-F238E27FC236}">
                <a16:creationId xmlns:a16="http://schemas.microsoft.com/office/drawing/2014/main" id="{C9BADE2C-4B43-C32A-3B5C-ED8494162D2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05866" y="1516063"/>
            <a:ext cx="914400" cy="914400"/>
          </a:xfrm>
          <a:prstGeom prst="rect">
            <a:avLst/>
          </a:prstGeom>
        </p:spPr>
      </p:pic>
      <p:cxnSp>
        <p:nvCxnSpPr>
          <p:cNvPr id="11" name="Straight Arrow Connector 10">
            <a:extLst>
              <a:ext uri="{FF2B5EF4-FFF2-40B4-BE49-F238E27FC236}">
                <a16:creationId xmlns:a16="http://schemas.microsoft.com/office/drawing/2014/main" id="{80D51804-55A7-8F42-5C3A-C7A9F1EF3C39}"/>
              </a:ext>
            </a:extLst>
          </p:cNvPr>
          <p:cNvCxnSpPr/>
          <p:nvPr/>
        </p:nvCxnSpPr>
        <p:spPr>
          <a:xfrm>
            <a:off x="7300326" y="2005946"/>
            <a:ext cx="54496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434F481D-5344-7FCC-EBD2-73AB929E4990}"/>
              </a:ext>
            </a:extLst>
          </p:cNvPr>
          <p:cNvCxnSpPr/>
          <p:nvPr/>
        </p:nvCxnSpPr>
        <p:spPr>
          <a:xfrm>
            <a:off x="8560905" y="2005946"/>
            <a:ext cx="54496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6940CCC-6C17-281F-C418-5B45BA0450A8}"/>
              </a:ext>
            </a:extLst>
          </p:cNvPr>
          <p:cNvSpPr txBox="1"/>
          <p:nvPr/>
        </p:nvSpPr>
        <p:spPr>
          <a:xfrm>
            <a:off x="6385926" y="2495830"/>
            <a:ext cx="914400" cy="313932"/>
          </a:xfrm>
          <a:prstGeom prst="rect">
            <a:avLst/>
          </a:prstGeom>
          <a:noFill/>
        </p:spPr>
        <p:txBody>
          <a:bodyPr wrap="square" rtlCol="0">
            <a:spAutoFit/>
          </a:bodyPr>
          <a:lstStyle/>
          <a:p>
            <a:pPr algn="ctr">
              <a:lnSpc>
                <a:spcPct val="90000"/>
              </a:lnSpc>
              <a:spcBef>
                <a:spcPts val="600"/>
              </a:spcBef>
            </a:pPr>
            <a:r>
              <a:rPr lang="en-US" sz="1600" dirty="0">
                <a:solidFill>
                  <a:schemeClr val="accent1"/>
                </a:solidFill>
              </a:rPr>
              <a:t>Browser</a:t>
            </a:r>
          </a:p>
        </p:txBody>
      </p:sp>
      <p:sp>
        <p:nvSpPr>
          <p:cNvPr id="14" name="TextBox 13">
            <a:extLst>
              <a:ext uri="{FF2B5EF4-FFF2-40B4-BE49-F238E27FC236}">
                <a16:creationId xmlns:a16="http://schemas.microsoft.com/office/drawing/2014/main" id="{8FFC538B-2F77-B97D-C493-33F99DA2F779}"/>
              </a:ext>
            </a:extLst>
          </p:cNvPr>
          <p:cNvSpPr txBox="1"/>
          <p:nvPr/>
        </p:nvSpPr>
        <p:spPr>
          <a:xfrm>
            <a:off x="7745896" y="2463146"/>
            <a:ext cx="914400" cy="313932"/>
          </a:xfrm>
          <a:prstGeom prst="rect">
            <a:avLst/>
          </a:prstGeom>
          <a:noFill/>
        </p:spPr>
        <p:txBody>
          <a:bodyPr wrap="square" rtlCol="0">
            <a:spAutoFit/>
          </a:bodyPr>
          <a:lstStyle/>
          <a:p>
            <a:pPr algn="ctr">
              <a:lnSpc>
                <a:spcPct val="90000"/>
              </a:lnSpc>
              <a:spcBef>
                <a:spcPts val="600"/>
              </a:spcBef>
            </a:pPr>
            <a:r>
              <a:rPr lang="en-US" sz="1600" dirty="0">
                <a:solidFill>
                  <a:schemeClr val="accent1"/>
                </a:solidFill>
              </a:rPr>
              <a:t>Server</a:t>
            </a:r>
          </a:p>
        </p:txBody>
      </p:sp>
      <p:sp>
        <p:nvSpPr>
          <p:cNvPr id="15" name="TextBox 14">
            <a:extLst>
              <a:ext uri="{FF2B5EF4-FFF2-40B4-BE49-F238E27FC236}">
                <a16:creationId xmlns:a16="http://schemas.microsoft.com/office/drawing/2014/main" id="{F1DBB8CC-F747-33C5-D5CD-787829F5F217}"/>
              </a:ext>
            </a:extLst>
          </p:cNvPr>
          <p:cNvSpPr txBox="1"/>
          <p:nvPr/>
        </p:nvSpPr>
        <p:spPr>
          <a:xfrm>
            <a:off x="9105866" y="2430462"/>
            <a:ext cx="914400" cy="535531"/>
          </a:xfrm>
          <a:prstGeom prst="rect">
            <a:avLst/>
          </a:prstGeom>
          <a:noFill/>
        </p:spPr>
        <p:txBody>
          <a:bodyPr wrap="square" rtlCol="0">
            <a:spAutoFit/>
          </a:bodyPr>
          <a:lstStyle/>
          <a:p>
            <a:pPr algn="ctr">
              <a:lnSpc>
                <a:spcPct val="90000"/>
              </a:lnSpc>
              <a:spcBef>
                <a:spcPts val="600"/>
              </a:spcBef>
            </a:pPr>
            <a:r>
              <a:rPr lang="en-US" sz="1600" dirty="0">
                <a:solidFill>
                  <a:schemeClr val="accent1"/>
                </a:solidFill>
              </a:rPr>
              <a:t>HTML Page</a:t>
            </a:r>
          </a:p>
        </p:txBody>
      </p:sp>
      <p:sp>
        <p:nvSpPr>
          <p:cNvPr id="16" name="TextBox 15">
            <a:extLst>
              <a:ext uri="{FF2B5EF4-FFF2-40B4-BE49-F238E27FC236}">
                <a16:creationId xmlns:a16="http://schemas.microsoft.com/office/drawing/2014/main" id="{67CD6951-B054-299B-E19B-663D78AF3787}"/>
              </a:ext>
            </a:extLst>
          </p:cNvPr>
          <p:cNvSpPr txBox="1"/>
          <p:nvPr/>
        </p:nvSpPr>
        <p:spPr>
          <a:xfrm>
            <a:off x="4890053" y="1699708"/>
            <a:ext cx="1204325" cy="612475"/>
          </a:xfrm>
          <a:prstGeom prst="rect">
            <a:avLst/>
          </a:prstGeom>
          <a:noFill/>
        </p:spPr>
        <p:txBody>
          <a:bodyPr wrap="square" rtlCol="0">
            <a:spAutoFit/>
          </a:bodyPr>
          <a:lstStyle/>
          <a:p>
            <a:pPr algn="ctr">
              <a:lnSpc>
                <a:spcPct val="90000"/>
              </a:lnSpc>
              <a:spcBef>
                <a:spcPts val="600"/>
              </a:spcBef>
            </a:pPr>
            <a:r>
              <a:rPr lang="en-US" sz="1600" b="1" dirty="0">
                <a:solidFill>
                  <a:schemeClr val="tx1">
                    <a:lumMod val="95000"/>
                  </a:schemeClr>
                </a:solidFill>
              </a:rPr>
              <a:t>Traditional</a:t>
            </a:r>
          </a:p>
          <a:p>
            <a:pPr algn="ctr">
              <a:lnSpc>
                <a:spcPct val="90000"/>
              </a:lnSpc>
              <a:spcBef>
                <a:spcPts val="600"/>
              </a:spcBef>
            </a:pPr>
            <a:r>
              <a:rPr lang="en-US" sz="1600" b="1" dirty="0">
                <a:solidFill>
                  <a:schemeClr val="tx1">
                    <a:lumMod val="95000"/>
                  </a:schemeClr>
                </a:solidFill>
              </a:rPr>
              <a:t>Model</a:t>
            </a:r>
          </a:p>
        </p:txBody>
      </p:sp>
      <p:pic>
        <p:nvPicPr>
          <p:cNvPr id="17" name="Graphic 16" descr="Browser window with solid fill">
            <a:extLst>
              <a:ext uri="{FF2B5EF4-FFF2-40B4-BE49-F238E27FC236}">
                <a16:creationId xmlns:a16="http://schemas.microsoft.com/office/drawing/2014/main" id="{DC12D32D-65CB-02F7-9815-35DE178015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71052" y="3446946"/>
            <a:ext cx="914400" cy="914400"/>
          </a:xfrm>
          <a:prstGeom prst="rect">
            <a:avLst/>
          </a:prstGeom>
        </p:spPr>
      </p:pic>
      <p:cxnSp>
        <p:nvCxnSpPr>
          <p:cNvPr id="20" name="Straight Arrow Connector 19">
            <a:extLst>
              <a:ext uri="{FF2B5EF4-FFF2-40B4-BE49-F238E27FC236}">
                <a16:creationId xmlns:a16="http://schemas.microsoft.com/office/drawing/2014/main" id="{54A81424-53E8-C6D1-1F8B-8F9D27ACA614}"/>
              </a:ext>
            </a:extLst>
          </p:cNvPr>
          <p:cNvCxnSpPr>
            <a:cxnSpLocks/>
          </p:cNvCxnSpPr>
          <p:nvPr/>
        </p:nvCxnSpPr>
        <p:spPr>
          <a:xfrm>
            <a:off x="7285452" y="3937655"/>
            <a:ext cx="44557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80829CF4-43FB-44C5-DE57-755E999CC1C1}"/>
              </a:ext>
            </a:extLst>
          </p:cNvPr>
          <p:cNvCxnSpPr>
            <a:cxnSpLocks/>
          </p:cNvCxnSpPr>
          <p:nvPr/>
        </p:nvCxnSpPr>
        <p:spPr>
          <a:xfrm>
            <a:off x="8671958" y="3937655"/>
            <a:ext cx="43066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EBFD18A6-618E-25D5-84A9-3CF1A5BD1626}"/>
              </a:ext>
            </a:extLst>
          </p:cNvPr>
          <p:cNvSpPr txBox="1"/>
          <p:nvPr/>
        </p:nvSpPr>
        <p:spPr>
          <a:xfrm>
            <a:off x="6371052" y="4427539"/>
            <a:ext cx="914400" cy="313932"/>
          </a:xfrm>
          <a:prstGeom prst="rect">
            <a:avLst/>
          </a:prstGeom>
          <a:noFill/>
        </p:spPr>
        <p:txBody>
          <a:bodyPr wrap="square" rtlCol="0">
            <a:spAutoFit/>
          </a:bodyPr>
          <a:lstStyle/>
          <a:p>
            <a:pPr algn="ctr">
              <a:lnSpc>
                <a:spcPct val="90000"/>
              </a:lnSpc>
              <a:spcBef>
                <a:spcPts val="600"/>
              </a:spcBef>
            </a:pPr>
            <a:r>
              <a:rPr lang="en-US" sz="1600" dirty="0">
                <a:solidFill>
                  <a:schemeClr val="accent1"/>
                </a:solidFill>
              </a:rPr>
              <a:t>Browser</a:t>
            </a:r>
          </a:p>
        </p:txBody>
      </p:sp>
      <p:sp>
        <p:nvSpPr>
          <p:cNvPr id="23" name="TextBox 22">
            <a:extLst>
              <a:ext uri="{FF2B5EF4-FFF2-40B4-BE49-F238E27FC236}">
                <a16:creationId xmlns:a16="http://schemas.microsoft.com/office/drawing/2014/main" id="{DAA56002-3E48-9FEC-1E2F-7AEE3B852749}"/>
              </a:ext>
            </a:extLst>
          </p:cNvPr>
          <p:cNvSpPr txBox="1"/>
          <p:nvPr/>
        </p:nvSpPr>
        <p:spPr>
          <a:xfrm>
            <a:off x="7731022" y="4394855"/>
            <a:ext cx="914400" cy="535531"/>
          </a:xfrm>
          <a:prstGeom prst="rect">
            <a:avLst/>
          </a:prstGeom>
          <a:noFill/>
        </p:spPr>
        <p:txBody>
          <a:bodyPr wrap="square" rtlCol="0">
            <a:spAutoFit/>
          </a:bodyPr>
          <a:lstStyle/>
          <a:p>
            <a:pPr algn="ctr">
              <a:lnSpc>
                <a:spcPct val="90000"/>
              </a:lnSpc>
              <a:spcBef>
                <a:spcPts val="600"/>
              </a:spcBef>
            </a:pPr>
            <a:r>
              <a:rPr lang="en-US" sz="1600" dirty="0">
                <a:solidFill>
                  <a:schemeClr val="accent1"/>
                </a:solidFill>
              </a:rPr>
              <a:t>Angular App</a:t>
            </a:r>
          </a:p>
        </p:txBody>
      </p:sp>
      <p:sp>
        <p:nvSpPr>
          <p:cNvPr id="24" name="TextBox 23">
            <a:extLst>
              <a:ext uri="{FF2B5EF4-FFF2-40B4-BE49-F238E27FC236}">
                <a16:creationId xmlns:a16="http://schemas.microsoft.com/office/drawing/2014/main" id="{8155373A-F178-4EFB-2512-5CA74A6888A5}"/>
              </a:ext>
            </a:extLst>
          </p:cNvPr>
          <p:cNvSpPr txBox="1"/>
          <p:nvPr/>
        </p:nvSpPr>
        <p:spPr>
          <a:xfrm>
            <a:off x="9144064" y="4361346"/>
            <a:ext cx="914400" cy="535531"/>
          </a:xfrm>
          <a:prstGeom prst="rect">
            <a:avLst/>
          </a:prstGeom>
          <a:noFill/>
        </p:spPr>
        <p:txBody>
          <a:bodyPr wrap="square" rtlCol="0">
            <a:spAutoFit/>
          </a:bodyPr>
          <a:lstStyle/>
          <a:p>
            <a:pPr algn="ctr">
              <a:lnSpc>
                <a:spcPct val="90000"/>
              </a:lnSpc>
              <a:spcBef>
                <a:spcPts val="600"/>
              </a:spcBef>
            </a:pPr>
            <a:r>
              <a:rPr lang="en-US" sz="1600" dirty="0">
                <a:solidFill>
                  <a:schemeClr val="accent1"/>
                </a:solidFill>
              </a:rPr>
              <a:t>REST API</a:t>
            </a:r>
          </a:p>
        </p:txBody>
      </p:sp>
      <p:sp>
        <p:nvSpPr>
          <p:cNvPr id="25" name="TextBox 24">
            <a:extLst>
              <a:ext uri="{FF2B5EF4-FFF2-40B4-BE49-F238E27FC236}">
                <a16:creationId xmlns:a16="http://schemas.microsoft.com/office/drawing/2014/main" id="{8FE752CF-34BF-7BDA-329B-B66EF93B64E1}"/>
              </a:ext>
            </a:extLst>
          </p:cNvPr>
          <p:cNvSpPr txBox="1"/>
          <p:nvPr/>
        </p:nvSpPr>
        <p:spPr>
          <a:xfrm>
            <a:off x="4890053" y="4841069"/>
            <a:ext cx="1204325" cy="313932"/>
          </a:xfrm>
          <a:prstGeom prst="rect">
            <a:avLst/>
          </a:prstGeom>
          <a:noFill/>
        </p:spPr>
        <p:txBody>
          <a:bodyPr wrap="square" rtlCol="0">
            <a:spAutoFit/>
          </a:bodyPr>
          <a:lstStyle/>
          <a:p>
            <a:pPr algn="ctr">
              <a:lnSpc>
                <a:spcPct val="90000"/>
              </a:lnSpc>
              <a:spcBef>
                <a:spcPts val="600"/>
              </a:spcBef>
            </a:pPr>
            <a:r>
              <a:rPr lang="en-US" sz="1600" b="1" dirty="0">
                <a:solidFill>
                  <a:schemeClr val="tx1">
                    <a:lumMod val="95000"/>
                  </a:schemeClr>
                </a:solidFill>
              </a:rPr>
              <a:t>SPA Model</a:t>
            </a:r>
          </a:p>
        </p:txBody>
      </p:sp>
      <p:pic>
        <p:nvPicPr>
          <p:cNvPr id="27" name="Graphic 26" descr="Cmd Terminal with solid fill">
            <a:extLst>
              <a:ext uri="{FF2B5EF4-FFF2-40B4-BE49-F238E27FC236}">
                <a16:creationId xmlns:a16="http://schemas.microsoft.com/office/drawing/2014/main" id="{32445451-7D4B-B86F-02A8-42067639CFA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757558" y="3447772"/>
            <a:ext cx="914400" cy="914400"/>
          </a:xfrm>
          <a:prstGeom prst="rect">
            <a:avLst/>
          </a:prstGeom>
        </p:spPr>
      </p:pic>
      <p:pic>
        <p:nvPicPr>
          <p:cNvPr id="32" name="Graphic 31" descr="Connected with solid fill">
            <a:extLst>
              <a:ext uri="{FF2B5EF4-FFF2-40B4-BE49-F238E27FC236}">
                <a16:creationId xmlns:a16="http://schemas.microsoft.com/office/drawing/2014/main" id="{7EFBDB1F-2277-43A1-EA00-09C806B24BA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102622" y="3474235"/>
            <a:ext cx="914400" cy="914400"/>
          </a:xfrm>
          <a:prstGeom prst="rect">
            <a:avLst/>
          </a:prstGeom>
        </p:spPr>
      </p:pic>
      <p:cxnSp>
        <p:nvCxnSpPr>
          <p:cNvPr id="35" name="Straight Arrow Connector 34">
            <a:extLst>
              <a:ext uri="{FF2B5EF4-FFF2-40B4-BE49-F238E27FC236}">
                <a16:creationId xmlns:a16="http://schemas.microsoft.com/office/drawing/2014/main" id="{4DBCB536-7CBD-9985-A7CF-E1E117F47811}"/>
              </a:ext>
            </a:extLst>
          </p:cNvPr>
          <p:cNvCxnSpPr>
            <a:cxnSpLocks/>
          </p:cNvCxnSpPr>
          <p:nvPr/>
        </p:nvCxnSpPr>
        <p:spPr>
          <a:xfrm flipH="1">
            <a:off x="8660296" y="4361346"/>
            <a:ext cx="616460" cy="8201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8" name="Graphic 37" descr="Morse Code with solid fill">
            <a:extLst>
              <a:ext uri="{FF2B5EF4-FFF2-40B4-BE49-F238E27FC236}">
                <a16:creationId xmlns:a16="http://schemas.microsoft.com/office/drawing/2014/main" id="{1BA001A1-4C06-A50E-FCC8-FA60DF6A620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845287" y="5098977"/>
            <a:ext cx="914400" cy="914400"/>
          </a:xfrm>
          <a:prstGeom prst="rect">
            <a:avLst/>
          </a:prstGeom>
        </p:spPr>
      </p:pic>
      <p:sp>
        <p:nvSpPr>
          <p:cNvPr id="40" name="TextBox 39">
            <a:extLst>
              <a:ext uri="{FF2B5EF4-FFF2-40B4-BE49-F238E27FC236}">
                <a16:creationId xmlns:a16="http://schemas.microsoft.com/office/drawing/2014/main" id="{61931D27-B299-89E2-BCEF-60385492F05D}"/>
              </a:ext>
            </a:extLst>
          </p:cNvPr>
          <p:cNvSpPr txBox="1"/>
          <p:nvPr/>
        </p:nvSpPr>
        <p:spPr>
          <a:xfrm>
            <a:off x="7688763" y="6010044"/>
            <a:ext cx="1028665" cy="612475"/>
          </a:xfrm>
          <a:prstGeom prst="rect">
            <a:avLst/>
          </a:prstGeom>
          <a:noFill/>
        </p:spPr>
        <p:txBody>
          <a:bodyPr wrap="square" rtlCol="0">
            <a:spAutoFit/>
          </a:bodyPr>
          <a:lstStyle/>
          <a:p>
            <a:pPr algn="ctr">
              <a:lnSpc>
                <a:spcPct val="90000"/>
              </a:lnSpc>
              <a:spcBef>
                <a:spcPts val="600"/>
              </a:spcBef>
            </a:pPr>
            <a:r>
              <a:rPr lang="en-US" sz="1600" dirty="0">
                <a:solidFill>
                  <a:schemeClr val="accent1"/>
                </a:solidFill>
              </a:rPr>
              <a:t>JSON</a:t>
            </a:r>
          </a:p>
          <a:p>
            <a:pPr algn="ctr">
              <a:lnSpc>
                <a:spcPct val="90000"/>
              </a:lnSpc>
              <a:spcBef>
                <a:spcPts val="600"/>
              </a:spcBef>
            </a:pPr>
            <a:r>
              <a:rPr lang="en-US" sz="1600" dirty="0">
                <a:solidFill>
                  <a:schemeClr val="accent1"/>
                </a:solidFill>
              </a:rPr>
              <a:t>Response</a:t>
            </a:r>
          </a:p>
        </p:txBody>
      </p:sp>
      <p:pic>
        <p:nvPicPr>
          <p:cNvPr id="42" name="Graphic 41" descr="Ui Ux with solid fill">
            <a:extLst>
              <a:ext uri="{FF2B5EF4-FFF2-40B4-BE49-F238E27FC236}">
                <a16:creationId xmlns:a16="http://schemas.microsoft.com/office/drawing/2014/main" id="{A40F57FF-EB85-C0B7-823D-139EB78B9E4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413818" y="5161883"/>
            <a:ext cx="914400" cy="914400"/>
          </a:xfrm>
          <a:prstGeom prst="rect">
            <a:avLst/>
          </a:prstGeom>
        </p:spPr>
      </p:pic>
      <p:sp>
        <p:nvSpPr>
          <p:cNvPr id="43" name="TextBox 42">
            <a:extLst>
              <a:ext uri="{FF2B5EF4-FFF2-40B4-BE49-F238E27FC236}">
                <a16:creationId xmlns:a16="http://schemas.microsoft.com/office/drawing/2014/main" id="{7E10580B-B4CD-9CED-9A63-4BB40A84FCFE}"/>
              </a:ext>
            </a:extLst>
          </p:cNvPr>
          <p:cNvSpPr txBox="1"/>
          <p:nvPr/>
        </p:nvSpPr>
        <p:spPr>
          <a:xfrm>
            <a:off x="6356685" y="6055959"/>
            <a:ext cx="1028665" cy="535531"/>
          </a:xfrm>
          <a:prstGeom prst="rect">
            <a:avLst/>
          </a:prstGeom>
          <a:noFill/>
        </p:spPr>
        <p:txBody>
          <a:bodyPr wrap="square" rtlCol="0">
            <a:spAutoFit/>
          </a:bodyPr>
          <a:lstStyle/>
          <a:p>
            <a:pPr algn="ctr">
              <a:lnSpc>
                <a:spcPct val="90000"/>
              </a:lnSpc>
              <a:spcBef>
                <a:spcPts val="600"/>
              </a:spcBef>
            </a:pPr>
            <a:r>
              <a:rPr lang="en-US" sz="1600" dirty="0">
                <a:solidFill>
                  <a:schemeClr val="accent1"/>
                </a:solidFill>
              </a:rPr>
              <a:t>UI Updates</a:t>
            </a:r>
          </a:p>
        </p:txBody>
      </p:sp>
      <p:cxnSp>
        <p:nvCxnSpPr>
          <p:cNvPr id="45" name="Straight Arrow Connector 44">
            <a:extLst>
              <a:ext uri="{FF2B5EF4-FFF2-40B4-BE49-F238E27FC236}">
                <a16:creationId xmlns:a16="http://schemas.microsoft.com/office/drawing/2014/main" id="{E94C6B70-70F8-8C67-8E49-90F4A8F908E3}"/>
              </a:ext>
            </a:extLst>
          </p:cNvPr>
          <p:cNvCxnSpPr/>
          <p:nvPr/>
        </p:nvCxnSpPr>
        <p:spPr>
          <a:xfrm flipH="1">
            <a:off x="7328218" y="5612201"/>
            <a:ext cx="51706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6E7AC172-E13A-971C-EBFA-35E793C84F15}"/>
              </a:ext>
            </a:extLst>
          </p:cNvPr>
          <p:cNvCxnSpPr/>
          <p:nvPr/>
        </p:nvCxnSpPr>
        <p:spPr>
          <a:xfrm>
            <a:off x="5062330" y="3207026"/>
            <a:ext cx="4996134" cy="0"/>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1875126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par>
                                <p:cTn id="17" presetID="2" presetClass="entr" presetSubtype="2"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1+#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1+#ppt_w/2"/>
                                          </p:val>
                                        </p:tav>
                                        <p:tav tm="100000">
                                          <p:val>
                                            <p:strVal val="#ppt_x"/>
                                          </p:val>
                                        </p:tav>
                                      </p:tavLst>
                                    </p:anim>
                                    <p:anim calcmode="lin" valueType="num">
                                      <p:cBhvr additive="base">
                                        <p:cTn id="24" dur="500" fill="hold"/>
                                        <p:tgtEl>
                                          <p:spTgt spid="7"/>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1+#ppt_w/2"/>
                                          </p:val>
                                        </p:tav>
                                        <p:tav tm="100000">
                                          <p:val>
                                            <p:strVal val="#ppt_x"/>
                                          </p:val>
                                        </p:tav>
                                      </p:tavLst>
                                    </p:anim>
                                    <p:anim calcmode="lin" valueType="num">
                                      <p:cBhvr additive="base">
                                        <p:cTn id="28" dur="500" fill="hold"/>
                                        <p:tgtEl>
                                          <p:spTgt spid="9"/>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1+#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2"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1+#ppt_w/2"/>
                                          </p:val>
                                        </p:tav>
                                        <p:tav tm="100000">
                                          <p:val>
                                            <p:strVal val="#ppt_x"/>
                                          </p:val>
                                        </p:tav>
                                      </p:tavLst>
                                    </p:anim>
                                    <p:anim calcmode="lin" valueType="num">
                                      <p:cBhvr additive="base">
                                        <p:cTn id="36" dur="500" fill="hold"/>
                                        <p:tgtEl>
                                          <p:spTgt spid="12"/>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1+#ppt_w/2"/>
                                          </p:val>
                                        </p:tav>
                                        <p:tav tm="100000">
                                          <p:val>
                                            <p:strVal val="#ppt_x"/>
                                          </p:val>
                                        </p:tav>
                                      </p:tavLst>
                                    </p:anim>
                                    <p:anim calcmode="lin" valueType="num">
                                      <p:cBhvr additive="base">
                                        <p:cTn id="40" dur="500" fill="hold"/>
                                        <p:tgtEl>
                                          <p:spTgt spid="13"/>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1+#ppt_w/2"/>
                                          </p:val>
                                        </p:tav>
                                        <p:tav tm="100000">
                                          <p:val>
                                            <p:strVal val="#ppt_x"/>
                                          </p:val>
                                        </p:tav>
                                      </p:tavLst>
                                    </p:anim>
                                    <p:anim calcmode="lin" valueType="num">
                                      <p:cBhvr additive="base">
                                        <p:cTn id="44" dur="500" fill="hold"/>
                                        <p:tgtEl>
                                          <p:spTgt spid="14"/>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1+#ppt_w/2"/>
                                          </p:val>
                                        </p:tav>
                                        <p:tav tm="100000">
                                          <p:val>
                                            <p:strVal val="#ppt_x"/>
                                          </p:val>
                                        </p:tav>
                                      </p:tavLst>
                                    </p:anim>
                                    <p:anim calcmode="lin" valueType="num">
                                      <p:cBhvr additive="base">
                                        <p:cTn id="48" dur="500" fill="hold"/>
                                        <p:tgtEl>
                                          <p:spTgt spid="15"/>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500" fill="hold"/>
                                        <p:tgtEl>
                                          <p:spTgt spid="16"/>
                                        </p:tgtEl>
                                        <p:attrNameLst>
                                          <p:attrName>ppt_x</p:attrName>
                                        </p:attrNameLst>
                                      </p:cBhvr>
                                      <p:tavLst>
                                        <p:tav tm="0">
                                          <p:val>
                                            <p:strVal val="1+#ppt_w/2"/>
                                          </p:val>
                                        </p:tav>
                                        <p:tav tm="100000">
                                          <p:val>
                                            <p:strVal val="#ppt_x"/>
                                          </p:val>
                                        </p:tav>
                                      </p:tavLst>
                                    </p:anim>
                                    <p:anim calcmode="lin" valueType="num">
                                      <p:cBhvr additive="base">
                                        <p:cTn id="52"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
                                            <p:txEl>
                                              <p:pRg st="5" end="5"/>
                                            </p:txEl>
                                          </p:spTgt>
                                        </p:tgtEl>
                                        <p:attrNameLst>
                                          <p:attrName>style.visibility</p:attrName>
                                        </p:attrNameLst>
                                      </p:cBhvr>
                                      <p:to>
                                        <p:strVal val="visible"/>
                                      </p:to>
                                    </p:set>
                                    <p:animEffect transition="in" filter="fade">
                                      <p:cBhvr>
                                        <p:cTn id="57" dur="500"/>
                                        <p:tgtEl>
                                          <p:spTgt spid="2">
                                            <p:txEl>
                                              <p:pRg st="5" end="5"/>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2">
                                            <p:txEl>
                                              <p:pRg st="6" end="6"/>
                                            </p:txEl>
                                          </p:spTgt>
                                        </p:tgtEl>
                                        <p:attrNameLst>
                                          <p:attrName>style.visibility</p:attrName>
                                        </p:attrNameLst>
                                      </p:cBhvr>
                                      <p:to>
                                        <p:strVal val="visible"/>
                                      </p:to>
                                    </p:set>
                                    <p:animEffect transition="in" filter="fade">
                                      <p:cBhvr>
                                        <p:cTn id="60" dur="500"/>
                                        <p:tgtEl>
                                          <p:spTgt spid="2">
                                            <p:txEl>
                                              <p:pRg st="6" end="6"/>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500"/>
                                        <p:tgtEl>
                                          <p:spTgt spid="2">
                                            <p:txEl>
                                              <p:pRg st="7" end="7"/>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2">
                                            <p:txEl>
                                              <p:pRg st="8" end="8"/>
                                            </p:txEl>
                                          </p:spTgt>
                                        </p:tgtEl>
                                        <p:attrNameLst>
                                          <p:attrName>style.visibility</p:attrName>
                                        </p:attrNameLst>
                                      </p:cBhvr>
                                      <p:to>
                                        <p:strVal val="visible"/>
                                      </p:to>
                                    </p:set>
                                    <p:animEffect transition="in" filter="fade">
                                      <p:cBhvr>
                                        <p:cTn id="66" dur="500"/>
                                        <p:tgtEl>
                                          <p:spTgt spid="2">
                                            <p:txEl>
                                              <p:pRg st="8" end="8"/>
                                            </p:txEl>
                                          </p:spTgt>
                                        </p:tgtEl>
                                      </p:cBhvr>
                                    </p:animEffect>
                                  </p:childTnLst>
                                </p:cTn>
                              </p:par>
                              <p:par>
                                <p:cTn id="67" presetID="10" presetClass="entr" presetSubtype="0" fill="hold" nodeType="withEffect">
                                  <p:stCondLst>
                                    <p:cond delay="0"/>
                                  </p:stCondLst>
                                  <p:childTnLst>
                                    <p:set>
                                      <p:cBhvr>
                                        <p:cTn id="68" dur="1" fill="hold">
                                          <p:stCondLst>
                                            <p:cond delay="0"/>
                                          </p:stCondLst>
                                        </p:cTn>
                                        <p:tgtEl>
                                          <p:spTgt spid="2">
                                            <p:txEl>
                                              <p:pRg st="9" end="9"/>
                                            </p:txEl>
                                          </p:spTgt>
                                        </p:tgtEl>
                                        <p:attrNameLst>
                                          <p:attrName>style.visibility</p:attrName>
                                        </p:attrNameLst>
                                      </p:cBhvr>
                                      <p:to>
                                        <p:strVal val="visible"/>
                                      </p:to>
                                    </p:set>
                                    <p:animEffect transition="in" filter="fade">
                                      <p:cBhvr>
                                        <p:cTn id="69" dur="500"/>
                                        <p:tgtEl>
                                          <p:spTgt spid="2">
                                            <p:txEl>
                                              <p:pRg st="9" end="9"/>
                                            </p:txEl>
                                          </p:spTgt>
                                        </p:tgtEl>
                                      </p:cBhvr>
                                    </p:animEffect>
                                  </p:childTnLst>
                                </p:cTn>
                              </p:par>
                              <p:par>
                                <p:cTn id="70" presetID="2" presetClass="entr" presetSubtype="4"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additive="base">
                                        <p:cTn id="72" dur="500" fill="hold"/>
                                        <p:tgtEl>
                                          <p:spTgt spid="17"/>
                                        </p:tgtEl>
                                        <p:attrNameLst>
                                          <p:attrName>ppt_x</p:attrName>
                                        </p:attrNameLst>
                                      </p:cBhvr>
                                      <p:tavLst>
                                        <p:tav tm="0">
                                          <p:val>
                                            <p:strVal val="#ppt_x"/>
                                          </p:val>
                                        </p:tav>
                                        <p:tav tm="100000">
                                          <p:val>
                                            <p:strVal val="#ppt_x"/>
                                          </p:val>
                                        </p:tav>
                                      </p:tavLst>
                                    </p:anim>
                                    <p:anim calcmode="lin" valueType="num">
                                      <p:cBhvr additive="base">
                                        <p:cTn id="73" dur="500" fill="hold"/>
                                        <p:tgtEl>
                                          <p:spTgt spid="17"/>
                                        </p:tgtEl>
                                        <p:attrNameLst>
                                          <p:attrName>ppt_y</p:attrName>
                                        </p:attrNameLst>
                                      </p:cBhvr>
                                      <p:tavLst>
                                        <p:tav tm="0">
                                          <p:val>
                                            <p:strVal val="1+#ppt_h/2"/>
                                          </p:val>
                                        </p:tav>
                                        <p:tav tm="100000">
                                          <p:val>
                                            <p:strVal val="#ppt_y"/>
                                          </p:val>
                                        </p:tav>
                                      </p:tavLst>
                                    </p:anim>
                                  </p:childTnLst>
                                </p:cTn>
                              </p:par>
                              <p:par>
                                <p:cTn id="74" presetID="2" presetClass="entr" presetSubtype="4" fill="hold" nodeType="withEffect">
                                  <p:stCondLst>
                                    <p:cond delay="0"/>
                                  </p:stCondLst>
                                  <p:childTnLst>
                                    <p:set>
                                      <p:cBhvr>
                                        <p:cTn id="75" dur="1" fill="hold">
                                          <p:stCondLst>
                                            <p:cond delay="0"/>
                                          </p:stCondLst>
                                        </p:cTn>
                                        <p:tgtEl>
                                          <p:spTgt spid="20"/>
                                        </p:tgtEl>
                                        <p:attrNameLst>
                                          <p:attrName>style.visibility</p:attrName>
                                        </p:attrNameLst>
                                      </p:cBhvr>
                                      <p:to>
                                        <p:strVal val="visible"/>
                                      </p:to>
                                    </p:set>
                                    <p:anim calcmode="lin" valueType="num">
                                      <p:cBhvr additive="base">
                                        <p:cTn id="76" dur="500" fill="hold"/>
                                        <p:tgtEl>
                                          <p:spTgt spid="20"/>
                                        </p:tgtEl>
                                        <p:attrNameLst>
                                          <p:attrName>ppt_x</p:attrName>
                                        </p:attrNameLst>
                                      </p:cBhvr>
                                      <p:tavLst>
                                        <p:tav tm="0">
                                          <p:val>
                                            <p:strVal val="#ppt_x"/>
                                          </p:val>
                                        </p:tav>
                                        <p:tav tm="100000">
                                          <p:val>
                                            <p:strVal val="#ppt_x"/>
                                          </p:val>
                                        </p:tav>
                                      </p:tavLst>
                                    </p:anim>
                                    <p:anim calcmode="lin" valueType="num">
                                      <p:cBhvr additive="base">
                                        <p:cTn id="77" dur="500" fill="hold"/>
                                        <p:tgtEl>
                                          <p:spTgt spid="20"/>
                                        </p:tgtEl>
                                        <p:attrNameLst>
                                          <p:attrName>ppt_y</p:attrName>
                                        </p:attrNameLst>
                                      </p:cBhvr>
                                      <p:tavLst>
                                        <p:tav tm="0">
                                          <p:val>
                                            <p:strVal val="1+#ppt_h/2"/>
                                          </p:val>
                                        </p:tav>
                                        <p:tav tm="100000">
                                          <p:val>
                                            <p:strVal val="#ppt_y"/>
                                          </p:val>
                                        </p:tav>
                                      </p:tavLst>
                                    </p:anim>
                                  </p:childTnLst>
                                </p:cTn>
                              </p:par>
                              <p:par>
                                <p:cTn id="78" presetID="2" presetClass="entr" presetSubtype="4" fill="hold" nodeType="withEffect">
                                  <p:stCondLst>
                                    <p:cond delay="0"/>
                                  </p:stCondLst>
                                  <p:childTnLst>
                                    <p:set>
                                      <p:cBhvr>
                                        <p:cTn id="79" dur="1" fill="hold">
                                          <p:stCondLst>
                                            <p:cond delay="0"/>
                                          </p:stCondLst>
                                        </p:cTn>
                                        <p:tgtEl>
                                          <p:spTgt spid="21"/>
                                        </p:tgtEl>
                                        <p:attrNameLst>
                                          <p:attrName>style.visibility</p:attrName>
                                        </p:attrNameLst>
                                      </p:cBhvr>
                                      <p:to>
                                        <p:strVal val="visible"/>
                                      </p:to>
                                    </p:set>
                                    <p:anim calcmode="lin" valueType="num">
                                      <p:cBhvr additive="base">
                                        <p:cTn id="80" dur="500" fill="hold"/>
                                        <p:tgtEl>
                                          <p:spTgt spid="21"/>
                                        </p:tgtEl>
                                        <p:attrNameLst>
                                          <p:attrName>ppt_x</p:attrName>
                                        </p:attrNameLst>
                                      </p:cBhvr>
                                      <p:tavLst>
                                        <p:tav tm="0">
                                          <p:val>
                                            <p:strVal val="#ppt_x"/>
                                          </p:val>
                                        </p:tav>
                                        <p:tav tm="100000">
                                          <p:val>
                                            <p:strVal val="#ppt_x"/>
                                          </p:val>
                                        </p:tav>
                                      </p:tavLst>
                                    </p:anim>
                                    <p:anim calcmode="lin" valueType="num">
                                      <p:cBhvr additive="base">
                                        <p:cTn id="81" dur="500" fill="hold"/>
                                        <p:tgtEl>
                                          <p:spTgt spid="21"/>
                                        </p:tgtEl>
                                        <p:attrNameLst>
                                          <p:attrName>ppt_y</p:attrName>
                                        </p:attrNameLst>
                                      </p:cBhvr>
                                      <p:tavLst>
                                        <p:tav tm="0">
                                          <p:val>
                                            <p:strVal val="1+#ppt_h/2"/>
                                          </p:val>
                                        </p:tav>
                                        <p:tav tm="100000">
                                          <p:val>
                                            <p:strVal val="#ppt_y"/>
                                          </p:val>
                                        </p:tav>
                                      </p:tavLst>
                                    </p:anim>
                                  </p:childTnLst>
                                </p:cTn>
                              </p:par>
                              <p:par>
                                <p:cTn id="82" presetID="2" presetClass="entr" presetSubtype="4" fill="hold" grpId="0" nodeType="withEffect">
                                  <p:stCondLst>
                                    <p:cond delay="0"/>
                                  </p:stCondLst>
                                  <p:childTnLst>
                                    <p:set>
                                      <p:cBhvr>
                                        <p:cTn id="83" dur="1" fill="hold">
                                          <p:stCondLst>
                                            <p:cond delay="0"/>
                                          </p:stCondLst>
                                        </p:cTn>
                                        <p:tgtEl>
                                          <p:spTgt spid="22"/>
                                        </p:tgtEl>
                                        <p:attrNameLst>
                                          <p:attrName>style.visibility</p:attrName>
                                        </p:attrNameLst>
                                      </p:cBhvr>
                                      <p:to>
                                        <p:strVal val="visible"/>
                                      </p:to>
                                    </p:set>
                                    <p:anim calcmode="lin" valueType="num">
                                      <p:cBhvr additive="base">
                                        <p:cTn id="84" dur="500" fill="hold"/>
                                        <p:tgtEl>
                                          <p:spTgt spid="22"/>
                                        </p:tgtEl>
                                        <p:attrNameLst>
                                          <p:attrName>ppt_x</p:attrName>
                                        </p:attrNameLst>
                                      </p:cBhvr>
                                      <p:tavLst>
                                        <p:tav tm="0">
                                          <p:val>
                                            <p:strVal val="#ppt_x"/>
                                          </p:val>
                                        </p:tav>
                                        <p:tav tm="100000">
                                          <p:val>
                                            <p:strVal val="#ppt_x"/>
                                          </p:val>
                                        </p:tav>
                                      </p:tavLst>
                                    </p:anim>
                                    <p:anim calcmode="lin" valueType="num">
                                      <p:cBhvr additive="base">
                                        <p:cTn id="85" dur="500" fill="hold"/>
                                        <p:tgtEl>
                                          <p:spTgt spid="22"/>
                                        </p:tgtEl>
                                        <p:attrNameLst>
                                          <p:attrName>ppt_y</p:attrName>
                                        </p:attrNameLst>
                                      </p:cBhvr>
                                      <p:tavLst>
                                        <p:tav tm="0">
                                          <p:val>
                                            <p:strVal val="1+#ppt_h/2"/>
                                          </p:val>
                                        </p:tav>
                                        <p:tav tm="100000">
                                          <p:val>
                                            <p:strVal val="#ppt_y"/>
                                          </p:val>
                                        </p:tav>
                                      </p:tavLst>
                                    </p:anim>
                                  </p:childTnLst>
                                </p:cTn>
                              </p:par>
                              <p:par>
                                <p:cTn id="86" presetID="2" presetClass="entr" presetSubtype="4" fill="hold" grpId="0" nodeType="withEffect">
                                  <p:stCondLst>
                                    <p:cond delay="0"/>
                                  </p:stCondLst>
                                  <p:childTnLst>
                                    <p:set>
                                      <p:cBhvr>
                                        <p:cTn id="87" dur="1" fill="hold">
                                          <p:stCondLst>
                                            <p:cond delay="0"/>
                                          </p:stCondLst>
                                        </p:cTn>
                                        <p:tgtEl>
                                          <p:spTgt spid="23"/>
                                        </p:tgtEl>
                                        <p:attrNameLst>
                                          <p:attrName>style.visibility</p:attrName>
                                        </p:attrNameLst>
                                      </p:cBhvr>
                                      <p:to>
                                        <p:strVal val="visible"/>
                                      </p:to>
                                    </p:set>
                                    <p:anim calcmode="lin" valueType="num">
                                      <p:cBhvr additive="base">
                                        <p:cTn id="88" dur="500" fill="hold"/>
                                        <p:tgtEl>
                                          <p:spTgt spid="23"/>
                                        </p:tgtEl>
                                        <p:attrNameLst>
                                          <p:attrName>ppt_x</p:attrName>
                                        </p:attrNameLst>
                                      </p:cBhvr>
                                      <p:tavLst>
                                        <p:tav tm="0">
                                          <p:val>
                                            <p:strVal val="#ppt_x"/>
                                          </p:val>
                                        </p:tav>
                                        <p:tav tm="100000">
                                          <p:val>
                                            <p:strVal val="#ppt_x"/>
                                          </p:val>
                                        </p:tav>
                                      </p:tavLst>
                                    </p:anim>
                                    <p:anim calcmode="lin" valueType="num">
                                      <p:cBhvr additive="base">
                                        <p:cTn id="89" dur="500" fill="hold"/>
                                        <p:tgtEl>
                                          <p:spTgt spid="23"/>
                                        </p:tgtEl>
                                        <p:attrNameLst>
                                          <p:attrName>ppt_y</p:attrName>
                                        </p:attrNameLst>
                                      </p:cBhvr>
                                      <p:tavLst>
                                        <p:tav tm="0">
                                          <p:val>
                                            <p:strVal val="1+#ppt_h/2"/>
                                          </p:val>
                                        </p:tav>
                                        <p:tav tm="100000">
                                          <p:val>
                                            <p:strVal val="#ppt_y"/>
                                          </p:val>
                                        </p:tav>
                                      </p:tavLst>
                                    </p:anim>
                                  </p:childTnLst>
                                </p:cTn>
                              </p:par>
                              <p:par>
                                <p:cTn id="90" presetID="2" presetClass="entr" presetSubtype="4" fill="hold" grpId="0" nodeType="withEffect">
                                  <p:stCondLst>
                                    <p:cond delay="0"/>
                                  </p:stCondLst>
                                  <p:childTnLst>
                                    <p:set>
                                      <p:cBhvr>
                                        <p:cTn id="91" dur="1" fill="hold">
                                          <p:stCondLst>
                                            <p:cond delay="0"/>
                                          </p:stCondLst>
                                        </p:cTn>
                                        <p:tgtEl>
                                          <p:spTgt spid="24"/>
                                        </p:tgtEl>
                                        <p:attrNameLst>
                                          <p:attrName>style.visibility</p:attrName>
                                        </p:attrNameLst>
                                      </p:cBhvr>
                                      <p:to>
                                        <p:strVal val="visible"/>
                                      </p:to>
                                    </p:set>
                                    <p:anim calcmode="lin" valueType="num">
                                      <p:cBhvr additive="base">
                                        <p:cTn id="92" dur="500" fill="hold"/>
                                        <p:tgtEl>
                                          <p:spTgt spid="24"/>
                                        </p:tgtEl>
                                        <p:attrNameLst>
                                          <p:attrName>ppt_x</p:attrName>
                                        </p:attrNameLst>
                                      </p:cBhvr>
                                      <p:tavLst>
                                        <p:tav tm="0">
                                          <p:val>
                                            <p:strVal val="#ppt_x"/>
                                          </p:val>
                                        </p:tav>
                                        <p:tav tm="100000">
                                          <p:val>
                                            <p:strVal val="#ppt_x"/>
                                          </p:val>
                                        </p:tav>
                                      </p:tavLst>
                                    </p:anim>
                                    <p:anim calcmode="lin" valueType="num">
                                      <p:cBhvr additive="base">
                                        <p:cTn id="93" dur="500" fill="hold"/>
                                        <p:tgtEl>
                                          <p:spTgt spid="24"/>
                                        </p:tgtEl>
                                        <p:attrNameLst>
                                          <p:attrName>ppt_y</p:attrName>
                                        </p:attrNameLst>
                                      </p:cBhvr>
                                      <p:tavLst>
                                        <p:tav tm="0">
                                          <p:val>
                                            <p:strVal val="1+#ppt_h/2"/>
                                          </p:val>
                                        </p:tav>
                                        <p:tav tm="100000">
                                          <p:val>
                                            <p:strVal val="#ppt_y"/>
                                          </p:val>
                                        </p:tav>
                                      </p:tavLst>
                                    </p:anim>
                                  </p:childTnLst>
                                </p:cTn>
                              </p:par>
                              <p:par>
                                <p:cTn id="94" presetID="2" presetClass="entr" presetSubtype="4" fill="hold" grpId="0" nodeType="withEffect">
                                  <p:stCondLst>
                                    <p:cond delay="0"/>
                                  </p:stCondLst>
                                  <p:childTnLst>
                                    <p:set>
                                      <p:cBhvr>
                                        <p:cTn id="95" dur="1" fill="hold">
                                          <p:stCondLst>
                                            <p:cond delay="0"/>
                                          </p:stCondLst>
                                        </p:cTn>
                                        <p:tgtEl>
                                          <p:spTgt spid="25"/>
                                        </p:tgtEl>
                                        <p:attrNameLst>
                                          <p:attrName>style.visibility</p:attrName>
                                        </p:attrNameLst>
                                      </p:cBhvr>
                                      <p:to>
                                        <p:strVal val="visible"/>
                                      </p:to>
                                    </p:set>
                                    <p:anim calcmode="lin" valueType="num">
                                      <p:cBhvr additive="base">
                                        <p:cTn id="96" dur="500" fill="hold"/>
                                        <p:tgtEl>
                                          <p:spTgt spid="25"/>
                                        </p:tgtEl>
                                        <p:attrNameLst>
                                          <p:attrName>ppt_x</p:attrName>
                                        </p:attrNameLst>
                                      </p:cBhvr>
                                      <p:tavLst>
                                        <p:tav tm="0">
                                          <p:val>
                                            <p:strVal val="#ppt_x"/>
                                          </p:val>
                                        </p:tav>
                                        <p:tav tm="100000">
                                          <p:val>
                                            <p:strVal val="#ppt_x"/>
                                          </p:val>
                                        </p:tav>
                                      </p:tavLst>
                                    </p:anim>
                                    <p:anim calcmode="lin" valueType="num">
                                      <p:cBhvr additive="base">
                                        <p:cTn id="97" dur="500" fill="hold"/>
                                        <p:tgtEl>
                                          <p:spTgt spid="25"/>
                                        </p:tgtEl>
                                        <p:attrNameLst>
                                          <p:attrName>ppt_y</p:attrName>
                                        </p:attrNameLst>
                                      </p:cBhvr>
                                      <p:tavLst>
                                        <p:tav tm="0">
                                          <p:val>
                                            <p:strVal val="1+#ppt_h/2"/>
                                          </p:val>
                                        </p:tav>
                                        <p:tav tm="100000">
                                          <p:val>
                                            <p:strVal val="#ppt_y"/>
                                          </p:val>
                                        </p:tav>
                                      </p:tavLst>
                                    </p:anim>
                                  </p:childTnLst>
                                </p:cTn>
                              </p:par>
                              <p:par>
                                <p:cTn id="98" presetID="2" presetClass="entr" presetSubtype="4" fill="hold" nodeType="withEffect">
                                  <p:stCondLst>
                                    <p:cond delay="0"/>
                                  </p:stCondLst>
                                  <p:childTnLst>
                                    <p:set>
                                      <p:cBhvr>
                                        <p:cTn id="99" dur="1" fill="hold">
                                          <p:stCondLst>
                                            <p:cond delay="0"/>
                                          </p:stCondLst>
                                        </p:cTn>
                                        <p:tgtEl>
                                          <p:spTgt spid="27"/>
                                        </p:tgtEl>
                                        <p:attrNameLst>
                                          <p:attrName>style.visibility</p:attrName>
                                        </p:attrNameLst>
                                      </p:cBhvr>
                                      <p:to>
                                        <p:strVal val="visible"/>
                                      </p:to>
                                    </p:set>
                                    <p:anim calcmode="lin" valueType="num">
                                      <p:cBhvr additive="base">
                                        <p:cTn id="100" dur="500" fill="hold"/>
                                        <p:tgtEl>
                                          <p:spTgt spid="27"/>
                                        </p:tgtEl>
                                        <p:attrNameLst>
                                          <p:attrName>ppt_x</p:attrName>
                                        </p:attrNameLst>
                                      </p:cBhvr>
                                      <p:tavLst>
                                        <p:tav tm="0">
                                          <p:val>
                                            <p:strVal val="#ppt_x"/>
                                          </p:val>
                                        </p:tav>
                                        <p:tav tm="100000">
                                          <p:val>
                                            <p:strVal val="#ppt_x"/>
                                          </p:val>
                                        </p:tav>
                                      </p:tavLst>
                                    </p:anim>
                                    <p:anim calcmode="lin" valueType="num">
                                      <p:cBhvr additive="base">
                                        <p:cTn id="101" dur="500" fill="hold"/>
                                        <p:tgtEl>
                                          <p:spTgt spid="27"/>
                                        </p:tgtEl>
                                        <p:attrNameLst>
                                          <p:attrName>ppt_y</p:attrName>
                                        </p:attrNameLst>
                                      </p:cBhvr>
                                      <p:tavLst>
                                        <p:tav tm="0">
                                          <p:val>
                                            <p:strVal val="1+#ppt_h/2"/>
                                          </p:val>
                                        </p:tav>
                                        <p:tav tm="100000">
                                          <p:val>
                                            <p:strVal val="#ppt_y"/>
                                          </p:val>
                                        </p:tav>
                                      </p:tavLst>
                                    </p:anim>
                                  </p:childTnLst>
                                </p:cTn>
                              </p:par>
                              <p:par>
                                <p:cTn id="102" presetID="2" presetClass="entr" presetSubtype="4" fill="hold" nodeType="withEffect">
                                  <p:stCondLst>
                                    <p:cond delay="0"/>
                                  </p:stCondLst>
                                  <p:childTnLst>
                                    <p:set>
                                      <p:cBhvr>
                                        <p:cTn id="103" dur="1" fill="hold">
                                          <p:stCondLst>
                                            <p:cond delay="0"/>
                                          </p:stCondLst>
                                        </p:cTn>
                                        <p:tgtEl>
                                          <p:spTgt spid="32"/>
                                        </p:tgtEl>
                                        <p:attrNameLst>
                                          <p:attrName>style.visibility</p:attrName>
                                        </p:attrNameLst>
                                      </p:cBhvr>
                                      <p:to>
                                        <p:strVal val="visible"/>
                                      </p:to>
                                    </p:set>
                                    <p:anim calcmode="lin" valueType="num">
                                      <p:cBhvr additive="base">
                                        <p:cTn id="104" dur="500" fill="hold"/>
                                        <p:tgtEl>
                                          <p:spTgt spid="32"/>
                                        </p:tgtEl>
                                        <p:attrNameLst>
                                          <p:attrName>ppt_x</p:attrName>
                                        </p:attrNameLst>
                                      </p:cBhvr>
                                      <p:tavLst>
                                        <p:tav tm="0">
                                          <p:val>
                                            <p:strVal val="#ppt_x"/>
                                          </p:val>
                                        </p:tav>
                                        <p:tav tm="100000">
                                          <p:val>
                                            <p:strVal val="#ppt_x"/>
                                          </p:val>
                                        </p:tav>
                                      </p:tavLst>
                                    </p:anim>
                                    <p:anim calcmode="lin" valueType="num">
                                      <p:cBhvr additive="base">
                                        <p:cTn id="105" dur="500" fill="hold"/>
                                        <p:tgtEl>
                                          <p:spTgt spid="32"/>
                                        </p:tgtEl>
                                        <p:attrNameLst>
                                          <p:attrName>ppt_y</p:attrName>
                                        </p:attrNameLst>
                                      </p:cBhvr>
                                      <p:tavLst>
                                        <p:tav tm="0">
                                          <p:val>
                                            <p:strVal val="1+#ppt_h/2"/>
                                          </p:val>
                                        </p:tav>
                                        <p:tav tm="100000">
                                          <p:val>
                                            <p:strVal val="#ppt_y"/>
                                          </p:val>
                                        </p:tav>
                                      </p:tavLst>
                                    </p:anim>
                                  </p:childTnLst>
                                </p:cTn>
                              </p:par>
                              <p:par>
                                <p:cTn id="106" presetID="2" presetClass="entr" presetSubtype="4" fill="hold" nodeType="withEffect">
                                  <p:stCondLst>
                                    <p:cond delay="0"/>
                                  </p:stCondLst>
                                  <p:childTnLst>
                                    <p:set>
                                      <p:cBhvr>
                                        <p:cTn id="107" dur="1" fill="hold">
                                          <p:stCondLst>
                                            <p:cond delay="0"/>
                                          </p:stCondLst>
                                        </p:cTn>
                                        <p:tgtEl>
                                          <p:spTgt spid="35"/>
                                        </p:tgtEl>
                                        <p:attrNameLst>
                                          <p:attrName>style.visibility</p:attrName>
                                        </p:attrNameLst>
                                      </p:cBhvr>
                                      <p:to>
                                        <p:strVal val="visible"/>
                                      </p:to>
                                    </p:set>
                                    <p:anim calcmode="lin" valueType="num">
                                      <p:cBhvr additive="base">
                                        <p:cTn id="108" dur="500" fill="hold"/>
                                        <p:tgtEl>
                                          <p:spTgt spid="35"/>
                                        </p:tgtEl>
                                        <p:attrNameLst>
                                          <p:attrName>ppt_x</p:attrName>
                                        </p:attrNameLst>
                                      </p:cBhvr>
                                      <p:tavLst>
                                        <p:tav tm="0">
                                          <p:val>
                                            <p:strVal val="#ppt_x"/>
                                          </p:val>
                                        </p:tav>
                                        <p:tav tm="100000">
                                          <p:val>
                                            <p:strVal val="#ppt_x"/>
                                          </p:val>
                                        </p:tav>
                                      </p:tavLst>
                                    </p:anim>
                                    <p:anim calcmode="lin" valueType="num">
                                      <p:cBhvr additive="base">
                                        <p:cTn id="109" dur="500" fill="hold"/>
                                        <p:tgtEl>
                                          <p:spTgt spid="35"/>
                                        </p:tgtEl>
                                        <p:attrNameLst>
                                          <p:attrName>ppt_y</p:attrName>
                                        </p:attrNameLst>
                                      </p:cBhvr>
                                      <p:tavLst>
                                        <p:tav tm="0">
                                          <p:val>
                                            <p:strVal val="1+#ppt_h/2"/>
                                          </p:val>
                                        </p:tav>
                                        <p:tav tm="100000">
                                          <p:val>
                                            <p:strVal val="#ppt_y"/>
                                          </p:val>
                                        </p:tav>
                                      </p:tavLst>
                                    </p:anim>
                                  </p:childTnLst>
                                </p:cTn>
                              </p:par>
                              <p:par>
                                <p:cTn id="110" presetID="2" presetClass="entr" presetSubtype="4" fill="hold" nodeType="withEffect">
                                  <p:stCondLst>
                                    <p:cond delay="0"/>
                                  </p:stCondLst>
                                  <p:childTnLst>
                                    <p:set>
                                      <p:cBhvr>
                                        <p:cTn id="111" dur="1" fill="hold">
                                          <p:stCondLst>
                                            <p:cond delay="0"/>
                                          </p:stCondLst>
                                        </p:cTn>
                                        <p:tgtEl>
                                          <p:spTgt spid="38"/>
                                        </p:tgtEl>
                                        <p:attrNameLst>
                                          <p:attrName>style.visibility</p:attrName>
                                        </p:attrNameLst>
                                      </p:cBhvr>
                                      <p:to>
                                        <p:strVal val="visible"/>
                                      </p:to>
                                    </p:set>
                                    <p:anim calcmode="lin" valueType="num">
                                      <p:cBhvr additive="base">
                                        <p:cTn id="112" dur="500" fill="hold"/>
                                        <p:tgtEl>
                                          <p:spTgt spid="38"/>
                                        </p:tgtEl>
                                        <p:attrNameLst>
                                          <p:attrName>ppt_x</p:attrName>
                                        </p:attrNameLst>
                                      </p:cBhvr>
                                      <p:tavLst>
                                        <p:tav tm="0">
                                          <p:val>
                                            <p:strVal val="#ppt_x"/>
                                          </p:val>
                                        </p:tav>
                                        <p:tav tm="100000">
                                          <p:val>
                                            <p:strVal val="#ppt_x"/>
                                          </p:val>
                                        </p:tav>
                                      </p:tavLst>
                                    </p:anim>
                                    <p:anim calcmode="lin" valueType="num">
                                      <p:cBhvr additive="base">
                                        <p:cTn id="113" dur="500" fill="hold"/>
                                        <p:tgtEl>
                                          <p:spTgt spid="38"/>
                                        </p:tgtEl>
                                        <p:attrNameLst>
                                          <p:attrName>ppt_y</p:attrName>
                                        </p:attrNameLst>
                                      </p:cBhvr>
                                      <p:tavLst>
                                        <p:tav tm="0">
                                          <p:val>
                                            <p:strVal val="1+#ppt_h/2"/>
                                          </p:val>
                                        </p:tav>
                                        <p:tav tm="100000">
                                          <p:val>
                                            <p:strVal val="#ppt_y"/>
                                          </p:val>
                                        </p:tav>
                                      </p:tavLst>
                                    </p:anim>
                                  </p:childTnLst>
                                </p:cTn>
                              </p:par>
                              <p:par>
                                <p:cTn id="114" presetID="2" presetClass="entr" presetSubtype="4" fill="hold" grpId="0" nodeType="withEffect">
                                  <p:stCondLst>
                                    <p:cond delay="0"/>
                                  </p:stCondLst>
                                  <p:childTnLst>
                                    <p:set>
                                      <p:cBhvr>
                                        <p:cTn id="115" dur="1" fill="hold">
                                          <p:stCondLst>
                                            <p:cond delay="0"/>
                                          </p:stCondLst>
                                        </p:cTn>
                                        <p:tgtEl>
                                          <p:spTgt spid="40"/>
                                        </p:tgtEl>
                                        <p:attrNameLst>
                                          <p:attrName>style.visibility</p:attrName>
                                        </p:attrNameLst>
                                      </p:cBhvr>
                                      <p:to>
                                        <p:strVal val="visible"/>
                                      </p:to>
                                    </p:set>
                                    <p:anim calcmode="lin" valueType="num">
                                      <p:cBhvr additive="base">
                                        <p:cTn id="116" dur="500" fill="hold"/>
                                        <p:tgtEl>
                                          <p:spTgt spid="40"/>
                                        </p:tgtEl>
                                        <p:attrNameLst>
                                          <p:attrName>ppt_x</p:attrName>
                                        </p:attrNameLst>
                                      </p:cBhvr>
                                      <p:tavLst>
                                        <p:tav tm="0">
                                          <p:val>
                                            <p:strVal val="#ppt_x"/>
                                          </p:val>
                                        </p:tav>
                                        <p:tav tm="100000">
                                          <p:val>
                                            <p:strVal val="#ppt_x"/>
                                          </p:val>
                                        </p:tav>
                                      </p:tavLst>
                                    </p:anim>
                                    <p:anim calcmode="lin" valueType="num">
                                      <p:cBhvr additive="base">
                                        <p:cTn id="117" dur="500" fill="hold"/>
                                        <p:tgtEl>
                                          <p:spTgt spid="40"/>
                                        </p:tgtEl>
                                        <p:attrNameLst>
                                          <p:attrName>ppt_y</p:attrName>
                                        </p:attrNameLst>
                                      </p:cBhvr>
                                      <p:tavLst>
                                        <p:tav tm="0">
                                          <p:val>
                                            <p:strVal val="1+#ppt_h/2"/>
                                          </p:val>
                                        </p:tav>
                                        <p:tav tm="100000">
                                          <p:val>
                                            <p:strVal val="#ppt_y"/>
                                          </p:val>
                                        </p:tav>
                                      </p:tavLst>
                                    </p:anim>
                                  </p:childTnLst>
                                </p:cTn>
                              </p:par>
                              <p:par>
                                <p:cTn id="118" presetID="2" presetClass="entr" presetSubtype="4" fill="hold" nodeType="withEffect">
                                  <p:stCondLst>
                                    <p:cond delay="0"/>
                                  </p:stCondLst>
                                  <p:childTnLst>
                                    <p:set>
                                      <p:cBhvr>
                                        <p:cTn id="119" dur="1" fill="hold">
                                          <p:stCondLst>
                                            <p:cond delay="0"/>
                                          </p:stCondLst>
                                        </p:cTn>
                                        <p:tgtEl>
                                          <p:spTgt spid="42"/>
                                        </p:tgtEl>
                                        <p:attrNameLst>
                                          <p:attrName>style.visibility</p:attrName>
                                        </p:attrNameLst>
                                      </p:cBhvr>
                                      <p:to>
                                        <p:strVal val="visible"/>
                                      </p:to>
                                    </p:set>
                                    <p:anim calcmode="lin" valueType="num">
                                      <p:cBhvr additive="base">
                                        <p:cTn id="120" dur="500" fill="hold"/>
                                        <p:tgtEl>
                                          <p:spTgt spid="42"/>
                                        </p:tgtEl>
                                        <p:attrNameLst>
                                          <p:attrName>ppt_x</p:attrName>
                                        </p:attrNameLst>
                                      </p:cBhvr>
                                      <p:tavLst>
                                        <p:tav tm="0">
                                          <p:val>
                                            <p:strVal val="#ppt_x"/>
                                          </p:val>
                                        </p:tav>
                                        <p:tav tm="100000">
                                          <p:val>
                                            <p:strVal val="#ppt_x"/>
                                          </p:val>
                                        </p:tav>
                                      </p:tavLst>
                                    </p:anim>
                                    <p:anim calcmode="lin" valueType="num">
                                      <p:cBhvr additive="base">
                                        <p:cTn id="121" dur="500" fill="hold"/>
                                        <p:tgtEl>
                                          <p:spTgt spid="42"/>
                                        </p:tgtEl>
                                        <p:attrNameLst>
                                          <p:attrName>ppt_y</p:attrName>
                                        </p:attrNameLst>
                                      </p:cBhvr>
                                      <p:tavLst>
                                        <p:tav tm="0">
                                          <p:val>
                                            <p:strVal val="1+#ppt_h/2"/>
                                          </p:val>
                                        </p:tav>
                                        <p:tav tm="100000">
                                          <p:val>
                                            <p:strVal val="#ppt_y"/>
                                          </p:val>
                                        </p:tav>
                                      </p:tavLst>
                                    </p:anim>
                                  </p:childTnLst>
                                </p:cTn>
                              </p:par>
                              <p:par>
                                <p:cTn id="122" presetID="2" presetClass="entr" presetSubtype="4" fill="hold" grpId="0" nodeType="withEffect">
                                  <p:stCondLst>
                                    <p:cond delay="0"/>
                                  </p:stCondLst>
                                  <p:childTnLst>
                                    <p:set>
                                      <p:cBhvr>
                                        <p:cTn id="123" dur="1" fill="hold">
                                          <p:stCondLst>
                                            <p:cond delay="0"/>
                                          </p:stCondLst>
                                        </p:cTn>
                                        <p:tgtEl>
                                          <p:spTgt spid="43"/>
                                        </p:tgtEl>
                                        <p:attrNameLst>
                                          <p:attrName>style.visibility</p:attrName>
                                        </p:attrNameLst>
                                      </p:cBhvr>
                                      <p:to>
                                        <p:strVal val="visible"/>
                                      </p:to>
                                    </p:set>
                                    <p:anim calcmode="lin" valueType="num">
                                      <p:cBhvr additive="base">
                                        <p:cTn id="124" dur="500" fill="hold"/>
                                        <p:tgtEl>
                                          <p:spTgt spid="43"/>
                                        </p:tgtEl>
                                        <p:attrNameLst>
                                          <p:attrName>ppt_x</p:attrName>
                                        </p:attrNameLst>
                                      </p:cBhvr>
                                      <p:tavLst>
                                        <p:tav tm="0">
                                          <p:val>
                                            <p:strVal val="#ppt_x"/>
                                          </p:val>
                                        </p:tav>
                                        <p:tav tm="100000">
                                          <p:val>
                                            <p:strVal val="#ppt_x"/>
                                          </p:val>
                                        </p:tav>
                                      </p:tavLst>
                                    </p:anim>
                                    <p:anim calcmode="lin" valueType="num">
                                      <p:cBhvr additive="base">
                                        <p:cTn id="125" dur="500" fill="hold"/>
                                        <p:tgtEl>
                                          <p:spTgt spid="43"/>
                                        </p:tgtEl>
                                        <p:attrNameLst>
                                          <p:attrName>ppt_y</p:attrName>
                                        </p:attrNameLst>
                                      </p:cBhvr>
                                      <p:tavLst>
                                        <p:tav tm="0">
                                          <p:val>
                                            <p:strVal val="1+#ppt_h/2"/>
                                          </p:val>
                                        </p:tav>
                                        <p:tav tm="100000">
                                          <p:val>
                                            <p:strVal val="#ppt_y"/>
                                          </p:val>
                                        </p:tav>
                                      </p:tavLst>
                                    </p:anim>
                                  </p:childTnLst>
                                </p:cTn>
                              </p:par>
                              <p:par>
                                <p:cTn id="126" presetID="2" presetClass="entr" presetSubtype="4" fill="hold" nodeType="withEffect">
                                  <p:stCondLst>
                                    <p:cond delay="0"/>
                                  </p:stCondLst>
                                  <p:childTnLst>
                                    <p:set>
                                      <p:cBhvr>
                                        <p:cTn id="127" dur="1" fill="hold">
                                          <p:stCondLst>
                                            <p:cond delay="0"/>
                                          </p:stCondLst>
                                        </p:cTn>
                                        <p:tgtEl>
                                          <p:spTgt spid="45"/>
                                        </p:tgtEl>
                                        <p:attrNameLst>
                                          <p:attrName>style.visibility</p:attrName>
                                        </p:attrNameLst>
                                      </p:cBhvr>
                                      <p:to>
                                        <p:strVal val="visible"/>
                                      </p:to>
                                    </p:set>
                                    <p:anim calcmode="lin" valueType="num">
                                      <p:cBhvr additive="base">
                                        <p:cTn id="128" dur="500" fill="hold"/>
                                        <p:tgtEl>
                                          <p:spTgt spid="45"/>
                                        </p:tgtEl>
                                        <p:attrNameLst>
                                          <p:attrName>ppt_x</p:attrName>
                                        </p:attrNameLst>
                                      </p:cBhvr>
                                      <p:tavLst>
                                        <p:tav tm="0">
                                          <p:val>
                                            <p:strVal val="#ppt_x"/>
                                          </p:val>
                                        </p:tav>
                                        <p:tav tm="100000">
                                          <p:val>
                                            <p:strVal val="#ppt_x"/>
                                          </p:val>
                                        </p:tav>
                                      </p:tavLst>
                                    </p:anim>
                                    <p:anim calcmode="lin" valueType="num">
                                      <p:cBhvr additive="base">
                                        <p:cTn id="129" dur="500" fill="hold"/>
                                        <p:tgtEl>
                                          <p:spTgt spid="45"/>
                                        </p:tgtEl>
                                        <p:attrNameLst>
                                          <p:attrName>ppt_y</p:attrName>
                                        </p:attrNameLst>
                                      </p:cBhvr>
                                      <p:tavLst>
                                        <p:tav tm="0">
                                          <p:val>
                                            <p:strVal val="1+#ppt_h/2"/>
                                          </p:val>
                                        </p:tav>
                                        <p:tav tm="100000">
                                          <p:val>
                                            <p:strVal val="#ppt_y"/>
                                          </p:val>
                                        </p:tav>
                                      </p:tavLst>
                                    </p:anim>
                                  </p:childTnLst>
                                </p:cTn>
                              </p:par>
                              <p:par>
                                <p:cTn id="130" presetID="2" presetClass="entr" presetSubtype="4" fill="hold" nodeType="withEffect">
                                  <p:stCondLst>
                                    <p:cond delay="0"/>
                                  </p:stCondLst>
                                  <p:childTnLst>
                                    <p:set>
                                      <p:cBhvr>
                                        <p:cTn id="131" dur="1" fill="hold">
                                          <p:stCondLst>
                                            <p:cond delay="0"/>
                                          </p:stCondLst>
                                        </p:cTn>
                                        <p:tgtEl>
                                          <p:spTgt spid="47"/>
                                        </p:tgtEl>
                                        <p:attrNameLst>
                                          <p:attrName>style.visibility</p:attrName>
                                        </p:attrNameLst>
                                      </p:cBhvr>
                                      <p:to>
                                        <p:strVal val="visible"/>
                                      </p:to>
                                    </p:set>
                                    <p:anim calcmode="lin" valueType="num">
                                      <p:cBhvr additive="base">
                                        <p:cTn id="132" dur="500" fill="hold"/>
                                        <p:tgtEl>
                                          <p:spTgt spid="47"/>
                                        </p:tgtEl>
                                        <p:attrNameLst>
                                          <p:attrName>ppt_x</p:attrName>
                                        </p:attrNameLst>
                                      </p:cBhvr>
                                      <p:tavLst>
                                        <p:tav tm="0">
                                          <p:val>
                                            <p:strVal val="#ppt_x"/>
                                          </p:val>
                                        </p:tav>
                                        <p:tav tm="100000">
                                          <p:val>
                                            <p:strVal val="#ppt_x"/>
                                          </p:val>
                                        </p:tav>
                                      </p:tavLst>
                                    </p:anim>
                                    <p:anim calcmode="lin" valueType="num">
                                      <p:cBhvr additive="base">
                                        <p:cTn id="133"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22" grpId="0"/>
      <p:bldP spid="23" grpId="0"/>
      <p:bldP spid="24" grpId="0"/>
      <p:bldP spid="25" grpId="0"/>
      <p:bldP spid="40" grpId="0"/>
      <p:bldP spid="4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70BA1-2A1A-1B68-01C4-2B986A7E63C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A9CFF75-7417-3C4B-62BC-62670D5B4E63}"/>
              </a:ext>
            </a:extLst>
          </p:cNvPr>
          <p:cNvSpPr>
            <a:spLocks noGrp="1"/>
          </p:cNvSpPr>
          <p:nvPr>
            <p:ph type="body" sz="quarter" idx="10"/>
          </p:nvPr>
        </p:nvSpPr>
        <p:spPr>
          <a:xfrm>
            <a:off x="476250" y="1516063"/>
            <a:ext cx="3711437" cy="4662488"/>
          </a:xfrm>
        </p:spPr>
        <p:txBody>
          <a:bodyPr/>
          <a:lstStyle/>
          <a:p>
            <a:r>
              <a:rPr lang="en-US" dirty="0"/>
              <a:t>Angular provides:</a:t>
            </a:r>
          </a:p>
          <a:p>
            <a:pPr lvl="1"/>
            <a:r>
              <a:rPr lang="en-US" sz="2200" dirty="0"/>
              <a:t>Architecture</a:t>
            </a:r>
          </a:p>
          <a:p>
            <a:pPr lvl="1"/>
            <a:r>
              <a:rPr lang="en-US" sz="2200" dirty="0"/>
              <a:t>CLI tooling</a:t>
            </a:r>
          </a:p>
          <a:p>
            <a:pPr lvl="1"/>
            <a:r>
              <a:rPr lang="en-US" sz="2200" dirty="0"/>
              <a:t>Dependency Injection</a:t>
            </a:r>
          </a:p>
          <a:p>
            <a:pPr lvl="1"/>
            <a:r>
              <a:rPr lang="en-US" sz="2200" dirty="0"/>
              <a:t>Routing</a:t>
            </a:r>
          </a:p>
          <a:p>
            <a:pPr lvl="1"/>
            <a:r>
              <a:rPr lang="en-US" sz="2200" dirty="0"/>
              <a:t>Form handling</a:t>
            </a:r>
          </a:p>
          <a:p>
            <a:pPr lvl="1"/>
            <a:r>
              <a:rPr lang="en-US" sz="2200" dirty="0"/>
              <a:t>HTTP abstraction</a:t>
            </a:r>
          </a:p>
          <a:p>
            <a:pPr lvl="1"/>
            <a:r>
              <a:rPr lang="en-US" sz="2200" dirty="0"/>
              <a:t>Build system</a:t>
            </a:r>
          </a:p>
        </p:txBody>
      </p:sp>
      <p:sp>
        <p:nvSpPr>
          <p:cNvPr id="3" name="Title 2">
            <a:extLst>
              <a:ext uri="{FF2B5EF4-FFF2-40B4-BE49-F238E27FC236}">
                <a16:creationId xmlns:a16="http://schemas.microsoft.com/office/drawing/2014/main" id="{772FB4BD-C158-E1EE-A941-CEB0E5BA73FB}"/>
              </a:ext>
            </a:extLst>
          </p:cNvPr>
          <p:cNvSpPr>
            <a:spLocks noGrp="1"/>
          </p:cNvSpPr>
          <p:nvPr>
            <p:ph type="title"/>
          </p:nvPr>
        </p:nvSpPr>
        <p:spPr/>
        <p:txBody>
          <a:bodyPr/>
          <a:lstStyle/>
          <a:p>
            <a:r>
              <a:rPr lang="en-US" dirty="0"/>
              <a:t>Angular as a Framework (Not Just a Library)</a:t>
            </a:r>
          </a:p>
        </p:txBody>
      </p:sp>
      <p:sp>
        <p:nvSpPr>
          <p:cNvPr id="4" name="Rounded Rectangle 3">
            <a:extLst>
              <a:ext uri="{FF2B5EF4-FFF2-40B4-BE49-F238E27FC236}">
                <a16:creationId xmlns:a16="http://schemas.microsoft.com/office/drawing/2014/main" id="{3A6DA99D-5185-A7DD-5A28-878F6979B758}"/>
              </a:ext>
            </a:extLst>
          </p:cNvPr>
          <p:cNvSpPr/>
          <p:nvPr/>
        </p:nvSpPr>
        <p:spPr>
          <a:xfrm>
            <a:off x="5784575" y="1804718"/>
            <a:ext cx="2610678" cy="543339"/>
          </a:xfrm>
          <a:prstGeom prst="roundRect">
            <a:avLst/>
          </a:prstGeom>
          <a:solidFill>
            <a:srgbClr val="52A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dirty="0">
                <a:solidFill>
                  <a:schemeClr val="bg2"/>
                </a:solidFill>
              </a:rPr>
              <a:t>Angular Application</a:t>
            </a:r>
          </a:p>
        </p:txBody>
      </p:sp>
      <p:sp>
        <p:nvSpPr>
          <p:cNvPr id="9" name="Rectangle 8">
            <a:extLst>
              <a:ext uri="{FF2B5EF4-FFF2-40B4-BE49-F238E27FC236}">
                <a16:creationId xmlns:a16="http://schemas.microsoft.com/office/drawing/2014/main" id="{2D0FD615-B215-D05B-5200-680618202CB0}"/>
              </a:ext>
            </a:extLst>
          </p:cNvPr>
          <p:cNvSpPr/>
          <p:nvPr/>
        </p:nvSpPr>
        <p:spPr>
          <a:xfrm>
            <a:off x="3986518" y="3092004"/>
            <a:ext cx="1987827" cy="451104"/>
          </a:xfrm>
          <a:prstGeom prst="rect">
            <a:avLst/>
          </a:prstGeom>
          <a:solidFill>
            <a:schemeClr val="accent1"/>
          </a:solid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dirty="0">
                <a:solidFill>
                  <a:schemeClr val="bg2"/>
                </a:solidFill>
              </a:rPr>
              <a:t>Components</a:t>
            </a:r>
          </a:p>
        </p:txBody>
      </p:sp>
      <p:sp>
        <p:nvSpPr>
          <p:cNvPr id="10" name="Rectangle 9">
            <a:extLst>
              <a:ext uri="{FF2B5EF4-FFF2-40B4-BE49-F238E27FC236}">
                <a16:creationId xmlns:a16="http://schemas.microsoft.com/office/drawing/2014/main" id="{A478F71B-93AA-B4FF-6ACB-AC4D744D2773}"/>
              </a:ext>
            </a:extLst>
          </p:cNvPr>
          <p:cNvSpPr/>
          <p:nvPr/>
        </p:nvSpPr>
        <p:spPr>
          <a:xfrm>
            <a:off x="3986518" y="3543109"/>
            <a:ext cx="1987827" cy="1307188"/>
          </a:xfrm>
          <a:prstGeom prst="rect">
            <a:avLst/>
          </a:prstGeom>
          <a:no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a:solidFill>
                <a:schemeClr val="bg2"/>
              </a:solidFill>
            </a:endParaRPr>
          </a:p>
        </p:txBody>
      </p:sp>
      <p:sp>
        <p:nvSpPr>
          <p:cNvPr id="11" name="TextBox 10">
            <a:extLst>
              <a:ext uri="{FF2B5EF4-FFF2-40B4-BE49-F238E27FC236}">
                <a16:creationId xmlns:a16="http://schemas.microsoft.com/office/drawing/2014/main" id="{DC4E604C-D2E2-776B-ADCC-8B52840D57F2}"/>
              </a:ext>
            </a:extLst>
          </p:cNvPr>
          <p:cNvSpPr txBox="1"/>
          <p:nvPr/>
        </p:nvSpPr>
        <p:spPr>
          <a:xfrm>
            <a:off x="3986519" y="3790599"/>
            <a:ext cx="1987826" cy="667875"/>
          </a:xfrm>
          <a:prstGeom prst="rect">
            <a:avLst/>
          </a:prstGeom>
          <a:noFill/>
        </p:spPr>
        <p:txBody>
          <a:bodyPr wrap="square" rtlCol="0">
            <a:spAutoFit/>
          </a:bodyPr>
          <a:lstStyle/>
          <a:p>
            <a:pPr algn="ctr">
              <a:lnSpc>
                <a:spcPct val="90000"/>
              </a:lnSpc>
              <a:spcBef>
                <a:spcPts val="600"/>
              </a:spcBef>
            </a:pPr>
            <a:r>
              <a:rPr lang="en-US" dirty="0">
                <a:solidFill>
                  <a:schemeClr val="accent1"/>
                </a:solidFill>
              </a:rPr>
              <a:t>UI + Templates</a:t>
            </a:r>
          </a:p>
          <a:p>
            <a:pPr algn="ctr">
              <a:lnSpc>
                <a:spcPct val="90000"/>
              </a:lnSpc>
              <a:spcBef>
                <a:spcPts val="600"/>
              </a:spcBef>
            </a:pPr>
            <a:r>
              <a:rPr lang="en-US" dirty="0">
                <a:solidFill>
                  <a:schemeClr val="accent1"/>
                </a:solidFill>
              </a:rPr>
              <a:t>(Building Blocks)</a:t>
            </a:r>
          </a:p>
        </p:txBody>
      </p:sp>
      <p:sp>
        <p:nvSpPr>
          <p:cNvPr id="12" name="Rectangle 11">
            <a:extLst>
              <a:ext uri="{FF2B5EF4-FFF2-40B4-BE49-F238E27FC236}">
                <a16:creationId xmlns:a16="http://schemas.microsoft.com/office/drawing/2014/main" id="{F82CF013-8659-41AE-C5D3-FF4A72B71CDC}"/>
              </a:ext>
            </a:extLst>
          </p:cNvPr>
          <p:cNvSpPr/>
          <p:nvPr/>
        </p:nvSpPr>
        <p:spPr>
          <a:xfrm>
            <a:off x="6096000" y="3092004"/>
            <a:ext cx="1987827" cy="451104"/>
          </a:xfrm>
          <a:prstGeom prst="rect">
            <a:avLst/>
          </a:prstGeom>
          <a:solidFill>
            <a:schemeClr val="accent1"/>
          </a:solid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dirty="0">
                <a:solidFill>
                  <a:schemeClr val="bg2"/>
                </a:solidFill>
              </a:rPr>
              <a:t>Services</a:t>
            </a:r>
          </a:p>
        </p:txBody>
      </p:sp>
      <p:sp>
        <p:nvSpPr>
          <p:cNvPr id="13" name="Rectangle 12">
            <a:extLst>
              <a:ext uri="{FF2B5EF4-FFF2-40B4-BE49-F238E27FC236}">
                <a16:creationId xmlns:a16="http://schemas.microsoft.com/office/drawing/2014/main" id="{58C4253E-C322-2033-3787-2368741441F3}"/>
              </a:ext>
            </a:extLst>
          </p:cNvPr>
          <p:cNvSpPr/>
          <p:nvPr/>
        </p:nvSpPr>
        <p:spPr>
          <a:xfrm>
            <a:off x="6096000" y="3543109"/>
            <a:ext cx="1987827" cy="1307188"/>
          </a:xfrm>
          <a:prstGeom prst="rect">
            <a:avLst/>
          </a:prstGeom>
          <a:no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a:solidFill>
                <a:schemeClr val="bg2"/>
              </a:solidFill>
            </a:endParaRPr>
          </a:p>
        </p:txBody>
      </p:sp>
      <p:sp>
        <p:nvSpPr>
          <p:cNvPr id="14" name="TextBox 13">
            <a:extLst>
              <a:ext uri="{FF2B5EF4-FFF2-40B4-BE49-F238E27FC236}">
                <a16:creationId xmlns:a16="http://schemas.microsoft.com/office/drawing/2014/main" id="{680445E6-0938-AA47-EF64-0B9C9291A098}"/>
              </a:ext>
            </a:extLst>
          </p:cNvPr>
          <p:cNvSpPr txBox="1"/>
          <p:nvPr/>
        </p:nvSpPr>
        <p:spPr>
          <a:xfrm>
            <a:off x="6096001" y="3790599"/>
            <a:ext cx="1987826" cy="341632"/>
          </a:xfrm>
          <a:prstGeom prst="rect">
            <a:avLst/>
          </a:prstGeom>
          <a:noFill/>
        </p:spPr>
        <p:txBody>
          <a:bodyPr wrap="square" rtlCol="0">
            <a:spAutoFit/>
          </a:bodyPr>
          <a:lstStyle/>
          <a:p>
            <a:pPr algn="ctr">
              <a:lnSpc>
                <a:spcPct val="90000"/>
              </a:lnSpc>
              <a:spcBef>
                <a:spcPts val="600"/>
              </a:spcBef>
            </a:pPr>
            <a:r>
              <a:rPr lang="en-US" dirty="0">
                <a:solidFill>
                  <a:schemeClr val="accent1"/>
                </a:solidFill>
              </a:rPr>
              <a:t>API Calls</a:t>
            </a:r>
          </a:p>
        </p:txBody>
      </p:sp>
      <p:sp>
        <p:nvSpPr>
          <p:cNvPr id="15" name="Rectangle 14">
            <a:extLst>
              <a:ext uri="{FF2B5EF4-FFF2-40B4-BE49-F238E27FC236}">
                <a16:creationId xmlns:a16="http://schemas.microsoft.com/office/drawing/2014/main" id="{B1EF0554-0C06-8541-3FEE-B2783358EBA7}"/>
              </a:ext>
            </a:extLst>
          </p:cNvPr>
          <p:cNvSpPr/>
          <p:nvPr/>
        </p:nvSpPr>
        <p:spPr>
          <a:xfrm>
            <a:off x="8205482" y="3092004"/>
            <a:ext cx="1987827" cy="451104"/>
          </a:xfrm>
          <a:prstGeom prst="rect">
            <a:avLst/>
          </a:prstGeom>
          <a:solidFill>
            <a:schemeClr val="accent1"/>
          </a:solid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dirty="0">
                <a:solidFill>
                  <a:schemeClr val="bg2"/>
                </a:solidFill>
              </a:rPr>
              <a:t>Modules</a:t>
            </a:r>
          </a:p>
        </p:txBody>
      </p:sp>
      <p:sp>
        <p:nvSpPr>
          <p:cNvPr id="16" name="Rectangle 15">
            <a:extLst>
              <a:ext uri="{FF2B5EF4-FFF2-40B4-BE49-F238E27FC236}">
                <a16:creationId xmlns:a16="http://schemas.microsoft.com/office/drawing/2014/main" id="{3A1B2F25-D4B5-7E52-FBA2-8C409F6CA802}"/>
              </a:ext>
            </a:extLst>
          </p:cNvPr>
          <p:cNvSpPr/>
          <p:nvPr/>
        </p:nvSpPr>
        <p:spPr>
          <a:xfrm>
            <a:off x="8205482" y="3543109"/>
            <a:ext cx="1987827" cy="1307188"/>
          </a:xfrm>
          <a:prstGeom prst="rect">
            <a:avLst/>
          </a:prstGeom>
          <a:no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a:solidFill>
                <a:schemeClr val="bg2"/>
              </a:solidFill>
            </a:endParaRPr>
          </a:p>
        </p:txBody>
      </p:sp>
      <p:sp>
        <p:nvSpPr>
          <p:cNvPr id="17" name="TextBox 16">
            <a:extLst>
              <a:ext uri="{FF2B5EF4-FFF2-40B4-BE49-F238E27FC236}">
                <a16:creationId xmlns:a16="http://schemas.microsoft.com/office/drawing/2014/main" id="{4499BF19-4A9C-1FFE-8427-0D71509B7752}"/>
              </a:ext>
            </a:extLst>
          </p:cNvPr>
          <p:cNvSpPr txBox="1"/>
          <p:nvPr/>
        </p:nvSpPr>
        <p:spPr>
          <a:xfrm>
            <a:off x="8205483" y="3790599"/>
            <a:ext cx="1987826" cy="341632"/>
          </a:xfrm>
          <a:prstGeom prst="rect">
            <a:avLst/>
          </a:prstGeom>
          <a:noFill/>
        </p:spPr>
        <p:txBody>
          <a:bodyPr wrap="square" rtlCol="0">
            <a:spAutoFit/>
          </a:bodyPr>
          <a:lstStyle/>
          <a:p>
            <a:pPr algn="ctr">
              <a:lnSpc>
                <a:spcPct val="90000"/>
              </a:lnSpc>
              <a:spcBef>
                <a:spcPts val="600"/>
              </a:spcBef>
            </a:pPr>
            <a:r>
              <a:rPr lang="en-US" dirty="0">
                <a:solidFill>
                  <a:schemeClr val="accent1"/>
                </a:solidFill>
              </a:rPr>
              <a:t>Feature Isolation</a:t>
            </a:r>
          </a:p>
        </p:txBody>
      </p:sp>
      <p:cxnSp>
        <p:nvCxnSpPr>
          <p:cNvPr id="19" name="Straight Arrow Connector 18">
            <a:extLst>
              <a:ext uri="{FF2B5EF4-FFF2-40B4-BE49-F238E27FC236}">
                <a16:creationId xmlns:a16="http://schemas.microsoft.com/office/drawing/2014/main" id="{E25193DF-28E4-527C-485E-C9CE4D7B8F09}"/>
              </a:ext>
            </a:extLst>
          </p:cNvPr>
          <p:cNvCxnSpPr>
            <a:stCxn id="4" idx="2"/>
            <a:endCxn id="12" idx="0"/>
          </p:cNvCxnSpPr>
          <p:nvPr/>
        </p:nvCxnSpPr>
        <p:spPr>
          <a:xfrm>
            <a:off x="7089914" y="2348057"/>
            <a:ext cx="0" cy="7439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Elbow Connector 21">
            <a:extLst>
              <a:ext uri="{FF2B5EF4-FFF2-40B4-BE49-F238E27FC236}">
                <a16:creationId xmlns:a16="http://schemas.microsoft.com/office/drawing/2014/main" id="{E60574A6-C7F4-F255-9ADF-187120AF7BAC}"/>
              </a:ext>
            </a:extLst>
          </p:cNvPr>
          <p:cNvCxnSpPr>
            <a:stCxn id="4" idx="2"/>
            <a:endCxn id="9" idx="0"/>
          </p:cNvCxnSpPr>
          <p:nvPr/>
        </p:nvCxnSpPr>
        <p:spPr>
          <a:xfrm rot="5400000">
            <a:off x="5663200" y="1665289"/>
            <a:ext cx="743947" cy="210948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Elbow Connector 23">
            <a:extLst>
              <a:ext uri="{FF2B5EF4-FFF2-40B4-BE49-F238E27FC236}">
                <a16:creationId xmlns:a16="http://schemas.microsoft.com/office/drawing/2014/main" id="{40CBFEB3-A5F6-DB38-8677-27DF9281DB2D}"/>
              </a:ext>
            </a:extLst>
          </p:cNvPr>
          <p:cNvCxnSpPr>
            <a:stCxn id="4" idx="2"/>
            <a:endCxn id="15" idx="0"/>
          </p:cNvCxnSpPr>
          <p:nvPr/>
        </p:nvCxnSpPr>
        <p:spPr>
          <a:xfrm rot="16200000" flipH="1">
            <a:off x="7772682" y="1665289"/>
            <a:ext cx="743947" cy="210948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5083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fade">
                                      <p:cBhvr>
                                        <p:cTn id="20" dur="500"/>
                                        <p:tgtEl>
                                          <p:spTgt spid="2">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Effect transition="in" filter="fade">
                                      <p:cBhvr>
                                        <p:cTn id="25" dur="500"/>
                                        <p:tgtEl>
                                          <p:spTgt spid="2">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
                                            <p:txEl>
                                              <p:pRg st="5" end="5"/>
                                            </p:txEl>
                                          </p:spTgt>
                                        </p:tgtEl>
                                        <p:attrNameLst>
                                          <p:attrName>style.visibility</p:attrName>
                                        </p:attrNameLst>
                                      </p:cBhvr>
                                      <p:to>
                                        <p:strVal val="visible"/>
                                      </p:to>
                                    </p:set>
                                    <p:animEffect transition="in" filter="fade">
                                      <p:cBhvr>
                                        <p:cTn id="30" dur="500"/>
                                        <p:tgtEl>
                                          <p:spTgt spid="2">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animEffect transition="in" filter="fade">
                                      <p:cBhvr>
                                        <p:cTn id="35" dur="500"/>
                                        <p:tgtEl>
                                          <p:spTgt spid="2">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
                                            <p:txEl>
                                              <p:pRg st="7" end="7"/>
                                            </p:txEl>
                                          </p:spTgt>
                                        </p:tgtEl>
                                        <p:attrNameLst>
                                          <p:attrName>style.visibility</p:attrName>
                                        </p:attrNameLst>
                                      </p:cBhvr>
                                      <p:to>
                                        <p:strVal val="visible"/>
                                      </p:to>
                                    </p:set>
                                    <p:animEffect transition="in" filter="fade">
                                      <p:cBhvr>
                                        <p:cTn id="40"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25309-E018-8F60-2008-1B331E7BDEE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26F3031-E62A-2184-B0A3-62FE370C5EA8}"/>
              </a:ext>
            </a:extLst>
          </p:cNvPr>
          <p:cNvSpPr>
            <a:spLocks noGrp="1"/>
          </p:cNvSpPr>
          <p:nvPr>
            <p:ph type="body" sz="quarter" idx="10"/>
          </p:nvPr>
        </p:nvSpPr>
        <p:spPr>
          <a:xfrm>
            <a:off x="476250" y="1516063"/>
            <a:ext cx="8021574" cy="4662488"/>
          </a:xfrm>
        </p:spPr>
        <p:txBody>
          <a:bodyPr/>
          <a:lstStyle/>
          <a:p>
            <a:r>
              <a:rPr lang="en-US" dirty="0"/>
              <a:t>Angular is ideal for:</a:t>
            </a:r>
          </a:p>
          <a:p>
            <a:pPr lvl="1"/>
            <a:r>
              <a:rPr lang="en-US" dirty="0"/>
              <a:t>Large teams</a:t>
            </a:r>
          </a:p>
          <a:p>
            <a:pPr lvl="1"/>
            <a:r>
              <a:rPr lang="en-US" dirty="0"/>
              <a:t>Long-lived applications</a:t>
            </a:r>
          </a:p>
          <a:p>
            <a:pPr lvl="1"/>
            <a:r>
              <a:rPr lang="en-US" dirty="0"/>
              <a:t>Complex workflows</a:t>
            </a:r>
          </a:p>
          <a:p>
            <a:pPr lvl="1"/>
            <a:r>
              <a:rPr lang="en-US" dirty="0"/>
              <a:t>Secure authentication flows</a:t>
            </a:r>
          </a:p>
          <a:p>
            <a:pPr lvl="1"/>
            <a:r>
              <a:rPr lang="en-US" dirty="0"/>
              <a:t>Modular architectures</a:t>
            </a:r>
          </a:p>
        </p:txBody>
      </p:sp>
      <p:sp>
        <p:nvSpPr>
          <p:cNvPr id="3" name="Title 2">
            <a:extLst>
              <a:ext uri="{FF2B5EF4-FFF2-40B4-BE49-F238E27FC236}">
                <a16:creationId xmlns:a16="http://schemas.microsoft.com/office/drawing/2014/main" id="{BD77484D-87A6-EF97-8001-A8640B60426E}"/>
              </a:ext>
            </a:extLst>
          </p:cNvPr>
          <p:cNvSpPr>
            <a:spLocks noGrp="1"/>
          </p:cNvSpPr>
          <p:nvPr>
            <p:ph type="title"/>
          </p:nvPr>
        </p:nvSpPr>
        <p:spPr/>
        <p:txBody>
          <a:bodyPr/>
          <a:lstStyle/>
          <a:p>
            <a:r>
              <a:rPr lang="en-US" dirty="0"/>
              <a:t>Why Angular for Enterprise Cloud Platforms?</a:t>
            </a:r>
          </a:p>
        </p:txBody>
      </p:sp>
    </p:spTree>
    <p:extLst>
      <p:ext uri="{BB962C8B-B14F-4D97-AF65-F5344CB8AC3E}">
        <p14:creationId xmlns:p14="http://schemas.microsoft.com/office/powerpoint/2010/main" val="29636819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A91C2-FFA2-7A75-9543-2B0FA94FA6E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821C590-11E9-3A98-1B17-D88797CC099D}"/>
              </a:ext>
            </a:extLst>
          </p:cNvPr>
          <p:cNvSpPr>
            <a:spLocks noGrp="1"/>
          </p:cNvSpPr>
          <p:nvPr>
            <p:ph type="body" sz="quarter" idx="10"/>
          </p:nvPr>
        </p:nvSpPr>
        <p:spPr>
          <a:xfrm>
            <a:off x="476250" y="1516063"/>
            <a:ext cx="4192758" cy="4662488"/>
          </a:xfrm>
        </p:spPr>
        <p:txBody>
          <a:bodyPr/>
          <a:lstStyle/>
          <a:p>
            <a:r>
              <a:rPr lang="en-US" dirty="0"/>
              <a:t>Everything is a component:</a:t>
            </a:r>
          </a:p>
          <a:p>
            <a:pPr lvl="1"/>
            <a:r>
              <a:rPr lang="en-US" dirty="0"/>
              <a:t>Header</a:t>
            </a:r>
          </a:p>
          <a:p>
            <a:pPr lvl="1"/>
            <a:r>
              <a:rPr lang="en-US" dirty="0"/>
              <a:t>Navigation</a:t>
            </a:r>
          </a:p>
          <a:p>
            <a:pPr lvl="1"/>
            <a:r>
              <a:rPr lang="en-US" dirty="0"/>
              <a:t>List</a:t>
            </a:r>
          </a:p>
          <a:p>
            <a:pPr lvl="1"/>
            <a:r>
              <a:rPr lang="en-US" dirty="0"/>
              <a:t>Card</a:t>
            </a:r>
          </a:p>
          <a:p>
            <a:pPr lvl="1"/>
            <a:r>
              <a:rPr lang="en-US" dirty="0"/>
              <a:t>Form</a:t>
            </a:r>
          </a:p>
          <a:p>
            <a:pPr lvl="1"/>
            <a:r>
              <a:rPr lang="en-US" dirty="0"/>
              <a:t>Dialog</a:t>
            </a:r>
          </a:p>
          <a:p>
            <a:r>
              <a:rPr lang="en-US" dirty="0"/>
              <a:t>Benefits:</a:t>
            </a:r>
          </a:p>
          <a:p>
            <a:pPr lvl="1"/>
            <a:r>
              <a:rPr lang="en-US" dirty="0"/>
              <a:t>Reusability</a:t>
            </a:r>
          </a:p>
          <a:p>
            <a:pPr lvl="1"/>
            <a:r>
              <a:rPr lang="en-US" dirty="0"/>
              <a:t>Isolation</a:t>
            </a:r>
          </a:p>
          <a:p>
            <a:pPr lvl="1"/>
            <a:r>
              <a:rPr lang="en-US" dirty="0"/>
              <a:t>Testability</a:t>
            </a:r>
          </a:p>
          <a:p>
            <a:pPr lvl="1"/>
            <a:r>
              <a:rPr lang="en-US" dirty="0"/>
              <a:t>Maintainability</a:t>
            </a:r>
          </a:p>
        </p:txBody>
      </p:sp>
      <p:sp>
        <p:nvSpPr>
          <p:cNvPr id="3" name="Title 2">
            <a:extLst>
              <a:ext uri="{FF2B5EF4-FFF2-40B4-BE49-F238E27FC236}">
                <a16:creationId xmlns:a16="http://schemas.microsoft.com/office/drawing/2014/main" id="{CDD3709A-66AC-6501-7C83-571F57938924}"/>
              </a:ext>
            </a:extLst>
          </p:cNvPr>
          <p:cNvSpPr>
            <a:spLocks noGrp="1"/>
          </p:cNvSpPr>
          <p:nvPr>
            <p:ph type="title"/>
          </p:nvPr>
        </p:nvSpPr>
        <p:spPr/>
        <p:txBody>
          <a:bodyPr/>
          <a:lstStyle/>
          <a:p>
            <a:r>
              <a:rPr lang="en-US" dirty="0"/>
              <a:t>Component-Based Architecture</a:t>
            </a:r>
          </a:p>
        </p:txBody>
      </p:sp>
      <p:sp>
        <p:nvSpPr>
          <p:cNvPr id="4" name="Rounded Rectangle 3">
            <a:extLst>
              <a:ext uri="{FF2B5EF4-FFF2-40B4-BE49-F238E27FC236}">
                <a16:creationId xmlns:a16="http://schemas.microsoft.com/office/drawing/2014/main" id="{7E8C02B4-99D6-2831-6099-424FD9B2E8A7}"/>
              </a:ext>
            </a:extLst>
          </p:cNvPr>
          <p:cNvSpPr/>
          <p:nvPr/>
        </p:nvSpPr>
        <p:spPr>
          <a:xfrm>
            <a:off x="5784575" y="1804718"/>
            <a:ext cx="2610678" cy="543339"/>
          </a:xfrm>
          <a:prstGeom prst="roundRect">
            <a:avLst/>
          </a:prstGeom>
          <a:solidFill>
            <a:srgbClr val="52A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dirty="0">
                <a:solidFill>
                  <a:schemeClr val="bg2"/>
                </a:solidFill>
              </a:rPr>
              <a:t>App Component</a:t>
            </a:r>
          </a:p>
        </p:txBody>
      </p:sp>
      <p:sp>
        <p:nvSpPr>
          <p:cNvPr id="5" name="Rectangle 4">
            <a:extLst>
              <a:ext uri="{FF2B5EF4-FFF2-40B4-BE49-F238E27FC236}">
                <a16:creationId xmlns:a16="http://schemas.microsoft.com/office/drawing/2014/main" id="{CD94E0C3-584A-0630-153A-6AE7863906C2}"/>
              </a:ext>
            </a:extLst>
          </p:cNvPr>
          <p:cNvSpPr/>
          <p:nvPr/>
        </p:nvSpPr>
        <p:spPr>
          <a:xfrm>
            <a:off x="3986518" y="3092004"/>
            <a:ext cx="1987827" cy="451104"/>
          </a:xfrm>
          <a:prstGeom prst="rect">
            <a:avLst/>
          </a:prstGeom>
          <a:solidFill>
            <a:schemeClr val="accent1"/>
          </a:solid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dirty="0">
                <a:solidFill>
                  <a:schemeClr val="bg2"/>
                </a:solidFill>
              </a:rPr>
              <a:t>Header</a:t>
            </a:r>
          </a:p>
        </p:txBody>
      </p:sp>
      <p:sp>
        <p:nvSpPr>
          <p:cNvPr id="6" name="Rectangle 5">
            <a:extLst>
              <a:ext uri="{FF2B5EF4-FFF2-40B4-BE49-F238E27FC236}">
                <a16:creationId xmlns:a16="http://schemas.microsoft.com/office/drawing/2014/main" id="{A3D7F99D-098A-B972-D02E-D0111B25F3DD}"/>
              </a:ext>
            </a:extLst>
          </p:cNvPr>
          <p:cNvSpPr/>
          <p:nvPr/>
        </p:nvSpPr>
        <p:spPr>
          <a:xfrm>
            <a:off x="3986518" y="3543109"/>
            <a:ext cx="1987827" cy="1598734"/>
          </a:xfrm>
          <a:prstGeom prst="rect">
            <a:avLst/>
          </a:prstGeom>
          <a:no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a:solidFill>
                <a:schemeClr val="bg2"/>
              </a:solidFill>
            </a:endParaRPr>
          </a:p>
        </p:txBody>
      </p:sp>
      <p:sp>
        <p:nvSpPr>
          <p:cNvPr id="7" name="TextBox 6">
            <a:extLst>
              <a:ext uri="{FF2B5EF4-FFF2-40B4-BE49-F238E27FC236}">
                <a16:creationId xmlns:a16="http://schemas.microsoft.com/office/drawing/2014/main" id="{E18F8FC6-72A8-E1AF-A621-9407EEE8C4DB}"/>
              </a:ext>
            </a:extLst>
          </p:cNvPr>
          <p:cNvSpPr txBox="1"/>
          <p:nvPr/>
        </p:nvSpPr>
        <p:spPr>
          <a:xfrm>
            <a:off x="3986519" y="3631933"/>
            <a:ext cx="1987826" cy="1409617"/>
          </a:xfrm>
          <a:prstGeom prst="rect">
            <a:avLst/>
          </a:prstGeom>
          <a:noFill/>
        </p:spPr>
        <p:txBody>
          <a:bodyPr wrap="square" rtlCol="0">
            <a:spAutoFit/>
          </a:bodyPr>
          <a:lstStyle/>
          <a:p>
            <a:pPr marL="285750" indent="-285750">
              <a:lnSpc>
                <a:spcPct val="90000"/>
              </a:lnSpc>
              <a:spcBef>
                <a:spcPts val="600"/>
              </a:spcBef>
              <a:buFont typeface="Arial" panose="020B0604020202020204" pitchFamily="34" charset="0"/>
              <a:buChar char="•"/>
            </a:pPr>
            <a:r>
              <a:rPr lang="en-US" sz="1400" dirty="0"/>
              <a:t>Top-level nav component</a:t>
            </a:r>
          </a:p>
          <a:p>
            <a:pPr marL="285750" indent="-285750">
              <a:lnSpc>
                <a:spcPct val="90000"/>
              </a:lnSpc>
              <a:spcBef>
                <a:spcPts val="600"/>
              </a:spcBef>
              <a:buFont typeface="Arial" panose="020B0604020202020204" pitchFamily="34" charset="0"/>
              <a:buChar char="•"/>
            </a:pPr>
            <a:r>
              <a:rPr lang="en-US" sz="1400" dirty="0"/>
              <a:t>Branding, user info, global actions</a:t>
            </a:r>
          </a:p>
          <a:p>
            <a:pPr marL="285750" indent="-285750">
              <a:lnSpc>
                <a:spcPct val="90000"/>
              </a:lnSpc>
              <a:spcBef>
                <a:spcPts val="600"/>
              </a:spcBef>
              <a:buFont typeface="Arial" panose="020B0604020202020204" pitchFamily="34" charset="0"/>
              <a:buChar char="•"/>
            </a:pPr>
            <a:r>
              <a:rPr lang="en-US" sz="1400" dirty="0"/>
              <a:t>persistent across pages</a:t>
            </a:r>
            <a:endParaRPr lang="en-US" sz="1400" dirty="0">
              <a:solidFill>
                <a:schemeClr val="accent1"/>
              </a:solidFill>
            </a:endParaRPr>
          </a:p>
        </p:txBody>
      </p:sp>
      <p:sp>
        <p:nvSpPr>
          <p:cNvPr id="8" name="Rectangle 7">
            <a:extLst>
              <a:ext uri="{FF2B5EF4-FFF2-40B4-BE49-F238E27FC236}">
                <a16:creationId xmlns:a16="http://schemas.microsoft.com/office/drawing/2014/main" id="{F9A74FDC-BC07-8FB0-9C5B-6F5776087C5F}"/>
              </a:ext>
            </a:extLst>
          </p:cNvPr>
          <p:cNvSpPr/>
          <p:nvPr/>
        </p:nvSpPr>
        <p:spPr>
          <a:xfrm>
            <a:off x="6096000" y="3092004"/>
            <a:ext cx="1987827" cy="451104"/>
          </a:xfrm>
          <a:prstGeom prst="rect">
            <a:avLst/>
          </a:prstGeom>
          <a:solidFill>
            <a:schemeClr val="accent1"/>
          </a:solid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dirty="0">
                <a:solidFill>
                  <a:schemeClr val="bg2"/>
                </a:solidFill>
              </a:rPr>
              <a:t>Sidebar</a:t>
            </a:r>
          </a:p>
        </p:txBody>
      </p:sp>
      <p:sp>
        <p:nvSpPr>
          <p:cNvPr id="9" name="Rectangle 8">
            <a:extLst>
              <a:ext uri="{FF2B5EF4-FFF2-40B4-BE49-F238E27FC236}">
                <a16:creationId xmlns:a16="http://schemas.microsoft.com/office/drawing/2014/main" id="{3E69CB68-4FAF-66BC-493F-6C19C03162D7}"/>
              </a:ext>
            </a:extLst>
          </p:cNvPr>
          <p:cNvSpPr/>
          <p:nvPr/>
        </p:nvSpPr>
        <p:spPr>
          <a:xfrm>
            <a:off x="6096000" y="3543109"/>
            <a:ext cx="1987827" cy="1598734"/>
          </a:xfrm>
          <a:prstGeom prst="rect">
            <a:avLst/>
          </a:prstGeom>
          <a:no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a:solidFill>
                <a:schemeClr val="bg2"/>
              </a:solidFill>
            </a:endParaRPr>
          </a:p>
        </p:txBody>
      </p:sp>
      <p:sp>
        <p:nvSpPr>
          <p:cNvPr id="11" name="Rectangle 10">
            <a:extLst>
              <a:ext uri="{FF2B5EF4-FFF2-40B4-BE49-F238E27FC236}">
                <a16:creationId xmlns:a16="http://schemas.microsoft.com/office/drawing/2014/main" id="{500A4847-AD26-2D3F-189C-C94E6FE1A6D6}"/>
              </a:ext>
            </a:extLst>
          </p:cNvPr>
          <p:cNvSpPr/>
          <p:nvPr/>
        </p:nvSpPr>
        <p:spPr>
          <a:xfrm>
            <a:off x="8205482" y="3092004"/>
            <a:ext cx="1987827" cy="451104"/>
          </a:xfrm>
          <a:prstGeom prst="rect">
            <a:avLst/>
          </a:prstGeom>
          <a:solidFill>
            <a:schemeClr val="accent1"/>
          </a:solid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dirty="0">
                <a:solidFill>
                  <a:schemeClr val="bg2"/>
                </a:solidFill>
              </a:rPr>
              <a:t>Router Outlet</a:t>
            </a:r>
          </a:p>
        </p:txBody>
      </p:sp>
      <p:sp>
        <p:nvSpPr>
          <p:cNvPr id="12" name="Rectangle 11">
            <a:extLst>
              <a:ext uri="{FF2B5EF4-FFF2-40B4-BE49-F238E27FC236}">
                <a16:creationId xmlns:a16="http://schemas.microsoft.com/office/drawing/2014/main" id="{57B7B595-C9C8-06C7-4CED-A03F5F2EE3EC}"/>
              </a:ext>
            </a:extLst>
          </p:cNvPr>
          <p:cNvSpPr/>
          <p:nvPr/>
        </p:nvSpPr>
        <p:spPr>
          <a:xfrm>
            <a:off x="8205482" y="3543109"/>
            <a:ext cx="1987827" cy="1598734"/>
          </a:xfrm>
          <a:prstGeom prst="rect">
            <a:avLst/>
          </a:prstGeom>
          <a:no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a:solidFill>
                <a:schemeClr val="bg2"/>
              </a:solidFill>
            </a:endParaRPr>
          </a:p>
        </p:txBody>
      </p:sp>
      <p:cxnSp>
        <p:nvCxnSpPr>
          <p:cNvPr id="14" name="Straight Arrow Connector 13">
            <a:extLst>
              <a:ext uri="{FF2B5EF4-FFF2-40B4-BE49-F238E27FC236}">
                <a16:creationId xmlns:a16="http://schemas.microsoft.com/office/drawing/2014/main" id="{A9C5D711-9B46-BAE9-26BF-27749173DE40}"/>
              </a:ext>
            </a:extLst>
          </p:cNvPr>
          <p:cNvCxnSpPr>
            <a:stCxn id="4" idx="2"/>
            <a:endCxn id="8" idx="0"/>
          </p:cNvCxnSpPr>
          <p:nvPr/>
        </p:nvCxnSpPr>
        <p:spPr>
          <a:xfrm>
            <a:off x="7089914" y="2348057"/>
            <a:ext cx="0" cy="7439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Elbow Connector 14">
            <a:extLst>
              <a:ext uri="{FF2B5EF4-FFF2-40B4-BE49-F238E27FC236}">
                <a16:creationId xmlns:a16="http://schemas.microsoft.com/office/drawing/2014/main" id="{70E8FE7D-5ED3-661F-06A3-05FCDAF052D9}"/>
              </a:ext>
            </a:extLst>
          </p:cNvPr>
          <p:cNvCxnSpPr>
            <a:stCxn id="4" idx="2"/>
            <a:endCxn id="5" idx="0"/>
          </p:cNvCxnSpPr>
          <p:nvPr/>
        </p:nvCxnSpPr>
        <p:spPr>
          <a:xfrm rot="5400000">
            <a:off x="5663200" y="1665289"/>
            <a:ext cx="743947" cy="210948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Elbow Connector 15">
            <a:extLst>
              <a:ext uri="{FF2B5EF4-FFF2-40B4-BE49-F238E27FC236}">
                <a16:creationId xmlns:a16="http://schemas.microsoft.com/office/drawing/2014/main" id="{E6F8B770-3E26-CD90-BEAD-35CC54FF567D}"/>
              </a:ext>
            </a:extLst>
          </p:cNvPr>
          <p:cNvCxnSpPr>
            <a:stCxn id="4" idx="2"/>
            <a:endCxn id="11" idx="0"/>
          </p:cNvCxnSpPr>
          <p:nvPr/>
        </p:nvCxnSpPr>
        <p:spPr>
          <a:xfrm rot="16200000" flipH="1">
            <a:off x="7772682" y="1665289"/>
            <a:ext cx="743947" cy="210948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F59FCFB9-119F-3CBD-1127-BEDB01E44D69}"/>
              </a:ext>
            </a:extLst>
          </p:cNvPr>
          <p:cNvSpPr/>
          <p:nvPr/>
        </p:nvSpPr>
        <p:spPr>
          <a:xfrm>
            <a:off x="3986518" y="5519926"/>
            <a:ext cx="1987827" cy="451104"/>
          </a:xfrm>
          <a:prstGeom prst="rect">
            <a:avLst/>
          </a:prstGeom>
          <a:solidFill>
            <a:schemeClr val="accent1"/>
          </a:solid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dirty="0">
                <a:solidFill>
                  <a:schemeClr val="bg2"/>
                </a:solidFill>
              </a:rPr>
              <a:t>Dashboard</a:t>
            </a:r>
          </a:p>
        </p:txBody>
      </p:sp>
      <p:sp>
        <p:nvSpPr>
          <p:cNvPr id="18" name="Rectangle 17">
            <a:extLst>
              <a:ext uri="{FF2B5EF4-FFF2-40B4-BE49-F238E27FC236}">
                <a16:creationId xmlns:a16="http://schemas.microsoft.com/office/drawing/2014/main" id="{B64DB9E4-EC1D-B073-A6C9-D374FA2D5264}"/>
              </a:ext>
            </a:extLst>
          </p:cNvPr>
          <p:cNvSpPr/>
          <p:nvPr/>
        </p:nvSpPr>
        <p:spPr>
          <a:xfrm>
            <a:off x="6096000" y="5519926"/>
            <a:ext cx="1987827" cy="451104"/>
          </a:xfrm>
          <a:prstGeom prst="rect">
            <a:avLst/>
          </a:prstGeom>
          <a:solidFill>
            <a:schemeClr val="accent1"/>
          </a:solid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dirty="0">
                <a:solidFill>
                  <a:schemeClr val="bg2"/>
                </a:solidFill>
              </a:rPr>
              <a:t>Tasks</a:t>
            </a:r>
          </a:p>
        </p:txBody>
      </p:sp>
      <p:cxnSp>
        <p:nvCxnSpPr>
          <p:cNvPr id="20" name="Elbow Connector 19">
            <a:extLst>
              <a:ext uri="{FF2B5EF4-FFF2-40B4-BE49-F238E27FC236}">
                <a16:creationId xmlns:a16="http://schemas.microsoft.com/office/drawing/2014/main" id="{F286808D-D2ED-4E39-A92E-06E93F30FF32}"/>
              </a:ext>
            </a:extLst>
          </p:cNvPr>
          <p:cNvCxnSpPr>
            <a:cxnSpLocks/>
            <a:stCxn id="12" idx="2"/>
            <a:endCxn id="18" idx="3"/>
          </p:cNvCxnSpPr>
          <p:nvPr/>
        </p:nvCxnSpPr>
        <p:spPr>
          <a:xfrm rot="5400000">
            <a:off x="8339795" y="4885876"/>
            <a:ext cx="603635" cy="111556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8EDF8B44-D8D7-6EF4-4DAF-013628B3437F}"/>
              </a:ext>
            </a:extLst>
          </p:cNvPr>
          <p:cNvSpPr txBox="1"/>
          <p:nvPr/>
        </p:nvSpPr>
        <p:spPr>
          <a:xfrm>
            <a:off x="6097625" y="3623458"/>
            <a:ext cx="1987826" cy="1409617"/>
          </a:xfrm>
          <a:prstGeom prst="rect">
            <a:avLst/>
          </a:prstGeom>
          <a:noFill/>
        </p:spPr>
        <p:txBody>
          <a:bodyPr wrap="square" rtlCol="0">
            <a:spAutoFit/>
          </a:bodyPr>
          <a:lstStyle/>
          <a:p>
            <a:pPr marL="285750" indent="-285750">
              <a:lnSpc>
                <a:spcPct val="90000"/>
              </a:lnSpc>
              <a:spcBef>
                <a:spcPts val="600"/>
              </a:spcBef>
              <a:buFont typeface="Arial" panose="020B0604020202020204" pitchFamily="34" charset="0"/>
              <a:buChar char="•"/>
            </a:pPr>
            <a:r>
              <a:rPr lang="en-US" sz="1400" dirty="0"/>
              <a:t>Navigation component</a:t>
            </a:r>
          </a:p>
          <a:p>
            <a:pPr marL="285750" indent="-285750">
              <a:lnSpc>
                <a:spcPct val="90000"/>
              </a:lnSpc>
              <a:spcBef>
                <a:spcPts val="600"/>
              </a:spcBef>
              <a:buFont typeface="Arial" panose="020B0604020202020204" pitchFamily="34" charset="0"/>
              <a:buChar char="•"/>
            </a:pPr>
            <a:r>
              <a:rPr lang="en-US" sz="1400" dirty="0"/>
              <a:t>Provides links to major sections</a:t>
            </a:r>
          </a:p>
          <a:p>
            <a:pPr marL="285750" indent="-285750">
              <a:lnSpc>
                <a:spcPct val="90000"/>
              </a:lnSpc>
              <a:spcBef>
                <a:spcPts val="600"/>
              </a:spcBef>
              <a:buFont typeface="Arial" panose="020B0604020202020204" pitchFamily="34" charset="0"/>
              <a:buChar char="•"/>
            </a:pPr>
            <a:r>
              <a:rPr lang="en-US" sz="1400" dirty="0"/>
              <a:t>Move between features</a:t>
            </a:r>
            <a:endParaRPr lang="en-US" sz="1400" dirty="0">
              <a:solidFill>
                <a:schemeClr val="accent1"/>
              </a:solidFill>
            </a:endParaRPr>
          </a:p>
        </p:txBody>
      </p:sp>
      <p:sp>
        <p:nvSpPr>
          <p:cNvPr id="23" name="TextBox 22">
            <a:extLst>
              <a:ext uri="{FF2B5EF4-FFF2-40B4-BE49-F238E27FC236}">
                <a16:creationId xmlns:a16="http://schemas.microsoft.com/office/drawing/2014/main" id="{3399E62B-91DC-3D24-1CBD-E9517E11B737}"/>
              </a:ext>
            </a:extLst>
          </p:cNvPr>
          <p:cNvSpPr txBox="1"/>
          <p:nvPr/>
        </p:nvSpPr>
        <p:spPr>
          <a:xfrm>
            <a:off x="8205484" y="3623458"/>
            <a:ext cx="1987826" cy="1409617"/>
          </a:xfrm>
          <a:prstGeom prst="rect">
            <a:avLst/>
          </a:prstGeom>
          <a:noFill/>
        </p:spPr>
        <p:txBody>
          <a:bodyPr wrap="square" rtlCol="0">
            <a:spAutoFit/>
          </a:bodyPr>
          <a:lstStyle/>
          <a:p>
            <a:pPr marL="285750" indent="-285750">
              <a:lnSpc>
                <a:spcPct val="90000"/>
              </a:lnSpc>
              <a:spcBef>
                <a:spcPts val="600"/>
              </a:spcBef>
              <a:buFont typeface="Arial" panose="020B0604020202020204" pitchFamily="34" charset="0"/>
              <a:buChar char="•"/>
            </a:pPr>
            <a:r>
              <a:rPr lang="en-US" sz="1400" dirty="0"/>
              <a:t>Placeholder for routed components</a:t>
            </a:r>
          </a:p>
          <a:p>
            <a:pPr marL="285750" indent="-285750">
              <a:lnSpc>
                <a:spcPct val="90000"/>
              </a:lnSpc>
              <a:spcBef>
                <a:spcPts val="600"/>
              </a:spcBef>
              <a:buFont typeface="Arial" panose="020B0604020202020204" pitchFamily="34" charset="0"/>
              <a:buChar char="•"/>
            </a:pPr>
            <a:r>
              <a:rPr lang="en-US" sz="1400" dirty="0"/>
              <a:t>Dynamically loads feature views</a:t>
            </a:r>
          </a:p>
          <a:p>
            <a:pPr marL="285750" indent="-285750">
              <a:lnSpc>
                <a:spcPct val="90000"/>
              </a:lnSpc>
              <a:spcBef>
                <a:spcPts val="600"/>
              </a:spcBef>
              <a:buFont typeface="Arial" panose="020B0604020202020204" pitchFamily="34" charset="0"/>
              <a:buChar char="•"/>
            </a:pPr>
            <a:r>
              <a:rPr lang="en-US" sz="1400" dirty="0"/>
              <a:t>Controlled by Angular Router</a:t>
            </a:r>
            <a:endParaRPr lang="en-US" sz="1400" dirty="0">
              <a:solidFill>
                <a:schemeClr val="accent1"/>
              </a:solidFill>
            </a:endParaRPr>
          </a:p>
        </p:txBody>
      </p:sp>
    </p:spTree>
    <p:extLst>
      <p:ext uri="{BB962C8B-B14F-4D97-AF65-F5344CB8AC3E}">
        <p14:creationId xmlns:p14="http://schemas.microsoft.com/office/powerpoint/2010/main" val="414181685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9E4F4-0E25-B63E-B26D-E06E8548BFB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4267219-F6BD-DF1C-3643-AB1B325EF8A8}"/>
              </a:ext>
            </a:extLst>
          </p:cNvPr>
          <p:cNvSpPr>
            <a:spLocks noGrp="1"/>
          </p:cNvSpPr>
          <p:nvPr>
            <p:ph type="body" sz="quarter" idx="10"/>
          </p:nvPr>
        </p:nvSpPr>
        <p:spPr>
          <a:xfrm>
            <a:off x="476250" y="1516063"/>
            <a:ext cx="5770171" cy="4662488"/>
          </a:xfrm>
        </p:spPr>
        <p:txBody>
          <a:bodyPr/>
          <a:lstStyle/>
          <a:p>
            <a:r>
              <a:rPr lang="en-US" dirty="0"/>
              <a:t>What is Typescript?</a:t>
            </a:r>
          </a:p>
          <a:p>
            <a:pPr lvl="1"/>
            <a:r>
              <a:rPr lang="en-US" b="1" dirty="0">
                <a:solidFill>
                  <a:srgbClr val="13EAC1"/>
                </a:solidFill>
              </a:rPr>
              <a:t>TypeScript</a:t>
            </a:r>
            <a:r>
              <a:rPr lang="en-US" dirty="0"/>
              <a:t> is a </a:t>
            </a:r>
            <a:r>
              <a:rPr lang="en-US" b="1" dirty="0">
                <a:solidFill>
                  <a:srgbClr val="13EAC1"/>
                </a:solidFill>
              </a:rPr>
              <a:t>superset of JavaScript</a:t>
            </a:r>
            <a:r>
              <a:rPr lang="en-US" dirty="0"/>
              <a:t> that adds </a:t>
            </a:r>
            <a:r>
              <a:rPr lang="en-US" b="1" dirty="0">
                <a:solidFill>
                  <a:srgbClr val="13EAC1"/>
                </a:solidFill>
              </a:rPr>
              <a:t>types</a:t>
            </a:r>
            <a:r>
              <a:rPr lang="en-US" b="1" dirty="0"/>
              <a:t> and </a:t>
            </a:r>
            <a:r>
              <a:rPr lang="en-US" b="1" dirty="0">
                <a:solidFill>
                  <a:srgbClr val="13EAC1"/>
                </a:solidFill>
              </a:rPr>
              <a:t>structure</a:t>
            </a:r>
            <a:r>
              <a:rPr lang="en-US" dirty="0"/>
              <a:t> to your code, making it easier to build, scale, and maintain applications</a:t>
            </a:r>
          </a:p>
          <a:p>
            <a:r>
              <a:rPr lang="en-US" dirty="0"/>
              <a:t>TypeScript provides:</a:t>
            </a:r>
          </a:p>
          <a:p>
            <a:pPr lvl="1"/>
            <a:r>
              <a:rPr lang="en-US" dirty="0"/>
              <a:t>Strong typing</a:t>
            </a:r>
          </a:p>
          <a:p>
            <a:pPr lvl="1"/>
            <a:r>
              <a:rPr lang="en-US" dirty="0"/>
              <a:t>Interfaces</a:t>
            </a:r>
          </a:p>
          <a:p>
            <a:pPr lvl="1"/>
            <a:r>
              <a:rPr lang="en-US" dirty="0"/>
              <a:t>Compile-time checking</a:t>
            </a:r>
          </a:p>
          <a:p>
            <a:pPr lvl="1"/>
            <a:r>
              <a:rPr lang="en-US" dirty="0"/>
              <a:t>Better tooling</a:t>
            </a:r>
          </a:p>
          <a:p>
            <a:pPr lvl="1"/>
            <a:r>
              <a:rPr lang="en-US" dirty="0"/>
              <a:t>Refactoring safety</a:t>
            </a:r>
          </a:p>
        </p:txBody>
      </p:sp>
      <p:sp>
        <p:nvSpPr>
          <p:cNvPr id="3" name="Title 2">
            <a:extLst>
              <a:ext uri="{FF2B5EF4-FFF2-40B4-BE49-F238E27FC236}">
                <a16:creationId xmlns:a16="http://schemas.microsoft.com/office/drawing/2014/main" id="{A2FF2E01-98A5-D7C4-00F9-50572DFFD2B4}"/>
              </a:ext>
            </a:extLst>
          </p:cNvPr>
          <p:cNvSpPr>
            <a:spLocks noGrp="1"/>
          </p:cNvSpPr>
          <p:nvPr>
            <p:ph type="title"/>
          </p:nvPr>
        </p:nvSpPr>
        <p:spPr/>
        <p:txBody>
          <a:bodyPr/>
          <a:lstStyle/>
          <a:p>
            <a:r>
              <a:rPr lang="en-US" dirty="0"/>
              <a:t>Angular and TypeScript (Why it Matters)</a:t>
            </a:r>
          </a:p>
        </p:txBody>
      </p:sp>
    </p:spTree>
    <p:extLst>
      <p:ext uri="{BB962C8B-B14F-4D97-AF65-F5344CB8AC3E}">
        <p14:creationId xmlns:p14="http://schemas.microsoft.com/office/powerpoint/2010/main" val="37754908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500"/>
                                        <p:tgtEl>
                                          <p:spTgt spid="2">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fade">
                                      <p:cBhvr>
                                        <p:cTn id="13" dur="500"/>
                                        <p:tgtEl>
                                          <p:spTgt spid="2">
                                            <p:txEl>
                                              <p:pRg st="1" end="1"/>
                                            </p:txEl>
                                          </p:spTgt>
                                        </p:tgtEl>
                                      </p:cBhvr>
                                    </p:animEffec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fade">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fade">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fade">
                                      <p:cBhvr>
                                        <p:cTn id="37"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8082-F5EF-53BE-40B2-5C4D99A3246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C8BEAE0-94AE-D0EB-CBA7-1E85B52B48CA}"/>
              </a:ext>
            </a:extLst>
          </p:cNvPr>
          <p:cNvSpPr>
            <a:spLocks noGrp="1"/>
          </p:cNvSpPr>
          <p:nvPr>
            <p:ph type="body" sz="quarter" idx="10"/>
          </p:nvPr>
        </p:nvSpPr>
        <p:spPr>
          <a:xfrm>
            <a:off x="476250" y="1516063"/>
            <a:ext cx="8021574" cy="4662488"/>
          </a:xfrm>
        </p:spPr>
        <p:txBody>
          <a:bodyPr/>
          <a:lstStyle/>
          <a:p>
            <a:r>
              <a:rPr lang="en-US" dirty="0"/>
              <a:t>In our Workspace app:</a:t>
            </a:r>
          </a:p>
          <a:p>
            <a:pPr lvl="1"/>
            <a:r>
              <a:rPr lang="en-US" dirty="0"/>
              <a:t>Angular handles UI rendering</a:t>
            </a:r>
          </a:p>
          <a:p>
            <a:pPr lvl="1"/>
            <a:r>
              <a:rPr lang="en-US" dirty="0"/>
              <a:t>Services handle API communication</a:t>
            </a:r>
          </a:p>
          <a:p>
            <a:pPr lvl="1"/>
            <a:r>
              <a:rPr lang="en-US" dirty="0"/>
              <a:t>Modules isolate features</a:t>
            </a:r>
          </a:p>
          <a:p>
            <a:pPr lvl="1"/>
            <a:r>
              <a:rPr lang="en-US" dirty="0"/>
              <a:t>Routing controls navigation</a:t>
            </a:r>
          </a:p>
        </p:txBody>
      </p:sp>
      <p:sp>
        <p:nvSpPr>
          <p:cNvPr id="3" name="Title 2">
            <a:extLst>
              <a:ext uri="{FF2B5EF4-FFF2-40B4-BE49-F238E27FC236}">
                <a16:creationId xmlns:a16="http://schemas.microsoft.com/office/drawing/2014/main" id="{D0A34243-458F-D6D8-0963-869060E01CB2}"/>
              </a:ext>
            </a:extLst>
          </p:cNvPr>
          <p:cNvSpPr>
            <a:spLocks noGrp="1"/>
          </p:cNvSpPr>
          <p:nvPr>
            <p:ph type="title"/>
          </p:nvPr>
        </p:nvSpPr>
        <p:spPr/>
        <p:txBody>
          <a:bodyPr/>
          <a:lstStyle/>
          <a:p>
            <a:r>
              <a:rPr lang="en-US" dirty="0"/>
              <a:t>Angular in Context of Automate “Workspace”</a:t>
            </a:r>
          </a:p>
        </p:txBody>
      </p:sp>
    </p:spTree>
    <p:extLst>
      <p:ext uri="{BB962C8B-B14F-4D97-AF65-F5344CB8AC3E}">
        <p14:creationId xmlns:p14="http://schemas.microsoft.com/office/powerpoint/2010/main" val="17304857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62DAC-D5E5-E949-E57C-4DA6445630A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447F12A-693C-F4D5-00D0-BC8FCE269FBD}"/>
              </a:ext>
            </a:extLst>
          </p:cNvPr>
          <p:cNvSpPr>
            <a:spLocks noGrp="1"/>
          </p:cNvSpPr>
          <p:nvPr>
            <p:ph type="body" sz="quarter" idx="10"/>
          </p:nvPr>
        </p:nvSpPr>
        <p:spPr>
          <a:xfrm>
            <a:off x="476250" y="1516063"/>
            <a:ext cx="8021574" cy="4662488"/>
          </a:xfrm>
        </p:spPr>
        <p:txBody>
          <a:bodyPr/>
          <a:lstStyle/>
          <a:p>
            <a:r>
              <a:rPr lang="en-US" dirty="0"/>
              <a:t>Angular provides:</a:t>
            </a:r>
          </a:p>
          <a:p>
            <a:pPr lvl="1"/>
            <a:r>
              <a:rPr lang="en-US" dirty="0"/>
              <a:t>Structured architecture</a:t>
            </a:r>
          </a:p>
          <a:p>
            <a:pPr lvl="1"/>
            <a:r>
              <a:rPr lang="en-US" dirty="0"/>
              <a:t>Component reusability</a:t>
            </a:r>
          </a:p>
          <a:p>
            <a:pPr lvl="1"/>
            <a:r>
              <a:rPr lang="en-US" dirty="0"/>
              <a:t>Dependency injection</a:t>
            </a:r>
          </a:p>
          <a:p>
            <a:pPr lvl="1"/>
            <a:r>
              <a:rPr lang="en-US" dirty="0"/>
              <a:t>Scalable project organization</a:t>
            </a:r>
          </a:p>
          <a:p>
            <a:pPr lvl="1"/>
            <a:r>
              <a:rPr lang="en-US" dirty="0"/>
              <a:t>Enterprise-grade tooling</a:t>
            </a:r>
          </a:p>
          <a:p>
            <a:pPr lvl="1"/>
            <a:r>
              <a:rPr lang="en-US" dirty="0"/>
              <a:t>Strong typing with TypeScript</a:t>
            </a:r>
          </a:p>
        </p:txBody>
      </p:sp>
      <p:sp>
        <p:nvSpPr>
          <p:cNvPr id="3" name="Title 2">
            <a:extLst>
              <a:ext uri="{FF2B5EF4-FFF2-40B4-BE49-F238E27FC236}">
                <a16:creationId xmlns:a16="http://schemas.microsoft.com/office/drawing/2014/main" id="{16AC2F38-C187-04C9-5641-F143D9B2DBB4}"/>
              </a:ext>
            </a:extLst>
          </p:cNvPr>
          <p:cNvSpPr>
            <a:spLocks noGrp="1"/>
          </p:cNvSpPr>
          <p:nvPr>
            <p:ph type="title"/>
          </p:nvPr>
        </p:nvSpPr>
        <p:spPr/>
        <p:txBody>
          <a:bodyPr/>
          <a:lstStyle/>
          <a:p>
            <a:r>
              <a:rPr lang="en-US" dirty="0"/>
              <a:t>Angular Theoretics Recap</a:t>
            </a:r>
          </a:p>
        </p:txBody>
      </p:sp>
    </p:spTree>
    <p:extLst>
      <p:ext uri="{BB962C8B-B14F-4D97-AF65-F5344CB8AC3E}">
        <p14:creationId xmlns:p14="http://schemas.microsoft.com/office/powerpoint/2010/main" val="5451563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B31AE-9E13-184B-3E01-6EB59F923F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4B2956-86A1-0488-5FDE-356CC34AADEF}"/>
              </a:ext>
            </a:extLst>
          </p:cNvPr>
          <p:cNvSpPr>
            <a:spLocks noGrp="1"/>
          </p:cNvSpPr>
          <p:nvPr>
            <p:ph type="title"/>
          </p:nvPr>
        </p:nvSpPr>
        <p:spPr/>
        <p:txBody>
          <a:bodyPr/>
          <a:lstStyle/>
          <a:p>
            <a:r>
              <a:rPr lang="en-US" dirty="0"/>
              <a:t>Technologies We’re Leveraging</a:t>
            </a:r>
          </a:p>
        </p:txBody>
      </p:sp>
      <p:sp>
        <p:nvSpPr>
          <p:cNvPr id="3" name="Text Placeholder 2">
            <a:extLst>
              <a:ext uri="{FF2B5EF4-FFF2-40B4-BE49-F238E27FC236}">
                <a16:creationId xmlns:a16="http://schemas.microsoft.com/office/drawing/2014/main" id="{51D6460E-F8D3-B5EA-DCC6-6950B1E4328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9494633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0E1113-793B-D9D7-0A88-7347FBEEA035}"/>
              </a:ext>
            </a:extLst>
          </p:cNvPr>
          <p:cNvSpPr>
            <a:spLocks noGrp="1"/>
          </p:cNvSpPr>
          <p:nvPr>
            <p:ph type="body" sz="quarter" idx="10"/>
          </p:nvPr>
        </p:nvSpPr>
        <p:spPr>
          <a:xfrm>
            <a:off x="476250" y="1211262"/>
            <a:ext cx="8723168" cy="5147973"/>
          </a:xfrm>
        </p:spPr>
        <p:txBody>
          <a:bodyPr/>
          <a:lstStyle/>
          <a:p>
            <a:r>
              <a:rPr lang="en-US" b="1" dirty="0">
                <a:solidFill>
                  <a:schemeClr val="tx1">
                    <a:lumMod val="95000"/>
                  </a:schemeClr>
                </a:solidFill>
              </a:rPr>
              <a:t>Node Package Manager</a:t>
            </a:r>
          </a:p>
          <a:p>
            <a:pPr lvl="1"/>
            <a:r>
              <a:rPr lang="en-US" dirty="0">
                <a:solidFill>
                  <a:schemeClr val="tx1">
                    <a:lumMod val="95000"/>
                  </a:schemeClr>
                </a:solidFill>
              </a:rPr>
              <a:t>Simplifies the process of </a:t>
            </a:r>
            <a:r>
              <a:rPr lang="en-US" dirty="0">
                <a:solidFill>
                  <a:srgbClr val="13EAC1"/>
                </a:solidFill>
              </a:rPr>
              <a:t>installing</a:t>
            </a:r>
            <a:r>
              <a:rPr lang="en-US" dirty="0"/>
              <a:t>, </a:t>
            </a:r>
            <a:r>
              <a:rPr lang="en-US" dirty="0">
                <a:solidFill>
                  <a:srgbClr val="13EAC1"/>
                </a:solidFill>
              </a:rPr>
              <a:t>managing</a:t>
            </a:r>
            <a:r>
              <a:rPr lang="en-US" dirty="0"/>
              <a:t>, </a:t>
            </a:r>
            <a:r>
              <a:rPr lang="en-US" dirty="0">
                <a:solidFill>
                  <a:schemeClr val="tx1">
                    <a:lumMod val="95000"/>
                  </a:schemeClr>
                </a:solidFill>
              </a:rPr>
              <a:t>and</a:t>
            </a:r>
            <a:r>
              <a:rPr lang="en-US" dirty="0"/>
              <a:t> </a:t>
            </a:r>
            <a:r>
              <a:rPr lang="en-US" dirty="0">
                <a:solidFill>
                  <a:srgbClr val="13EAC1"/>
                </a:solidFill>
              </a:rPr>
              <a:t>sharing</a:t>
            </a:r>
            <a:r>
              <a:rPr lang="en-US" dirty="0"/>
              <a:t> </a:t>
            </a:r>
            <a:r>
              <a:rPr lang="en-US" dirty="0">
                <a:solidFill>
                  <a:schemeClr val="tx1">
                    <a:lumMod val="95000"/>
                  </a:schemeClr>
                </a:solidFill>
              </a:rPr>
              <a:t>reusable code modules within Node.js projects</a:t>
            </a:r>
          </a:p>
          <a:p>
            <a:pPr lvl="1"/>
            <a:r>
              <a:rPr lang="en-US" dirty="0">
                <a:solidFill>
                  <a:schemeClr val="tx1">
                    <a:lumMod val="95000"/>
                  </a:schemeClr>
                </a:solidFill>
              </a:rPr>
              <a:t>Provides a command-line interface (CLI) to:</a:t>
            </a:r>
          </a:p>
          <a:p>
            <a:pPr lvl="2"/>
            <a:r>
              <a:rPr lang="en-US" dirty="0"/>
              <a:t>Install and manage dependencies</a:t>
            </a:r>
          </a:p>
          <a:p>
            <a:pPr lvl="2"/>
            <a:r>
              <a:rPr lang="en-US" dirty="0"/>
              <a:t>Run project scripts (</a:t>
            </a:r>
            <a:r>
              <a:rPr lang="en-US" i="1" dirty="0"/>
              <a:t>e.g.: </a:t>
            </a:r>
            <a:r>
              <a:rPr lang="en-US" i="1" dirty="0" err="1"/>
              <a:t>npm</a:t>
            </a:r>
            <a:r>
              <a:rPr lang="en-US" i="1" dirty="0"/>
              <a:t> start</a:t>
            </a:r>
            <a:r>
              <a:rPr lang="en-US" dirty="0"/>
              <a:t>)</a:t>
            </a:r>
          </a:p>
          <a:p>
            <a:pPr lvl="2"/>
            <a:r>
              <a:rPr lang="en-US" dirty="0"/>
              <a:t>Execute tools locally or globally</a:t>
            </a:r>
            <a:endParaRPr lang="en-US" i="1" dirty="0">
              <a:solidFill>
                <a:schemeClr val="tx1">
                  <a:lumMod val="85000"/>
                </a:schemeClr>
              </a:solidFill>
            </a:endParaRPr>
          </a:p>
          <a:p>
            <a:r>
              <a:rPr lang="en-US" b="1" dirty="0">
                <a:solidFill>
                  <a:schemeClr val="tx1">
                    <a:lumMod val="95000"/>
                  </a:schemeClr>
                </a:solidFill>
              </a:rPr>
              <a:t>Node.js</a:t>
            </a:r>
          </a:p>
          <a:p>
            <a:pPr lvl="1"/>
            <a:r>
              <a:rPr lang="en-US" dirty="0"/>
              <a:t>Open-source, cross-platform </a:t>
            </a:r>
            <a:r>
              <a:rPr lang="en-US" dirty="0">
                <a:solidFill>
                  <a:srgbClr val="13EAC1"/>
                </a:solidFill>
              </a:rPr>
              <a:t>JavaScript runtime environment</a:t>
            </a:r>
            <a:r>
              <a:rPr lang="en-US" dirty="0"/>
              <a:t> that allows you to </a:t>
            </a:r>
            <a:r>
              <a:rPr lang="en-US" dirty="0">
                <a:solidFill>
                  <a:srgbClr val="13EAC1"/>
                </a:solidFill>
              </a:rPr>
              <a:t>execute JavaScript code outside of a web browser</a:t>
            </a:r>
            <a:endParaRPr lang="en-US" i="1" dirty="0"/>
          </a:p>
          <a:p>
            <a:pPr marL="0" indent="0">
              <a:buNone/>
            </a:pPr>
            <a:endParaRPr lang="en-US" sz="2000" dirty="0"/>
          </a:p>
          <a:p>
            <a:pPr>
              <a:buFont typeface="Wingdings" pitchFamily="2" charset="2"/>
              <a:buChar char="Ø"/>
            </a:pPr>
            <a:r>
              <a:rPr lang="en-US" sz="2000" dirty="0">
                <a:solidFill>
                  <a:srgbClr val="13EAC1"/>
                </a:solidFill>
              </a:rPr>
              <a:t>Node.js</a:t>
            </a:r>
            <a:r>
              <a:rPr lang="en-US" sz="2000" dirty="0"/>
              <a:t> provides the </a:t>
            </a:r>
            <a:r>
              <a:rPr lang="en-US" sz="2000" dirty="0">
                <a:solidFill>
                  <a:srgbClr val="13EAC1"/>
                </a:solidFill>
              </a:rPr>
              <a:t>runtime environment for executing JavaScript code</a:t>
            </a:r>
            <a:r>
              <a:rPr lang="en-US" sz="2000" dirty="0"/>
              <a:t>, while </a:t>
            </a:r>
            <a:r>
              <a:rPr lang="en-US" sz="2000" dirty="0">
                <a:solidFill>
                  <a:srgbClr val="A785FF"/>
                </a:solidFill>
              </a:rPr>
              <a:t>NPM</a:t>
            </a:r>
            <a:r>
              <a:rPr lang="en-US" sz="2000" dirty="0"/>
              <a:t> provides the </a:t>
            </a:r>
            <a:r>
              <a:rPr lang="en-US" sz="2000" dirty="0">
                <a:solidFill>
                  <a:srgbClr val="A785FF"/>
                </a:solidFill>
              </a:rPr>
              <a:t>tools and infrastructure for managing the reusable code modules</a:t>
            </a:r>
            <a:r>
              <a:rPr lang="en-US" sz="2000" dirty="0"/>
              <a:t> (packages) that enhance the functionality of Node.js applications.</a:t>
            </a:r>
            <a:endParaRPr lang="en-US" sz="2000" i="1" dirty="0"/>
          </a:p>
        </p:txBody>
      </p:sp>
      <p:sp>
        <p:nvSpPr>
          <p:cNvPr id="3" name="Title 2">
            <a:extLst>
              <a:ext uri="{FF2B5EF4-FFF2-40B4-BE49-F238E27FC236}">
                <a16:creationId xmlns:a16="http://schemas.microsoft.com/office/drawing/2014/main" id="{BD379259-70D0-38D4-DFD5-2F07FF2F1FF2}"/>
              </a:ext>
            </a:extLst>
          </p:cNvPr>
          <p:cNvSpPr>
            <a:spLocks noGrp="1"/>
          </p:cNvSpPr>
          <p:nvPr>
            <p:ph type="title"/>
          </p:nvPr>
        </p:nvSpPr>
        <p:spPr/>
        <p:txBody>
          <a:bodyPr/>
          <a:lstStyle/>
          <a:p>
            <a:r>
              <a:rPr lang="en-US" dirty="0"/>
              <a:t>The Role of NPM &amp; Node.js</a:t>
            </a:r>
          </a:p>
        </p:txBody>
      </p:sp>
    </p:spTree>
    <p:extLst>
      <p:ext uri="{BB962C8B-B14F-4D97-AF65-F5344CB8AC3E}">
        <p14:creationId xmlns:p14="http://schemas.microsoft.com/office/powerpoint/2010/main" val="20762212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500"/>
                                        <p:tgtEl>
                                          <p:spTgt spid="2">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500"/>
                                        <p:tgtEl>
                                          <p:spTgt spid="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fade">
                                      <p:cBhvr>
                                        <p:cTn id="27" dur="500"/>
                                        <p:tgtEl>
                                          <p:spTgt spid="2">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
                                            <p:txEl>
                                              <p:pRg st="7" end="7"/>
                                            </p:txEl>
                                          </p:spTgt>
                                        </p:tgtEl>
                                        <p:attrNameLst>
                                          <p:attrName>style.visibility</p:attrName>
                                        </p:attrNameLst>
                                      </p:cBhvr>
                                      <p:to>
                                        <p:strVal val="visible"/>
                                      </p:to>
                                    </p:set>
                                    <p:animEffect transition="in" filter="fade">
                                      <p:cBhvr>
                                        <p:cTn id="30" dur="500"/>
                                        <p:tgtEl>
                                          <p:spTgt spid="2">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animEffect transition="in" filter="fade">
                                      <p:cBhvr>
                                        <p:cTn id="35"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Title 1">
            <a:extLst>
              <a:ext uri="{FF2B5EF4-FFF2-40B4-BE49-F238E27FC236}">
                <a16:creationId xmlns:a16="http://schemas.microsoft.com/office/drawing/2014/main" id="{8646A60C-1BE2-4047-781B-DD548D4E7E49}"/>
              </a:ext>
            </a:extLst>
          </p:cNvPr>
          <p:cNvSpPr>
            <a:spLocks noGrp="1"/>
          </p:cNvSpPr>
          <p:nvPr>
            <p:ph type="title"/>
          </p:nvPr>
        </p:nvSpPr>
        <p:spPr>
          <a:xfrm>
            <a:off x="476655" y="365126"/>
            <a:ext cx="11235446" cy="833480"/>
          </a:xfrm>
        </p:spPr>
        <p:txBody>
          <a:bodyPr/>
          <a:lstStyle/>
          <a:p>
            <a:r>
              <a:rPr lang="en-US" dirty="0"/>
              <a:t>NPM, Node &amp; Angular Explained with </a:t>
            </a:r>
            <a:r>
              <a:rPr lang="en-US" dirty="0">
                <a:solidFill>
                  <a:srgbClr val="13EAC1"/>
                </a:solidFill>
              </a:rPr>
              <a:t>Legos</a:t>
            </a:r>
          </a:p>
        </p:txBody>
      </p:sp>
      <p:pic>
        <p:nvPicPr>
          <p:cNvPr id="1026" name="Picture 2">
            <a:extLst>
              <a:ext uri="{FF2B5EF4-FFF2-40B4-BE49-F238E27FC236}">
                <a16:creationId xmlns:a16="http://schemas.microsoft.com/office/drawing/2014/main" id="{263AFE29-DB53-76F1-D668-69B9F02E72D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936"/>
          <a:stretch>
            <a:fillRect/>
          </a:stretch>
        </p:blipFill>
        <p:spPr bwMode="auto">
          <a:xfrm>
            <a:off x="4224715" y="1437504"/>
            <a:ext cx="3742569" cy="5161852"/>
          </a:xfrm>
          <a:prstGeom prst="rect">
            <a:avLst/>
          </a:prstGeom>
          <a:solidFill>
            <a:srgbClr val="FFFFFF"/>
          </a:solidFill>
        </p:spPr>
      </p:pic>
    </p:spTree>
    <p:extLst>
      <p:ext uri="{BB962C8B-B14F-4D97-AF65-F5344CB8AC3E}">
        <p14:creationId xmlns:p14="http://schemas.microsoft.com/office/powerpoint/2010/main" val="23236529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p:tgtEl>
                                          <p:spTgt spid="1026"/>
                                        </p:tgtEl>
                                        <p:attrNameLst>
                                          <p:attrName>ppt_y</p:attrName>
                                        </p:attrNameLst>
                                      </p:cBhvr>
                                      <p:tavLst>
                                        <p:tav tm="0">
                                          <p:val>
                                            <p:strVal val="#ppt_y+#ppt_h*1.125000"/>
                                          </p:val>
                                        </p:tav>
                                        <p:tav tm="100000">
                                          <p:val>
                                            <p:strVal val="#ppt_y"/>
                                          </p:val>
                                        </p:tav>
                                      </p:tavLst>
                                    </p:anim>
                                    <p:animEffect transition="in" filter="wipe(up)">
                                      <p:cBhvr>
                                        <p:cTn id="8"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B0765CF-6804-7F44-4477-45D34188FDBE}"/>
              </a:ext>
            </a:extLst>
          </p:cNvPr>
          <p:cNvSpPr>
            <a:spLocks noGrp="1"/>
          </p:cNvSpPr>
          <p:nvPr>
            <p:ph type="body" sz="quarter" idx="10"/>
          </p:nvPr>
        </p:nvSpPr>
        <p:spPr/>
        <p:txBody>
          <a:bodyPr/>
          <a:lstStyle/>
          <a:p>
            <a:r>
              <a:rPr lang="en-US" dirty="0"/>
              <a:t>PUTTING IT TOGETHER</a:t>
            </a:r>
          </a:p>
        </p:txBody>
      </p:sp>
      <p:sp>
        <p:nvSpPr>
          <p:cNvPr id="3" name="Text Placeholder 2">
            <a:extLst>
              <a:ext uri="{FF2B5EF4-FFF2-40B4-BE49-F238E27FC236}">
                <a16:creationId xmlns:a16="http://schemas.microsoft.com/office/drawing/2014/main" id="{3E3AD6B6-541A-6B88-31AD-B3C778B0E663}"/>
              </a:ext>
            </a:extLst>
          </p:cNvPr>
          <p:cNvSpPr>
            <a:spLocks noGrp="1"/>
          </p:cNvSpPr>
          <p:nvPr>
            <p:ph type="body" sz="quarter" idx="15"/>
          </p:nvPr>
        </p:nvSpPr>
        <p:spPr/>
        <p:txBody>
          <a:bodyPr/>
          <a:lstStyle/>
          <a:p>
            <a:r>
              <a:rPr lang="en-US" dirty="0"/>
              <a:t>The Angular Framework</a:t>
            </a:r>
          </a:p>
        </p:txBody>
      </p:sp>
    </p:spTree>
    <p:extLst>
      <p:ext uri="{BB962C8B-B14F-4D97-AF65-F5344CB8AC3E}">
        <p14:creationId xmlns:p14="http://schemas.microsoft.com/office/powerpoint/2010/main" val="208170094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A3502-0FFA-C937-5F5E-9487FCC926FA}"/>
              </a:ext>
            </a:extLst>
          </p:cNvPr>
          <p:cNvSpPr>
            <a:spLocks noGrp="1"/>
          </p:cNvSpPr>
          <p:nvPr>
            <p:ph type="title"/>
          </p:nvPr>
        </p:nvSpPr>
        <p:spPr/>
        <p:txBody>
          <a:bodyPr/>
          <a:lstStyle/>
          <a:p>
            <a:r>
              <a:rPr lang="en-US" dirty="0"/>
              <a:t>Angular Components</a:t>
            </a:r>
          </a:p>
        </p:txBody>
      </p:sp>
      <p:sp>
        <p:nvSpPr>
          <p:cNvPr id="4" name="Rounded Rectangle 3">
            <a:extLst>
              <a:ext uri="{FF2B5EF4-FFF2-40B4-BE49-F238E27FC236}">
                <a16:creationId xmlns:a16="http://schemas.microsoft.com/office/drawing/2014/main" id="{83D638EF-80EC-726A-1681-C0A2875E41D3}"/>
              </a:ext>
            </a:extLst>
          </p:cNvPr>
          <p:cNvSpPr/>
          <p:nvPr/>
        </p:nvSpPr>
        <p:spPr>
          <a:xfrm>
            <a:off x="476656" y="1555057"/>
            <a:ext cx="3448574" cy="487680"/>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nSpc>
                <a:spcPct val="90000"/>
              </a:lnSpc>
              <a:spcBef>
                <a:spcPts val="600"/>
              </a:spcBef>
            </a:pPr>
            <a:r>
              <a:rPr lang="en-US" dirty="0">
                <a:solidFill>
                  <a:schemeClr val="bg1">
                    <a:lumMod val="95000"/>
                    <a:lumOff val="5000"/>
                  </a:schemeClr>
                </a:solidFill>
              </a:rPr>
              <a:t>Component (</a:t>
            </a:r>
            <a:r>
              <a:rPr lang="en-US" dirty="0" err="1">
                <a:solidFill>
                  <a:schemeClr val="bg1">
                    <a:lumMod val="95000"/>
                    <a:lumOff val="5000"/>
                  </a:schemeClr>
                </a:solidFill>
              </a:rPr>
              <a:t>MyPage</a:t>
            </a:r>
            <a:r>
              <a:rPr lang="en-US" dirty="0">
                <a:solidFill>
                  <a:schemeClr val="bg1">
                    <a:lumMod val="95000"/>
                    <a:lumOff val="5000"/>
                  </a:schemeClr>
                </a:solidFill>
              </a:rPr>
              <a:t>)</a:t>
            </a:r>
          </a:p>
        </p:txBody>
      </p:sp>
      <p:sp>
        <p:nvSpPr>
          <p:cNvPr id="5" name="Rounded Rectangle 4">
            <a:extLst>
              <a:ext uri="{FF2B5EF4-FFF2-40B4-BE49-F238E27FC236}">
                <a16:creationId xmlns:a16="http://schemas.microsoft.com/office/drawing/2014/main" id="{E3A84C5D-9F0E-7E6D-A4CD-013F411BDE3F}"/>
              </a:ext>
            </a:extLst>
          </p:cNvPr>
          <p:cNvSpPr/>
          <p:nvPr/>
        </p:nvSpPr>
        <p:spPr>
          <a:xfrm>
            <a:off x="933856" y="2587067"/>
            <a:ext cx="2991373" cy="487680"/>
          </a:xfrm>
          <a:prstGeom prst="roundRect">
            <a:avLst/>
          </a:prstGeom>
          <a:solidFill>
            <a:srgbClr val="97C7FF"/>
          </a:solidFill>
          <a:ln>
            <a:noFill/>
          </a:ln>
        </p:spPr>
        <p:style>
          <a:lnRef idx="0">
            <a:scrgbClr r="0" g="0" b="0"/>
          </a:lnRef>
          <a:fillRef idx="0">
            <a:scrgbClr r="0" g="0" b="0"/>
          </a:fillRef>
          <a:effectRef idx="0">
            <a:scrgbClr r="0" g="0" b="0"/>
          </a:effectRef>
          <a:fontRef idx="minor">
            <a:schemeClr val="lt1"/>
          </a:fontRef>
        </p:style>
        <p:txBody>
          <a:bodyPr rtlCol="0" anchor="ctr"/>
          <a:lstStyle/>
          <a:p>
            <a:pPr>
              <a:lnSpc>
                <a:spcPct val="90000"/>
              </a:lnSpc>
              <a:spcBef>
                <a:spcPts val="600"/>
              </a:spcBef>
            </a:pPr>
            <a:r>
              <a:rPr lang="en-US" dirty="0" err="1">
                <a:solidFill>
                  <a:schemeClr val="bg1">
                    <a:lumMod val="95000"/>
                    <a:lumOff val="5000"/>
                  </a:schemeClr>
                </a:solidFill>
              </a:rPr>
              <a:t>MyPage.component.html</a:t>
            </a:r>
            <a:endParaRPr lang="en-US" dirty="0">
              <a:solidFill>
                <a:schemeClr val="bg1">
                  <a:lumMod val="95000"/>
                  <a:lumOff val="5000"/>
                </a:schemeClr>
              </a:solidFill>
            </a:endParaRPr>
          </a:p>
        </p:txBody>
      </p:sp>
      <p:sp>
        <p:nvSpPr>
          <p:cNvPr id="6" name="Rounded Rectangle 5">
            <a:extLst>
              <a:ext uri="{FF2B5EF4-FFF2-40B4-BE49-F238E27FC236}">
                <a16:creationId xmlns:a16="http://schemas.microsoft.com/office/drawing/2014/main" id="{448571A5-F96E-F8F2-5413-447F52A6F3C0}"/>
              </a:ext>
            </a:extLst>
          </p:cNvPr>
          <p:cNvSpPr/>
          <p:nvPr/>
        </p:nvSpPr>
        <p:spPr>
          <a:xfrm>
            <a:off x="933856" y="3619076"/>
            <a:ext cx="2991373" cy="487680"/>
          </a:xfrm>
          <a:prstGeom prst="roundRect">
            <a:avLst/>
          </a:prstGeom>
          <a:solidFill>
            <a:srgbClr val="D3C2FF"/>
          </a:solidFill>
          <a:ln>
            <a:noFill/>
          </a:ln>
        </p:spPr>
        <p:style>
          <a:lnRef idx="0">
            <a:scrgbClr r="0" g="0" b="0"/>
          </a:lnRef>
          <a:fillRef idx="0">
            <a:scrgbClr r="0" g="0" b="0"/>
          </a:fillRef>
          <a:effectRef idx="0">
            <a:scrgbClr r="0" g="0" b="0"/>
          </a:effectRef>
          <a:fontRef idx="minor">
            <a:schemeClr val="lt1"/>
          </a:fontRef>
        </p:style>
        <p:txBody>
          <a:bodyPr rtlCol="0" anchor="ctr"/>
          <a:lstStyle/>
          <a:p>
            <a:pPr>
              <a:lnSpc>
                <a:spcPct val="90000"/>
              </a:lnSpc>
              <a:spcBef>
                <a:spcPts val="600"/>
              </a:spcBef>
            </a:pPr>
            <a:r>
              <a:rPr lang="en-US" dirty="0" err="1">
                <a:solidFill>
                  <a:schemeClr val="bg1">
                    <a:lumMod val="95000"/>
                    <a:lumOff val="5000"/>
                  </a:schemeClr>
                </a:solidFill>
              </a:rPr>
              <a:t>MyPage.component.ts</a:t>
            </a:r>
            <a:endParaRPr lang="en-US" dirty="0">
              <a:solidFill>
                <a:schemeClr val="bg1">
                  <a:lumMod val="95000"/>
                  <a:lumOff val="5000"/>
                </a:schemeClr>
              </a:solidFill>
            </a:endParaRPr>
          </a:p>
        </p:txBody>
      </p:sp>
      <p:sp>
        <p:nvSpPr>
          <p:cNvPr id="7" name="Rounded Rectangle 6">
            <a:extLst>
              <a:ext uri="{FF2B5EF4-FFF2-40B4-BE49-F238E27FC236}">
                <a16:creationId xmlns:a16="http://schemas.microsoft.com/office/drawing/2014/main" id="{6FB0EF87-464B-9AB2-1D54-7E04842D56BC}"/>
              </a:ext>
            </a:extLst>
          </p:cNvPr>
          <p:cNvSpPr/>
          <p:nvPr/>
        </p:nvSpPr>
        <p:spPr>
          <a:xfrm>
            <a:off x="933856" y="4651085"/>
            <a:ext cx="2991373" cy="487680"/>
          </a:xfrm>
          <a:prstGeom prst="roundRect">
            <a:avLst/>
          </a:prstGeom>
          <a:solidFill>
            <a:srgbClr val="B9F9EC"/>
          </a:solidFill>
          <a:ln>
            <a:noFill/>
          </a:ln>
        </p:spPr>
        <p:style>
          <a:lnRef idx="0">
            <a:scrgbClr r="0" g="0" b="0"/>
          </a:lnRef>
          <a:fillRef idx="0">
            <a:scrgbClr r="0" g="0" b="0"/>
          </a:fillRef>
          <a:effectRef idx="0">
            <a:scrgbClr r="0" g="0" b="0"/>
          </a:effectRef>
          <a:fontRef idx="minor">
            <a:schemeClr val="lt1"/>
          </a:fontRef>
        </p:style>
        <p:txBody>
          <a:bodyPr rtlCol="0" anchor="ctr"/>
          <a:lstStyle/>
          <a:p>
            <a:pPr>
              <a:lnSpc>
                <a:spcPct val="90000"/>
              </a:lnSpc>
              <a:spcBef>
                <a:spcPts val="600"/>
              </a:spcBef>
            </a:pPr>
            <a:r>
              <a:rPr lang="en-US" dirty="0" err="1">
                <a:solidFill>
                  <a:schemeClr val="bg1">
                    <a:lumMod val="95000"/>
                    <a:lumOff val="5000"/>
                  </a:schemeClr>
                </a:solidFill>
              </a:rPr>
              <a:t>MyPage.component.scss</a:t>
            </a:r>
            <a:endParaRPr lang="en-US" dirty="0">
              <a:solidFill>
                <a:schemeClr val="bg1">
                  <a:lumMod val="95000"/>
                  <a:lumOff val="5000"/>
                </a:schemeClr>
              </a:solidFill>
            </a:endParaRPr>
          </a:p>
        </p:txBody>
      </p:sp>
      <p:sp>
        <p:nvSpPr>
          <p:cNvPr id="8" name="Rounded Rectangle 7">
            <a:extLst>
              <a:ext uri="{FF2B5EF4-FFF2-40B4-BE49-F238E27FC236}">
                <a16:creationId xmlns:a16="http://schemas.microsoft.com/office/drawing/2014/main" id="{A5E22569-9410-44A2-C60A-5D2D5CB12D03}"/>
              </a:ext>
            </a:extLst>
          </p:cNvPr>
          <p:cNvSpPr/>
          <p:nvPr/>
        </p:nvSpPr>
        <p:spPr>
          <a:xfrm>
            <a:off x="933856" y="5683094"/>
            <a:ext cx="2991373" cy="487680"/>
          </a:xfrm>
          <a:prstGeom prst="roundRect">
            <a:avLst/>
          </a:prstGeom>
          <a:solidFill>
            <a:srgbClr val="CAE3FF"/>
          </a:solidFill>
          <a:ln>
            <a:noFill/>
          </a:ln>
        </p:spPr>
        <p:style>
          <a:lnRef idx="0">
            <a:scrgbClr r="0" g="0" b="0"/>
          </a:lnRef>
          <a:fillRef idx="0">
            <a:scrgbClr r="0" g="0" b="0"/>
          </a:fillRef>
          <a:effectRef idx="0">
            <a:scrgbClr r="0" g="0" b="0"/>
          </a:effectRef>
          <a:fontRef idx="minor">
            <a:schemeClr val="lt1"/>
          </a:fontRef>
        </p:style>
        <p:txBody>
          <a:bodyPr rtlCol="0" anchor="ctr"/>
          <a:lstStyle/>
          <a:p>
            <a:pPr>
              <a:lnSpc>
                <a:spcPct val="90000"/>
              </a:lnSpc>
              <a:spcBef>
                <a:spcPts val="600"/>
              </a:spcBef>
            </a:pPr>
            <a:r>
              <a:rPr lang="en-US" dirty="0" err="1">
                <a:solidFill>
                  <a:schemeClr val="bg1">
                    <a:lumMod val="95000"/>
                    <a:lumOff val="5000"/>
                  </a:schemeClr>
                </a:solidFill>
              </a:rPr>
              <a:t>MyPage.component.css</a:t>
            </a:r>
            <a:endParaRPr lang="en-US" dirty="0">
              <a:solidFill>
                <a:schemeClr val="bg1">
                  <a:lumMod val="95000"/>
                  <a:lumOff val="5000"/>
                </a:schemeClr>
              </a:solidFill>
            </a:endParaRPr>
          </a:p>
        </p:txBody>
      </p:sp>
      <p:cxnSp>
        <p:nvCxnSpPr>
          <p:cNvPr id="10" name="Elbow Connector 9">
            <a:extLst>
              <a:ext uri="{FF2B5EF4-FFF2-40B4-BE49-F238E27FC236}">
                <a16:creationId xmlns:a16="http://schemas.microsoft.com/office/drawing/2014/main" id="{FBF9D249-8293-F85E-81A0-00D9776A25AF}"/>
              </a:ext>
            </a:extLst>
          </p:cNvPr>
          <p:cNvCxnSpPr>
            <a:cxnSpLocks/>
            <a:endCxn id="5" idx="1"/>
          </p:cNvCxnSpPr>
          <p:nvPr/>
        </p:nvCxnSpPr>
        <p:spPr>
          <a:xfrm rot="16200000" flipH="1">
            <a:off x="401804" y="2298855"/>
            <a:ext cx="788170" cy="275934"/>
          </a:xfrm>
          <a:prstGeom prst="bentConnector2">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Elbow Connector 13">
            <a:extLst>
              <a:ext uri="{FF2B5EF4-FFF2-40B4-BE49-F238E27FC236}">
                <a16:creationId xmlns:a16="http://schemas.microsoft.com/office/drawing/2014/main" id="{D878F787-3EC8-C949-C6F7-512EC7F9A8FB}"/>
              </a:ext>
            </a:extLst>
          </p:cNvPr>
          <p:cNvCxnSpPr>
            <a:cxnSpLocks/>
            <a:endCxn id="6" idx="1"/>
          </p:cNvCxnSpPr>
          <p:nvPr/>
        </p:nvCxnSpPr>
        <p:spPr>
          <a:xfrm rot="16200000" flipH="1">
            <a:off x="279883" y="3208943"/>
            <a:ext cx="1032012" cy="275934"/>
          </a:xfrm>
          <a:prstGeom prst="bentConnector2">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Elbow Connector 16">
            <a:extLst>
              <a:ext uri="{FF2B5EF4-FFF2-40B4-BE49-F238E27FC236}">
                <a16:creationId xmlns:a16="http://schemas.microsoft.com/office/drawing/2014/main" id="{4FAD330E-86E8-081E-3209-ABD88BF01D5F}"/>
              </a:ext>
            </a:extLst>
          </p:cNvPr>
          <p:cNvCxnSpPr>
            <a:cxnSpLocks/>
            <a:endCxn id="7" idx="1"/>
          </p:cNvCxnSpPr>
          <p:nvPr/>
        </p:nvCxnSpPr>
        <p:spPr>
          <a:xfrm rot="16200000" flipH="1">
            <a:off x="259968" y="4221036"/>
            <a:ext cx="1071841" cy="275935"/>
          </a:xfrm>
          <a:prstGeom prst="bentConnector2">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Elbow Connector 19">
            <a:extLst>
              <a:ext uri="{FF2B5EF4-FFF2-40B4-BE49-F238E27FC236}">
                <a16:creationId xmlns:a16="http://schemas.microsoft.com/office/drawing/2014/main" id="{6336DCF7-25F0-DC55-BE32-7A4056541516}"/>
              </a:ext>
            </a:extLst>
          </p:cNvPr>
          <p:cNvCxnSpPr>
            <a:cxnSpLocks/>
            <a:endCxn id="8" idx="1"/>
          </p:cNvCxnSpPr>
          <p:nvPr/>
        </p:nvCxnSpPr>
        <p:spPr>
          <a:xfrm rot="16200000" flipH="1">
            <a:off x="256242" y="5249320"/>
            <a:ext cx="1079292" cy="275935"/>
          </a:xfrm>
          <a:prstGeom prst="bentConnector2">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2" name="Text Placeholder 1">
            <a:extLst>
              <a:ext uri="{FF2B5EF4-FFF2-40B4-BE49-F238E27FC236}">
                <a16:creationId xmlns:a16="http://schemas.microsoft.com/office/drawing/2014/main" id="{E6BE2DE7-C26D-C283-8FBF-A743299CEA96}"/>
              </a:ext>
            </a:extLst>
          </p:cNvPr>
          <p:cNvSpPr>
            <a:spLocks noGrp="1"/>
          </p:cNvSpPr>
          <p:nvPr>
            <p:ph type="body" sz="quarter" idx="10"/>
          </p:nvPr>
        </p:nvSpPr>
        <p:spPr>
          <a:xfrm>
            <a:off x="4334690" y="2587067"/>
            <a:ext cx="5008929" cy="487680"/>
          </a:xfrm>
        </p:spPr>
        <p:txBody>
          <a:bodyPr anchor="ctr"/>
          <a:lstStyle/>
          <a:p>
            <a:pPr marL="0" indent="0">
              <a:buNone/>
            </a:pPr>
            <a:r>
              <a:rPr lang="en-US" dirty="0"/>
              <a:t>Defines what the user see’s</a:t>
            </a:r>
          </a:p>
        </p:txBody>
      </p:sp>
      <p:sp>
        <p:nvSpPr>
          <p:cNvPr id="9" name="Text Placeholder 1">
            <a:extLst>
              <a:ext uri="{FF2B5EF4-FFF2-40B4-BE49-F238E27FC236}">
                <a16:creationId xmlns:a16="http://schemas.microsoft.com/office/drawing/2014/main" id="{2A74311D-8765-79E9-05F1-25BD76AF9628}"/>
              </a:ext>
            </a:extLst>
          </p:cNvPr>
          <p:cNvSpPr txBox="1">
            <a:spLocks/>
          </p:cNvSpPr>
          <p:nvPr/>
        </p:nvSpPr>
        <p:spPr>
          <a:xfrm>
            <a:off x="4334689" y="1555057"/>
            <a:ext cx="6623418" cy="487680"/>
          </a:xfrm>
          <a:prstGeom prst="rect">
            <a:avLst/>
          </a:prstGeom>
        </p:spPr>
        <p:txBody>
          <a:bodyPr vert="horz" lIns="0" tIns="0" rIns="0" bIns="0" rtlCol="0" anchor="ctr">
            <a:noAutofit/>
          </a:bodyPr>
          <a:lst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The building block of an Angular application</a:t>
            </a:r>
          </a:p>
        </p:txBody>
      </p:sp>
      <p:sp>
        <p:nvSpPr>
          <p:cNvPr id="11" name="Text Placeholder 1">
            <a:extLst>
              <a:ext uri="{FF2B5EF4-FFF2-40B4-BE49-F238E27FC236}">
                <a16:creationId xmlns:a16="http://schemas.microsoft.com/office/drawing/2014/main" id="{89B85F4F-09D6-4546-6D5C-45AC93FF7923}"/>
              </a:ext>
            </a:extLst>
          </p:cNvPr>
          <p:cNvSpPr txBox="1">
            <a:spLocks/>
          </p:cNvSpPr>
          <p:nvPr/>
        </p:nvSpPr>
        <p:spPr>
          <a:xfrm>
            <a:off x="4334689" y="3619076"/>
            <a:ext cx="5008929" cy="487680"/>
          </a:xfrm>
          <a:prstGeom prst="rect">
            <a:avLst/>
          </a:prstGeom>
        </p:spPr>
        <p:txBody>
          <a:bodyPr vert="horz" lIns="0" tIns="0" rIns="0" bIns="0" rtlCol="0" anchor="ctr">
            <a:noAutofit/>
          </a:bodyPr>
          <a:lst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Handles the logic and data</a:t>
            </a:r>
          </a:p>
        </p:txBody>
      </p:sp>
      <p:sp>
        <p:nvSpPr>
          <p:cNvPr id="12" name="Text Placeholder 1">
            <a:extLst>
              <a:ext uri="{FF2B5EF4-FFF2-40B4-BE49-F238E27FC236}">
                <a16:creationId xmlns:a16="http://schemas.microsoft.com/office/drawing/2014/main" id="{B3094606-F25F-C8BB-8EB2-E4A9554F17C5}"/>
              </a:ext>
            </a:extLst>
          </p:cNvPr>
          <p:cNvSpPr txBox="1">
            <a:spLocks/>
          </p:cNvSpPr>
          <p:nvPr/>
        </p:nvSpPr>
        <p:spPr>
          <a:xfrm>
            <a:off x="4334689" y="4651085"/>
            <a:ext cx="5295086" cy="487680"/>
          </a:xfrm>
          <a:prstGeom prst="rect">
            <a:avLst/>
          </a:prstGeom>
        </p:spPr>
        <p:txBody>
          <a:bodyPr vert="horz" lIns="0" tIns="0" rIns="0" bIns="0" rtlCol="0" anchor="ctr">
            <a:noAutofit/>
          </a:bodyPr>
          <a:lst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Defines the component’s look (sassy!)</a:t>
            </a:r>
          </a:p>
        </p:txBody>
      </p:sp>
      <p:sp>
        <p:nvSpPr>
          <p:cNvPr id="27" name="Text Placeholder 1">
            <a:extLst>
              <a:ext uri="{FF2B5EF4-FFF2-40B4-BE49-F238E27FC236}">
                <a16:creationId xmlns:a16="http://schemas.microsoft.com/office/drawing/2014/main" id="{470D6A65-EC05-A988-7FBF-9F561D5A4A1A}"/>
              </a:ext>
            </a:extLst>
          </p:cNvPr>
          <p:cNvSpPr txBox="1">
            <a:spLocks/>
          </p:cNvSpPr>
          <p:nvPr/>
        </p:nvSpPr>
        <p:spPr>
          <a:xfrm>
            <a:off x="4334689" y="5683094"/>
            <a:ext cx="4772024" cy="487680"/>
          </a:xfrm>
          <a:prstGeom prst="rect">
            <a:avLst/>
          </a:prstGeom>
        </p:spPr>
        <p:txBody>
          <a:bodyPr vert="horz" lIns="0" tIns="0" rIns="0" bIns="0" rtlCol="0" anchor="ctr">
            <a:noAutofit/>
          </a:bodyPr>
          <a:lst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Defines how the component looks</a:t>
            </a:r>
          </a:p>
        </p:txBody>
      </p:sp>
    </p:spTree>
    <p:extLst>
      <p:ext uri="{BB962C8B-B14F-4D97-AF65-F5344CB8AC3E}">
        <p14:creationId xmlns:p14="http://schemas.microsoft.com/office/powerpoint/2010/main" val="38558447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Effect transition="in" filter="fade">
                                      <p:cBhvr>
                                        <p:cTn id="21" dur="500"/>
                                        <p:tgtEl>
                                          <p:spTgt spid="2">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500"/>
                                        <p:tgtEl>
                                          <p:spTgt spid="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500"/>
                                        <p:tgtEl>
                                          <p:spTgt spid="2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fade">
                                      <p:cBhvr>
                                        <p:cTn id="51" dur="500"/>
                                        <p:tgtEl>
                                          <p:spTgt spid="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2" grpId="0" build="p"/>
      <p:bldP spid="9" grpId="0"/>
      <p:bldP spid="11" grpId="0"/>
      <p:bldP spid="12" grpId="0"/>
      <p:bldP spid="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B5770-E8E4-D0AA-5E6D-E7E75FD8736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B1323A2-916A-33BD-CC31-AE062227EAA4}"/>
              </a:ext>
            </a:extLst>
          </p:cNvPr>
          <p:cNvSpPr>
            <a:spLocks noGrp="1"/>
          </p:cNvSpPr>
          <p:nvPr>
            <p:ph type="body" sz="quarter" idx="10"/>
          </p:nvPr>
        </p:nvSpPr>
        <p:spPr>
          <a:xfrm>
            <a:off x="476250" y="1516063"/>
            <a:ext cx="8021574" cy="4662488"/>
          </a:xfrm>
        </p:spPr>
        <p:txBody>
          <a:bodyPr/>
          <a:lstStyle/>
          <a:p>
            <a:r>
              <a:rPr lang="en-US" dirty="0"/>
              <a:t>Components:</a:t>
            </a:r>
          </a:p>
          <a:p>
            <a:pPr lvl="1"/>
            <a:r>
              <a:rPr lang="en-US" dirty="0"/>
              <a:t>Building blocks - self-contained UI units</a:t>
            </a:r>
          </a:p>
          <a:p>
            <a:pPr lvl="1"/>
            <a:r>
              <a:rPr lang="en-US" dirty="0"/>
              <a:t>define </a:t>
            </a:r>
            <a:r>
              <a:rPr lang="en-US" i="1" dirty="0">
                <a:solidFill>
                  <a:srgbClr val="13EAC1"/>
                </a:solidFill>
              </a:rPr>
              <a:t>what the user sees</a:t>
            </a:r>
            <a:r>
              <a:rPr lang="en-US" dirty="0">
                <a:solidFill>
                  <a:srgbClr val="13EAC1"/>
                </a:solidFill>
              </a:rPr>
              <a:t> </a:t>
            </a:r>
            <a:r>
              <a:rPr lang="en-US" dirty="0"/>
              <a:t>and </a:t>
            </a:r>
            <a:r>
              <a:rPr lang="en-US" i="1" dirty="0">
                <a:solidFill>
                  <a:srgbClr val="13EAC1"/>
                </a:solidFill>
              </a:rPr>
              <a:t>how it behaves</a:t>
            </a:r>
          </a:p>
          <a:p>
            <a:r>
              <a:rPr lang="en-US" dirty="0"/>
              <a:t>Dependencies in Components</a:t>
            </a:r>
          </a:p>
          <a:p>
            <a:pPr lvl="1"/>
            <a:r>
              <a:rPr lang="en-US" dirty="0"/>
              <a:t>Provide external functionality</a:t>
            </a:r>
          </a:p>
          <a:p>
            <a:pPr lvl="1"/>
            <a:r>
              <a:rPr lang="en-US" dirty="0"/>
              <a:t>Angular uses </a:t>
            </a:r>
            <a:r>
              <a:rPr lang="en-US" dirty="0">
                <a:solidFill>
                  <a:srgbClr val="13EAC1"/>
                </a:solidFill>
              </a:rPr>
              <a:t>dependency Injection</a:t>
            </a:r>
            <a:r>
              <a:rPr lang="en-US" dirty="0"/>
              <a:t> (DI)</a:t>
            </a:r>
          </a:p>
          <a:p>
            <a:pPr lvl="1"/>
            <a:r>
              <a:rPr lang="en-US" dirty="0"/>
              <a:t>Dependencies are </a:t>
            </a:r>
            <a:r>
              <a:rPr lang="en-US" i="1" dirty="0"/>
              <a:t>provided</a:t>
            </a:r>
            <a:r>
              <a:rPr lang="en-US" dirty="0"/>
              <a:t> to components via their </a:t>
            </a:r>
            <a:r>
              <a:rPr lang="en-US" dirty="0">
                <a:solidFill>
                  <a:srgbClr val="13EAC1"/>
                </a:solidFill>
              </a:rPr>
              <a:t>constructor</a:t>
            </a:r>
          </a:p>
          <a:p>
            <a:pPr lvl="2"/>
            <a:r>
              <a:rPr lang="en-US" i="1" dirty="0"/>
              <a:t>constructor (private </a:t>
            </a:r>
            <a:r>
              <a:rPr lang="en-US" i="1" dirty="0" err="1"/>
              <a:t>dataService</a:t>
            </a:r>
            <a:r>
              <a:rPr lang="en-US" i="1" dirty="0"/>
              <a:t>: </a:t>
            </a:r>
            <a:r>
              <a:rPr lang="en-US" i="1" dirty="0" err="1"/>
              <a:t>DataService</a:t>
            </a:r>
            <a:r>
              <a:rPr lang="en-US" i="1" dirty="0"/>
              <a:t>) { }</a:t>
            </a:r>
          </a:p>
          <a:p>
            <a:r>
              <a:rPr lang="en-US" dirty="0"/>
              <a:t>Services (Shared Logic &amp; Data)</a:t>
            </a:r>
          </a:p>
          <a:p>
            <a:pPr lvl="1"/>
            <a:r>
              <a:rPr lang="en-US" dirty="0"/>
              <a:t>Classes that handle </a:t>
            </a:r>
            <a:r>
              <a:rPr lang="en-US" i="1" dirty="0"/>
              <a:t>business logic</a:t>
            </a:r>
            <a:r>
              <a:rPr lang="en-US" dirty="0"/>
              <a:t>, </a:t>
            </a:r>
            <a:r>
              <a:rPr lang="en-US" i="1" dirty="0"/>
              <a:t>data access</a:t>
            </a:r>
            <a:r>
              <a:rPr lang="en-US" dirty="0"/>
              <a:t>, or </a:t>
            </a:r>
            <a:r>
              <a:rPr lang="en-US" i="1" dirty="0"/>
              <a:t>shared state</a:t>
            </a:r>
          </a:p>
          <a:p>
            <a:pPr lvl="1"/>
            <a:r>
              <a:rPr lang="en-US" dirty="0"/>
              <a:t>Example uses:</a:t>
            </a:r>
          </a:p>
          <a:p>
            <a:pPr lvl="2"/>
            <a:r>
              <a:rPr lang="en-US" dirty="0"/>
              <a:t>API calls (HTTP requests)</a:t>
            </a:r>
          </a:p>
          <a:p>
            <a:pPr lvl="2"/>
            <a:r>
              <a:rPr lang="en-US" dirty="0"/>
              <a:t>Data sharing between components</a:t>
            </a:r>
          </a:p>
          <a:p>
            <a:pPr lvl="2"/>
            <a:r>
              <a:rPr lang="en-US" dirty="0"/>
              <a:t>Utility functions</a:t>
            </a:r>
          </a:p>
          <a:p>
            <a:pPr lvl="1"/>
            <a:endParaRPr lang="en-US" dirty="0"/>
          </a:p>
        </p:txBody>
      </p:sp>
      <p:sp>
        <p:nvSpPr>
          <p:cNvPr id="3" name="Title 2">
            <a:extLst>
              <a:ext uri="{FF2B5EF4-FFF2-40B4-BE49-F238E27FC236}">
                <a16:creationId xmlns:a16="http://schemas.microsoft.com/office/drawing/2014/main" id="{97D5C06D-0421-5728-FB6F-16564C69CAFA}"/>
              </a:ext>
            </a:extLst>
          </p:cNvPr>
          <p:cNvSpPr>
            <a:spLocks noGrp="1"/>
          </p:cNvSpPr>
          <p:nvPr>
            <p:ph type="title"/>
          </p:nvPr>
        </p:nvSpPr>
        <p:spPr/>
        <p:txBody>
          <a:bodyPr/>
          <a:lstStyle/>
          <a:p>
            <a:r>
              <a:rPr lang="en-US" dirty="0"/>
              <a:t>The Building Blocks that Create Functionality</a:t>
            </a:r>
          </a:p>
        </p:txBody>
      </p:sp>
    </p:spTree>
    <p:extLst>
      <p:ext uri="{BB962C8B-B14F-4D97-AF65-F5344CB8AC3E}">
        <p14:creationId xmlns:p14="http://schemas.microsoft.com/office/powerpoint/2010/main" val="13423869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fade">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fade">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
                                            <p:txEl>
                                              <p:pRg st="10" end="10"/>
                                            </p:txEl>
                                          </p:spTgt>
                                        </p:tgtEl>
                                        <p:attrNameLst>
                                          <p:attrName>style.visibility</p:attrName>
                                        </p:attrNameLst>
                                      </p:cBhvr>
                                      <p:to>
                                        <p:strVal val="visible"/>
                                      </p:to>
                                    </p:set>
                                    <p:animEffect transition="in" filter="fade">
                                      <p:cBhvr>
                                        <p:cTn id="57" dur="500"/>
                                        <p:tgtEl>
                                          <p:spTgt spid="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
                                            <p:txEl>
                                              <p:pRg st="11" end="11"/>
                                            </p:txEl>
                                          </p:spTgt>
                                        </p:tgtEl>
                                        <p:attrNameLst>
                                          <p:attrName>style.visibility</p:attrName>
                                        </p:attrNameLst>
                                      </p:cBhvr>
                                      <p:to>
                                        <p:strVal val="visible"/>
                                      </p:to>
                                    </p:set>
                                    <p:animEffect transition="in" filter="fade">
                                      <p:cBhvr>
                                        <p:cTn id="62" dur="500"/>
                                        <p:tgtEl>
                                          <p:spTgt spid="2">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
                                            <p:txEl>
                                              <p:pRg st="12" end="12"/>
                                            </p:txEl>
                                          </p:spTgt>
                                        </p:tgtEl>
                                        <p:attrNameLst>
                                          <p:attrName>style.visibility</p:attrName>
                                        </p:attrNameLst>
                                      </p:cBhvr>
                                      <p:to>
                                        <p:strVal val="visible"/>
                                      </p:to>
                                    </p:set>
                                    <p:animEffect transition="in" filter="fade">
                                      <p:cBhvr>
                                        <p:cTn id="67" dur="500"/>
                                        <p:tgtEl>
                                          <p:spTgt spid="2">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
                                            <p:txEl>
                                              <p:pRg st="13" end="13"/>
                                            </p:txEl>
                                          </p:spTgt>
                                        </p:tgtEl>
                                        <p:attrNameLst>
                                          <p:attrName>style.visibility</p:attrName>
                                        </p:attrNameLst>
                                      </p:cBhvr>
                                      <p:to>
                                        <p:strVal val="visible"/>
                                      </p:to>
                                    </p:set>
                                    <p:animEffect transition="in" filter="fade">
                                      <p:cBhvr>
                                        <p:cTn id="72"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2EF89-2963-60FF-3AD8-545779CD8F49}"/>
              </a:ext>
            </a:extLst>
          </p:cNvPr>
          <p:cNvSpPr>
            <a:spLocks noGrp="1"/>
          </p:cNvSpPr>
          <p:nvPr>
            <p:ph type="title"/>
          </p:nvPr>
        </p:nvSpPr>
        <p:spPr/>
        <p:txBody>
          <a:bodyPr/>
          <a:lstStyle/>
          <a:p>
            <a:pPr algn="l"/>
            <a:r>
              <a:rPr lang="en-US" dirty="0"/>
              <a:t>The Building Blocks that Create Functionality</a:t>
            </a:r>
          </a:p>
        </p:txBody>
      </p:sp>
      <p:sp>
        <p:nvSpPr>
          <p:cNvPr id="3" name="Rectangle 2">
            <a:extLst>
              <a:ext uri="{FF2B5EF4-FFF2-40B4-BE49-F238E27FC236}">
                <a16:creationId xmlns:a16="http://schemas.microsoft.com/office/drawing/2014/main" id="{DBF23B15-55A1-2E25-1F76-A75562F1AB5B}"/>
              </a:ext>
            </a:extLst>
          </p:cNvPr>
          <p:cNvSpPr/>
          <p:nvPr/>
        </p:nvSpPr>
        <p:spPr>
          <a:xfrm>
            <a:off x="1052945" y="1662545"/>
            <a:ext cx="9656619" cy="450272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ndParaRPr>
          </a:p>
        </p:txBody>
      </p:sp>
      <p:sp>
        <p:nvSpPr>
          <p:cNvPr id="4" name="Text Placeholder 2">
            <a:extLst>
              <a:ext uri="{FF2B5EF4-FFF2-40B4-BE49-F238E27FC236}">
                <a16:creationId xmlns:a16="http://schemas.microsoft.com/office/drawing/2014/main" id="{B8070B93-1700-CEFD-B544-F074DB9A04BF}"/>
              </a:ext>
            </a:extLst>
          </p:cNvPr>
          <p:cNvSpPr txBox="1">
            <a:spLocks/>
          </p:cNvSpPr>
          <p:nvPr/>
        </p:nvSpPr>
        <p:spPr>
          <a:xfrm>
            <a:off x="4813540" y="1322962"/>
            <a:ext cx="2135428" cy="415637"/>
          </a:xfrm>
          <a:prstGeom prst="rect">
            <a:avLst/>
          </a:prstGeom>
        </p:spPr>
        <p:txBody>
          <a:bodyPr vert="horz" lIns="0" tIns="0" rIns="0" bIns="0" rtlCol="0" anchor="t">
            <a:noAutofit/>
          </a:bodyPr>
          <a:lstStyle>
            <a:lvl1pPr marL="0" indent="0" algn="ctr" defTabSz="914400" rtl="0" eaLnBrk="1" latinLnBrk="0" hangingPunct="1">
              <a:lnSpc>
                <a:spcPct val="90000"/>
              </a:lnSpc>
              <a:spcBef>
                <a:spcPts val="1200"/>
              </a:spcBef>
              <a:spcAft>
                <a:spcPts val="0"/>
              </a:spcAft>
              <a:buClr>
                <a:schemeClr val="accent3"/>
              </a:buClr>
              <a:buFont typeface="Arial" panose="020B0604020202020204" pitchFamily="34" charset="0"/>
              <a:buChar char="​"/>
              <a:defRPr sz="1800" b="0" kern="1200" cap="none" baseline="0">
                <a:solidFill>
                  <a:schemeClr val="accent1"/>
                </a:solidFill>
                <a:latin typeface="+mn-lt"/>
                <a:ea typeface="+mn-ea"/>
                <a:cs typeface="+mn-cs"/>
              </a:defRPr>
            </a:lvl1pPr>
            <a:lvl2pPr marL="0" indent="0" algn="ctr" defTabSz="914400" rtl="0" eaLnBrk="1" latinLnBrk="0" hangingPunct="1">
              <a:lnSpc>
                <a:spcPct val="90000"/>
              </a:lnSpc>
              <a:spcBef>
                <a:spcPts val="1200"/>
              </a:spcBef>
              <a:spcAft>
                <a:spcPts val="0"/>
              </a:spcAft>
              <a:buClr>
                <a:schemeClr val="accent3"/>
              </a:buClr>
              <a:buFont typeface="Arial" panose="020B0604020202020204" pitchFamily="34" charset="0"/>
              <a:buChar char="​"/>
              <a:defRPr sz="1400" b="0" kern="1200">
                <a:solidFill>
                  <a:schemeClr val="tx1"/>
                </a:solidFill>
                <a:latin typeface="+mn-lt"/>
                <a:ea typeface="+mn-ea"/>
                <a:cs typeface="+mn-cs"/>
              </a:defRPr>
            </a:lvl2pPr>
            <a:lvl3pPr marL="630238"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3pPr>
            <a:lvl4pPr marL="855662"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4pPr>
            <a:lvl5pPr marL="1085850"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tx1">
                    <a:lumMod val="85000"/>
                  </a:schemeClr>
                </a:solidFill>
              </a:rPr>
              <a:t>Angular Application</a:t>
            </a:r>
          </a:p>
        </p:txBody>
      </p:sp>
      <p:sp>
        <p:nvSpPr>
          <p:cNvPr id="5" name="Rounded Rectangle 4">
            <a:extLst>
              <a:ext uri="{FF2B5EF4-FFF2-40B4-BE49-F238E27FC236}">
                <a16:creationId xmlns:a16="http://schemas.microsoft.com/office/drawing/2014/main" id="{9B7F08B8-A17B-B21C-50CC-224A659B7F5A}"/>
              </a:ext>
            </a:extLst>
          </p:cNvPr>
          <p:cNvSpPr/>
          <p:nvPr/>
        </p:nvSpPr>
        <p:spPr>
          <a:xfrm>
            <a:off x="1219200" y="5264727"/>
            <a:ext cx="7287491" cy="59574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b="1" dirty="0">
                <a:solidFill>
                  <a:schemeClr val="bg2"/>
                </a:solidFill>
              </a:rPr>
              <a:t>Services: </a:t>
            </a:r>
            <a:r>
              <a:rPr lang="en-US" dirty="0">
                <a:solidFill>
                  <a:schemeClr val="bg2"/>
                </a:solidFill>
              </a:rPr>
              <a:t>Router, Auth, Translation, </a:t>
            </a:r>
            <a:r>
              <a:rPr lang="en-US" i="1" dirty="0" err="1">
                <a:solidFill>
                  <a:schemeClr val="bg2"/>
                </a:solidFill>
              </a:rPr>
              <a:t>etc</a:t>
            </a:r>
            <a:endParaRPr lang="en-US" i="1" dirty="0">
              <a:solidFill>
                <a:schemeClr val="bg2"/>
              </a:solidFill>
            </a:endParaRPr>
          </a:p>
        </p:txBody>
      </p:sp>
      <p:sp>
        <p:nvSpPr>
          <p:cNvPr id="6" name="Rectangle 5">
            <a:extLst>
              <a:ext uri="{FF2B5EF4-FFF2-40B4-BE49-F238E27FC236}">
                <a16:creationId xmlns:a16="http://schemas.microsoft.com/office/drawing/2014/main" id="{D549AFF2-4D1D-F2B7-177C-062AB41B3157}"/>
              </a:ext>
            </a:extLst>
          </p:cNvPr>
          <p:cNvSpPr/>
          <p:nvPr/>
        </p:nvSpPr>
        <p:spPr>
          <a:xfrm>
            <a:off x="8797636" y="2258291"/>
            <a:ext cx="1745673" cy="1856509"/>
          </a:xfrm>
          <a:prstGeom prst="rect">
            <a:avLst/>
          </a:prstGeom>
          <a:noFill/>
          <a:ln>
            <a:solidFill>
              <a:srgbClr val="52A1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ndParaRPr>
          </a:p>
        </p:txBody>
      </p:sp>
      <p:sp>
        <p:nvSpPr>
          <p:cNvPr id="7" name="Text Placeholder 2">
            <a:extLst>
              <a:ext uri="{FF2B5EF4-FFF2-40B4-BE49-F238E27FC236}">
                <a16:creationId xmlns:a16="http://schemas.microsoft.com/office/drawing/2014/main" id="{CF480EED-7234-69CA-1C50-6B7C6B0FC167}"/>
              </a:ext>
            </a:extLst>
          </p:cNvPr>
          <p:cNvSpPr txBox="1">
            <a:spLocks/>
          </p:cNvSpPr>
          <p:nvPr/>
        </p:nvSpPr>
        <p:spPr>
          <a:xfrm>
            <a:off x="8797635" y="1967346"/>
            <a:ext cx="1745674" cy="415637"/>
          </a:xfrm>
          <a:prstGeom prst="rect">
            <a:avLst/>
          </a:prstGeom>
        </p:spPr>
        <p:txBody>
          <a:bodyPr vert="horz" lIns="0" tIns="0" rIns="0" bIns="0" rtlCol="0" anchor="t">
            <a:noAutofit/>
          </a:bodyPr>
          <a:lstStyle>
            <a:lvl1pPr marL="0" indent="0" algn="ctr" defTabSz="914400" rtl="0" eaLnBrk="1" latinLnBrk="0" hangingPunct="1">
              <a:lnSpc>
                <a:spcPct val="90000"/>
              </a:lnSpc>
              <a:spcBef>
                <a:spcPts val="1200"/>
              </a:spcBef>
              <a:spcAft>
                <a:spcPts val="0"/>
              </a:spcAft>
              <a:buClr>
                <a:schemeClr val="accent3"/>
              </a:buClr>
              <a:buFont typeface="Arial" panose="020B0604020202020204" pitchFamily="34" charset="0"/>
              <a:buChar char="​"/>
              <a:defRPr sz="1800" b="0" kern="1200" cap="none" baseline="0">
                <a:solidFill>
                  <a:schemeClr val="accent1"/>
                </a:solidFill>
                <a:latin typeface="+mn-lt"/>
                <a:ea typeface="+mn-ea"/>
                <a:cs typeface="+mn-cs"/>
              </a:defRPr>
            </a:lvl1pPr>
            <a:lvl2pPr marL="0" indent="0" algn="ctr" defTabSz="914400" rtl="0" eaLnBrk="1" latinLnBrk="0" hangingPunct="1">
              <a:lnSpc>
                <a:spcPct val="90000"/>
              </a:lnSpc>
              <a:spcBef>
                <a:spcPts val="1200"/>
              </a:spcBef>
              <a:spcAft>
                <a:spcPts val="0"/>
              </a:spcAft>
              <a:buClr>
                <a:schemeClr val="accent3"/>
              </a:buClr>
              <a:buFont typeface="Arial" panose="020B0604020202020204" pitchFamily="34" charset="0"/>
              <a:buChar char="​"/>
              <a:defRPr sz="1400" b="0" kern="1200">
                <a:solidFill>
                  <a:schemeClr val="tx1"/>
                </a:solidFill>
                <a:latin typeface="+mn-lt"/>
                <a:ea typeface="+mn-ea"/>
                <a:cs typeface="+mn-cs"/>
              </a:defRPr>
            </a:lvl2pPr>
            <a:lvl3pPr marL="630238"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3pPr>
            <a:lvl4pPr marL="855662"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4pPr>
            <a:lvl5pPr marL="1085850"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tx1">
                    <a:lumMod val="85000"/>
                  </a:schemeClr>
                </a:solidFill>
              </a:rPr>
              <a:t>Libraries</a:t>
            </a:r>
          </a:p>
        </p:txBody>
      </p:sp>
      <p:sp>
        <p:nvSpPr>
          <p:cNvPr id="8" name="Text Placeholder 2">
            <a:extLst>
              <a:ext uri="{FF2B5EF4-FFF2-40B4-BE49-F238E27FC236}">
                <a16:creationId xmlns:a16="http://schemas.microsoft.com/office/drawing/2014/main" id="{73E85840-18B0-4AD2-1CEF-599403247496}"/>
              </a:ext>
            </a:extLst>
          </p:cNvPr>
          <p:cNvSpPr txBox="1">
            <a:spLocks/>
          </p:cNvSpPr>
          <p:nvPr/>
        </p:nvSpPr>
        <p:spPr>
          <a:xfrm>
            <a:off x="8894618" y="2611507"/>
            <a:ext cx="1648691" cy="1655693"/>
          </a:xfrm>
          <a:prstGeom prst="rect">
            <a:avLst/>
          </a:prstGeom>
        </p:spPr>
        <p:txBody>
          <a:bodyPr vert="horz" lIns="0" tIns="0" rIns="0" bIns="0" rtlCol="0" anchor="t">
            <a:noAutofit/>
          </a:bodyPr>
          <a:lstStyle>
            <a:lvl1pPr marL="0" indent="0" algn="ctr" defTabSz="914400" rtl="0" eaLnBrk="1" latinLnBrk="0" hangingPunct="1">
              <a:lnSpc>
                <a:spcPct val="90000"/>
              </a:lnSpc>
              <a:spcBef>
                <a:spcPts val="1200"/>
              </a:spcBef>
              <a:spcAft>
                <a:spcPts val="0"/>
              </a:spcAft>
              <a:buClr>
                <a:schemeClr val="accent3"/>
              </a:buClr>
              <a:buFont typeface="Arial" panose="020B0604020202020204" pitchFamily="34" charset="0"/>
              <a:buChar char="​"/>
              <a:defRPr sz="1800" b="0" kern="1200" cap="none" baseline="0">
                <a:solidFill>
                  <a:schemeClr val="accent1"/>
                </a:solidFill>
                <a:latin typeface="+mn-lt"/>
                <a:ea typeface="+mn-ea"/>
                <a:cs typeface="+mn-cs"/>
              </a:defRPr>
            </a:lvl1pPr>
            <a:lvl2pPr marL="0" indent="0" algn="ctr" defTabSz="914400" rtl="0" eaLnBrk="1" latinLnBrk="0" hangingPunct="1">
              <a:lnSpc>
                <a:spcPct val="90000"/>
              </a:lnSpc>
              <a:spcBef>
                <a:spcPts val="1200"/>
              </a:spcBef>
              <a:spcAft>
                <a:spcPts val="0"/>
              </a:spcAft>
              <a:buClr>
                <a:schemeClr val="accent3"/>
              </a:buClr>
              <a:buFont typeface="Arial" panose="020B0604020202020204" pitchFamily="34" charset="0"/>
              <a:buChar char="​"/>
              <a:defRPr sz="1400" b="0" kern="1200">
                <a:solidFill>
                  <a:schemeClr val="tx1"/>
                </a:solidFill>
                <a:latin typeface="+mn-lt"/>
                <a:ea typeface="+mn-ea"/>
                <a:cs typeface="+mn-cs"/>
              </a:defRPr>
            </a:lvl2pPr>
            <a:lvl3pPr marL="630238"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3pPr>
            <a:lvl4pPr marL="855662"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4pPr>
            <a:lvl5pPr marL="1085850"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None/>
            </a:pPr>
            <a:r>
              <a:rPr lang="en-US" sz="2000" dirty="0">
                <a:solidFill>
                  <a:srgbClr val="52A1FF"/>
                </a:solidFill>
              </a:rPr>
              <a:t>Router</a:t>
            </a:r>
          </a:p>
          <a:p>
            <a:pPr algn="l">
              <a:buNone/>
            </a:pPr>
            <a:r>
              <a:rPr lang="en-US" sz="2000" dirty="0">
                <a:solidFill>
                  <a:srgbClr val="52A1FF"/>
                </a:solidFill>
              </a:rPr>
              <a:t>Component</a:t>
            </a:r>
          </a:p>
          <a:p>
            <a:pPr algn="l">
              <a:buNone/>
            </a:pPr>
            <a:r>
              <a:rPr lang="en-US" sz="2000" dirty="0">
                <a:solidFill>
                  <a:srgbClr val="52A1FF"/>
                </a:solidFill>
              </a:rPr>
              <a:t>Translate</a:t>
            </a:r>
          </a:p>
        </p:txBody>
      </p:sp>
      <p:sp>
        <p:nvSpPr>
          <p:cNvPr id="9" name="Rounded Rectangle 8">
            <a:extLst>
              <a:ext uri="{FF2B5EF4-FFF2-40B4-BE49-F238E27FC236}">
                <a16:creationId xmlns:a16="http://schemas.microsoft.com/office/drawing/2014/main" id="{4B136EE9-57C0-C2D0-6F30-D92E20C54DF7}"/>
              </a:ext>
            </a:extLst>
          </p:cNvPr>
          <p:cNvSpPr/>
          <p:nvPr/>
        </p:nvSpPr>
        <p:spPr>
          <a:xfrm>
            <a:off x="1884218" y="2382983"/>
            <a:ext cx="1877291" cy="1884217"/>
          </a:xfrm>
          <a:prstGeom prst="roundRect">
            <a:avLst>
              <a:gd name="adj" fmla="val 7365"/>
            </a:avLst>
          </a:prstGeom>
          <a:solidFill>
            <a:srgbClr val="F7E0A0"/>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dirty="0">
                <a:solidFill>
                  <a:schemeClr val="bg2"/>
                </a:solidFill>
              </a:rPr>
              <a:t>Custom Page Component</a:t>
            </a:r>
          </a:p>
          <a:p>
            <a:pPr algn="ctr">
              <a:lnSpc>
                <a:spcPct val="90000"/>
              </a:lnSpc>
              <a:spcBef>
                <a:spcPts val="600"/>
              </a:spcBef>
            </a:pPr>
            <a:r>
              <a:rPr lang="en-US" dirty="0">
                <a:solidFill>
                  <a:schemeClr val="bg2"/>
                </a:solidFill>
              </a:rPr>
              <a:t>(Typescript File)</a:t>
            </a:r>
          </a:p>
        </p:txBody>
      </p:sp>
      <p:cxnSp>
        <p:nvCxnSpPr>
          <p:cNvPr id="11" name="Straight Connector 10">
            <a:extLst>
              <a:ext uri="{FF2B5EF4-FFF2-40B4-BE49-F238E27FC236}">
                <a16:creationId xmlns:a16="http://schemas.microsoft.com/office/drawing/2014/main" id="{B856A696-23B9-57CC-879D-84756836F2D3}"/>
              </a:ext>
            </a:extLst>
          </p:cNvPr>
          <p:cNvCxnSpPr/>
          <p:nvPr/>
        </p:nvCxnSpPr>
        <p:spPr>
          <a:xfrm>
            <a:off x="1995057" y="1967346"/>
            <a:ext cx="2258291" cy="0"/>
          </a:xfrm>
          <a:prstGeom prst="line">
            <a:avLst/>
          </a:prstGeom>
        </p:spPr>
        <p:style>
          <a:lnRef idx="1">
            <a:schemeClr val="accent6"/>
          </a:lnRef>
          <a:fillRef idx="0">
            <a:schemeClr val="accent6"/>
          </a:fillRef>
          <a:effectRef idx="0">
            <a:schemeClr val="accent6"/>
          </a:effectRef>
          <a:fontRef idx="minor">
            <a:schemeClr val="tx1"/>
          </a:fontRef>
        </p:style>
      </p:cxnSp>
      <p:cxnSp>
        <p:nvCxnSpPr>
          <p:cNvPr id="12" name="Straight Connector 11">
            <a:extLst>
              <a:ext uri="{FF2B5EF4-FFF2-40B4-BE49-F238E27FC236}">
                <a16:creationId xmlns:a16="http://schemas.microsoft.com/office/drawing/2014/main" id="{C7FDEECD-A7DB-7D28-53CB-14A468000F41}"/>
              </a:ext>
            </a:extLst>
          </p:cNvPr>
          <p:cNvCxnSpPr/>
          <p:nvPr/>
        </p:nvCxnSpPr>
        <p:spPr>
          <a:xfrm>
            <a:off x="5832766" y="1967346"/>
            <a:ext cx="2258291" cy="0"/>
          </a:xfrm>
          <a:prstGeom prst="line">
            <a:avLst/>
          </a:prstGeom>
        </p:spPr>
        <p:style>
          <a:lnRef idx="1">
            <a:schemeClr val="accent6"/>
          </a:lnRef>
          <a:fillRef idx="0">
            <a:schemeClr val="accent6"/>
          </a:fillRef>
          <a:effectRef idx="0">
            <a:schemeClr val="accent6"/>
          </a:effectRef>
          <a:fontRef idx="minor">
            <a:schemeClr val="tx1"/>
          </a:fontRef>
        </p:style>
      </p:cxnSp>
      <p:sp>
        <p:nvSpPr>
          <p:cNvPr id="13" name="Text Placeholder 2">
            <a:extLst>
              <a:ext uri="{FF2B5EF4-FFF2-40B4-BE49-F238E27FC236}">
                <a16:creationId xmlns:a16="http://schemas.microsoft.com/office/drawing/2014/main" id="{01660FCC-48FA-FEA8-306D-C6CFBB4D745A}"/>
              </a:ext>
            </a:extLst>
          </p:cNvPr>
          <p:cNvSpPr txBox="1">
            <a:spLocks/>
          </p:cNvSpPr>
          <p:nvPr/>
        </p:nvSpPr>
        <p:spPr>
          <a:xfrm>
            <a:off x="4045529" y="1842654"/>
            <a:ext cx="2050471" cy="415637"/>
          </a:xfrm>
          <a:prstGeom prst="rect">
            <a:avLst/>
          </a:prstGeom>
        </p:spPr>
        <p:txBody>
          <a:bodyPr vert="horz" lIns="0" tIns="0" rIns="0" bIns="0" rtlCol="0" anchor="t">
            <a:noAutofit/>
          </a:bodyPr>
          <a:lstStyle>
            <a:lvl1pPr marL="0" indent="0" algn="ctr" defTabSz="914400" rtl="0" eaLnBrk="1" latinLnBrk="0" hangingPunct="1">
              <a:lnSpc>
                <a:spcPct val="90000"/>
              </a:lnSpc>
              <a:spcBef>
                <a:spcPts val="1200"/>
              </a:spcBef>
              <a:spcAft>
                <a:spcPts val="0"/>
              </a:spcAft>
              <a:buClr>
                <a:schemeClr val="accent3"/>
              </a:buClr>
              <a:buFont typeface="Arial" panose="020B0604020202020204" pitchFamily="34" charset="0"/>
              <a:buChar char="​"/>
              <a:defRPr sz="1800" b="0" kern="1200" cap="none" baseline="0">
                <a:solidFill>
                  <a:schemeClr val="accent1"/>
                </a:solidFill>
                <a:latin typeface="+mn-lt"/>
                <a:ea typeface="+mn-ea"/>
                <a:cs typeface="+mn-cs"/>
              </a:defRPr>
            </a:lvl1pPr>
            <a:lvl2pPr marL="0" indent="0" algn="ctr" defTabSz="914400" rtl="0" eaLnBrk="1" latinLnBrk="0" hangingPunct="1">
              <a:lnSpc>
                <a:spcPct val="90000"/>
              </a:lnSpc>
              <a:spcBef>
                <a:spcPts val="1200"/>
              </a:spcBef>
              <a:spcAft>
                <a:spcPts val="0"/>
              </a:spcAft>
              <a:buClr>
                <a:schemeClr val="accent3"/>
              </a:buClr>
              <a:buFont typeface="Arial" panose="020B0604020202020204" pitchFamily="34" charset="0"/>
              <a:buChar char="​"/>
              <a:defRPr sz="1400" b="0" kern="1200">
                <a:solidFill>
                  <a:schemeClr val="tx1"/>
                </a:solidFill>
                <a:latin typeface="+mn-lt"/>
                <a:ea typeface="+mn-ea"/>
                <a:cs typeface="+mn-cs"/>
              </a:defRPr>
            </a:lvl2pPr>
            <a:lvl3pPr marL="630238"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3pPr>
            <a:lvl4pPr marL="855662"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4pPr>
            <a:lvl5pPr marL="1085850"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tx1">
                    <a:lumMod val="85000"/>
                  </a:schemeClr>
                </a:solidFill>
              </a:rPr>
              <a:t>components</a:t>
            </a:r>
          </a:p>
        </p:txBody>
      </p:sp>
      <p:cxnSp>
        <p:nvCxnSpPr>
          <p:cNvPr id="15" name="Elbow Connector 14">
            <a:extLst>
              <a:ext uri="{FF2B5EF4-FFF2-40B4-BE49-F238E27FC236}">
                <a16:creationId xmlns:a16="http://schemas.microsoft.com/office/drawing/2014/main" id="{D6207C57-334A-929A-1D64-A03470B7B744}"/>
              </a:ext>
            </a:extLst>
          </p:cNvPr>
          <p:cNvCxnSpPr>
            <a:cxnSpLocks/>
            <a:stCxn id="5" idx="3"/>
            <a:endCxn id="6" idx="2"/>
          </p:cNvCxnSpPr>
          <p:nvPr/>
        </p:nvCxnSpPr>
        <p:spPr>
          <a:xfrm flipV="1">
            <a:off x="8506691" y="4114800"/>
            <a:ext cx="1163782" cy="1447800"/>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2D2C51BB-AAFB-9B0B-1B17-F7A595B83705}"/>
              </a:ext>
            </a:extLst>
          </p:cNvPr>
          <p:cNvSpPr/>
          <p:nvPr/>
        </p:nvSpPr>
        <p:spPr>
          <a:xfrm>
            <a:off x="4253347" y="2382984"/>
            <a:ext cx="3837709" cy="872834"/>
          </a:xfrm>
          <a:prstGeom prst="rect">
            <a:avLst/>
          </a:prstGeom>
          <a:noFill/>
          <a:ln>
            <a:solidFill>
              <a:schemeClr val="bg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ndParaRPr>
          </a:p>
        </p:txBody>
      </p:sp>
      <p:sp>
        <p:nvSpPr>
          <p:cNvPr id="17" name="TextBox 16">
            <a:extLst>
              <a:ext uri="{FF2B5EF4-FFF2-40B4-BE49-F238E27FC236}">
                <a16:creationId xmlns:a16="http://schemas.microsoft.com/office/drawing/2014/main" id="{2EA25934-5377-6BAC-32AE-EF7D7AB10D8D}"/>
              </a:ext>
            </a:extLst>
          </p:cNvPr>
          <p:cNvSpPr txBox="1"/>
          <p:nvPr/>
        </p:nvSpPr>
        <p:spPr>
          <a:xfrm>
            <a:off x="4381858" y="2516934"/>
            <a:ext cx="3698448" cy="590931"/>
          </a:xfrm>
          <a:prstGeom prst="rect">
            <a:avLst/>
          </a:prstGeom>
          <a:noFill/>
        </p:spPr>
        <p:txBody>
          <a:bodyPr wrap="none" rtlCol="0">
            <a:spAutoFit/>
          </a:bodyPr>
          <a:lstStyle/>
          <a:p>
            <a:pPr>
              <a:lnSpc>
                <a:spcPct val="90000"/>
              </a:lnSpc>
              <a:spcBef>
                <a:spcPts val="600"/>
              </a:spcBef>
            </a:pPr>
            <a:r>
              <a:rPr lang="en-US" sz="1200" dirty="0"/>
              <a:t>import { Router } from '@angular/router';</a:t>
            </a:r>
            <a:br>
              <a:rPr lang="en-US" sz="1200" dirty="0"/>
            </a:br>
            <a:r>
              <a:rPr lang="en-US" sz="1200" dirty="0"/>
              <a:t>import { Component } from '@angular/core';</a:t>
            </a:r>
            <a:br>
              <a:rPr lang="en-US" sz="1200" dirty="0"/>
            </a:br>
            <a:r>
              <a:rPr lang="en-US" sz="1200" dirty="0"/>
              <a:t>import { </a:t>
            </a:r>
            <a:r>
              <a:rPr lang="en-US" sz="1200" dirty="0" err="1"/>
              <a:t>TranslateModule</a:t>
            </a:r>
            <a:r>
              <a:rPr lang="en-US" sz="1200" dirty="0"/>
              <a:t> } from '@</a:t>
            </a:r>
            <a:r>
              <a:rPr lang="en-US" sz="1200" dirty="0" err="1"/>
              <a:t>ngx</a:t>
            </a:r>
            <a:r>
              <a:rPr lang="en-US" sz="1200" dirty="0"/>
              <a:t>-translate/core';</a:t>
            </a:r>
            <a:endParaRPr lang="en-US" sz="1200" dirty="0">
              <a:solidFill>
                <a:schemeClr val="accent1"/>
              </a:solidFill>
            </a:endParaRPr>
          </a:p>
        </p:txBody>
      </p:sp>
      <p:cxnSp>
        <p:nvCxnSpPr>
          <p:cNvPr id="19" name="Straight Connector 18">
            <a:extLst>
              <a:ext uri="{FF2B5EF4-FFF2-40B4-BE49-F238E27FC236}">
                <a16:creationId xmlns:a16="http://schemas.microsoft.com/office/drawing/2014/main" id="{51664734-919A-6917-D6E3-52F1FB671DDE}"/>
              </a:ext>
            </a:extLst>
          </p:cNvPr>
          <p:cNvCxnSpPr>
            <a:cxnSpLocks/>
            <a:endCxn id="16" idx="1"/>
          </p:cNvCxnSpPr>
          <p:nvPr/>
        </p:nvCxnSpPr>
        <p:spPr>
          <a:xfrm>
            <a:off x="3761509" y="2819401"/>
            <a:ext cx="491838" cy="0"/>
          </a:xfrm>
          <a:prstGeom prst="line">
            <a:avLst/>
          </a:prstGeom>
          <a:ln>
            <a:solidFill>
              <a:schemeClr val="bg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FC4E0E0-BED9-90FC-C295-E64B0419CE20}"/>
              </a:ext>
            </a:extLst>
          </p:cNvPr>
          <p:cNvCxnSpPr>
            <a:stCxn id="17" idx="3"/>
          </p:cNvCxnSpPr>
          <p:nvPr/>
        </p:nvCxnSpPr>
        <p:spPr>
          <a:xfrm>
            <a:off x="8080306" y="2812400"/>
            <a:ext cx="717329" cy="73"/>
          </a:xfrm>
          <a:prstGeom prst="line">
            <a:avLst/>
          </a:prstGeom>
          <a:ln>
            <a:solidFill>
              <a:schemeClr val="bg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7865BF7F-BB92-5251-E548-2C182A88445D}"/>
              </a:ext>
            </a:extLst>
          </p:cNvPr>
          <p:cNvSpPr/>
          <p:nvPr/>
        </p:nvSpPr>
        <p:spPr>
          <a:xfrm>
            <a:off x="4253347" y="3602183"/>
            <a:ext cx="3837709" cy="1018160"/>
          </a:xfrm>
          <a:prstGeom prst="rect">
            <a:avLst/>
          </a:prstGeom>
          <a:noFill/>
          <a:ln>
            <a:solidFill>
              <a:srgbClr val="70F2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ndParaRPr>
          </a:p>
        </p:txBody>
      </p:sp>
      <p:sp>
        <p:nvSpPr>
          <p:cNvPr id="24" name="TextBox 23">
            <a:extLst>
              <a:ext uri="{FF2B5EF4-FFF2-40B4-BE49-F238E27FC236}">
                <a16:creationId xmlns:a16="http://schemas.microsoft.com/office/drawing/2014/main" id="{640FDB35-E9E4-93C4-1275-820773D214F4}"/>
              </a:ext>
            </a:extLst>
          </p:cNvPr>
          <p:cNvSpPr txBox="1"/>
          <p:nvPr/>
        </p:nvSpPr>
        <p:spPr>
          <a:xfrm>
            <a:off x="4381858" y="3828670"/>
            <a:ext cx="2784737" cy="501676"/>
          </a:xfrm>
          <a:prstGeom prst="rect">
            <a:avLst/>
          </a:prstGeom>
          <a:noFill/>
        </p:spPr>
        <p:txBody>
          <a:bodyPr wrap="none" rtlCol="0">
            <a:spAutoFit/>
          </a:bodyPr>
          <a:lstStyle/>
          <a:p>
            <a:pPr>
              <a:lnSpc>
                <a:spcPct val="90000"/>
              </a:lnSpc>
              <a:spcBef>
                <a:spcPts val="600"/>
              </a:spcBef>
            </a:pPr>
            <a:r>
              <a:rPr lang="en-US" sz="1200" dirty="0"/>
              <a:t>constructor(private router: Router) {}</a:t>
            </a:r>
          </a:p>
          <a:p>
            <a:pPr>
              <a:lnSpc>
                <a:spcPct val="90000"/>
              </a:lnSpc>
              <a:spcBef>
                <a:spcPts val="600"/>
              </a:spcBef>
            </a:pPr>
            <a:r>
              <a:rPr lang="en-US" sz="1200" dirty="0" err="1">
                <a:solidFill>
                  <a:schemeClr val="accent1"/>
                </a:solidFill>
              </a:rPr>
              <a:t>this.router.navigate</a:t>
            </a:r>
            <a:r>
              <a:rPr lang="en-US" sz="1200" dirty="0">
                <a:solidFill>
                  <a:schemeClr val="accent1"/>
                </a:solidFill>
              </a:rPr>
              <a:t>(['/</a:t>
            </a:r>
            <a:r>
              <a:rPr lang="en-US" sz="1200" dirty="0" err="1">
                <a:solidFill>
                  <a:schemeClr val="accent1"/>
                </a:solidFill>
              </a:rPr>
              <a:t>yourpagename</a:t>
            </a:r>
            <a:r>
              <a:rPr lang="en-US" sz="1200" dirty="0">
                <a:solidFill>
                  <a:schemeClr val="accent1"/>
                </a:solidFill>
              </a:rPr>
              <a:t>']);</a:t>
            </a:r>
          </a:p>
        </p:txBody>
      </p:sp>
      <p:cxnSp>
        <p:nvCxnSpPr>
          <p:cNvPr id="25" name="Straight Connector 24">
            <a:extLst>
              <a:ext uri="{FF2B5EF4-FFF2-40B4-BE49-F238E27FC236}">
                <a16:creationId xmlns:a16="http://schemas.microsoft.com/office/drawing/2014/main" id="{631A4EA2-2B70-ECFB-E3FF-8FE4FE1C6079}"/>
              </a:ext>
            </a:extLst>
          </p:cNvPr>
          <p:cNvCxnSpPr>
            <a:cxnSpLocks/>
          </p:cNvCxnSpPr>
          <p:nvPr/>
        </p:nvCxnSpPr>
        <p:spPr>
          <a:xfrm>
            <a:off x="3761509" y="3828670"/>
            <a:ext cx="491838" cy="0"/>
          </a:xfrm>
          <a:prstGeom prst="line">
            <a:avLst/>
          </a:prstGeom>
          <a:ln>
            <a:solidFill>
              <a:srgbClr val="70F2DA"/>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994497E7-84CA-9B3B-51E1-D21E8B7F1DAF}"/>
              </a:ext>
            </a:extLst>
          </p:cNvPr>
          <p:cNvCxnSpPr>
            <a:cxnSpLocks/>
            <a:stCxn id="23" idx="2"/>
          </p:cNvCxnSpPr>
          <p:nvPr/>
        </p:nvCxnSpPr>
        <p:spPr>
          <a:xfrm flipH="1">
            <a:off x="6172201" y="4620343"/>
            <a:ext cx="1" cy="644312"/>
          </a:xfrm>
          <a:prstGeom prst="line">
            <a:avLst/>
          </a:prstGeom>
          <a:ln>
            <a:solidFill>
              <a:srgbClr val="70F2DA"/>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8035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par>
                          <p:cTn id="30" fill="hold">
                            <p:stCondLst>
                              <p:cond delay="1000"/>
                            </p:stCondLst>
                            <p:childTnLst>
                              <p:par>
                                <p:cTn id="31" presetID="10" presetClass="entr" presetSubtype="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par>
                          <p:cTn id="34" fill="hold">
                            <p:stCondLst>
                              <p:cond delay="1500"/>
                            </p:stCondLst>
                            <p:childTnLst>
                              <p:par>
                                <p:cTn id="35" presetID="10" presetClass="entr" presetSubtype="0"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par>
                                <p:cTn id="54" presetID="10" presetClass="entr" presetSubtype="0" fill="hold"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par>
                                <p:cTn id="68" presetID="10" presetClass="entr" presetSubtype="0" fill="hold"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animBg="1"/>
      <p:bldP spid="7" grpId="0"/>
      <p:bldP spid="8" grpId="0"/>
      <p:bldP spid="9" grpId="0" animBg="1"/>
      <p:bldP spid="13" grpId="0"/>
      <p:bldP spid="16" grpId="0" animBg="1"/>
      <p:bldP spid="17" grpId="0"/>
      <p:bldP spid="23" grpId="0" animBg="1"/>
      <p:bldP spid="2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A3B8C-7C51-0DC7-3B83-8F9C0807119E}"/>
              </a:ext>
            </a:extLst>
          </p:cNvPr>
          <p:cNvSpPr>
            <a:spLocks noGrp="1"/>
          </p:cNvSpPr>
          <p:nvPr>
            <p:ph type="title"/>
          </p:nvPr>
        </p:nvSpPr>
        <p:spPr/>
        <p:txBody>
          <a:bodyPr/>
          <a:lstStyle/>
          <a:p>
            <a:r>
              <a:rPr lang="en-US" dirty="0"/>
              <a:t>AFTER THE HANDS-ON, YOU WILL:</a:t>
            </a:r>
          </a:p>
        </p:txBody>
      </p:sp>
      <p:sp>
        <p:nvSpPr>
          <p:cNvPr id="3" name="Text Placeholder 2">
            <a:extLst>
              <a:ext uri="{FF2B5EF4-FFF2-40B4-BE49-F238E27FC236}">
                <a16:creationId xmlns:a16="http://schemas.microsoft.com/office/drawing/2014/main" id="{E3A85E09-7AD7-BD8D-60DF-EBDD3DA2DF91}"/>
              </a:ext>
            </a:extLst>
          </p:cNvPr>
          <p:cNvSpPr>
            <a:spLocks noGrp="1"/>
          </p:cNvSpPr>
          <p:nvPr>
            <p:ph type="body" sz="quarter" idx="19"/>
          </p:nvPr>
        </p:nvSpPr>
        <p:spPr>
          <a:xfrm>
            <a:off x="649336" y="2542163"/>
            <a:ext cx="1729562" cy="957838"/>
          </a:xfrm>
        </p:spPr>
        <p:txBody>
          <a:bodyPr/>
          <a:lstStyle/>
          <a:p>
            <a:r>
              <a:rPr lang="en-US" dirty="0"/>
              <a:t>Become more familiar with Angular</a:t>
            </a:r>
          </a:p>
        </p:txBody>
      </p:sp>
      <p:sp>
        <p:nvSpPr>
          <p:cNvPr id="4" name="Text Placeholder 3">
            <a:extLst>
              <a:ext uri="{FF2B5EF4-FFF2-40B4-BE49-F238E27FC236}">
                <a16:creationId xmlns:a16="http://schemas.microsoft.com/office/drawing/2014/main" id="{C55222B0-35FD-1DE4-4135-806D14D704E8}"/>
              </a:ext>
            </a:extLst>
          </p:cNvPr>
          <p:cNvSpPr>
            <a:spLocks noGrp="1"/>
          </p:cNvSpPr>
          <p:nvPr>
            <p:ph type="body" sz="quarter" idx="20"/>
          </p:nvPr>
        </p:nvSpPr>
        <p:spPr>
          <a:xfrm>
            <a:off x="3464811" y="2541053"/>
            <a:ext cx="1726662" cy="958652"/>
          </a:xfrm>
        </p:spPr>
        <p:txBody>
          <a:bodyPr/>
          <a:lstStyle/>
          <a:p>
            <a:r>
              <a:rPr lang="en-US" dirty="0"/>
              <a:t>Analyze a real application</a:t>
            </a:r>
          </a:p>
        </p:txBody>
      </p:sp>
      <p:sp>
        <p:nvSpPr>
          <p:cNvPr id="5" name="Text Placeholder 4">
            <a:extLst>
              <a:ext uri="{FF2B5EF4-FFF2-40B4-BE49-F238E27FC236}">
                <a16:creationId xmlns:a16="http://schemas.microsoft.com/office/drawing/2014/main" id="{8ED6AEB9-8047-D3D4-5D06-1691934921C6}"/>
              </a:ext>
            </a:extLst>
          </p:cNvPr>
          <p:cNvSpPr>
            <a:spLocks noGrp="1"/>
          </p:cNvSpPr>
          <p:nvPr>
            <p:ph type="body" sz="quarter" idx="22"/>
          </p:nvPr>
        </p:nvSpPr>
        <p:spPr>
          <a:xfrm>
            <a:off x="6263857" y="2521497"/>
            <a:ext cx="1726662" cy="958652"/>
          </a:xfrm>
        </p:spPr>
        <p:txBody>
          <a:bodyPr/>
          <a:lstStyle/>
          <a:p>
            <a:r>
              <a:rPr lang="en-US" dirty="0"/>
              <a:t>Modify production-style code</a:t>
            </a:r>
          </a:p>
        </p:txBody>
      </p:sp>
      <p:sp>
        <p:nvSpPr>
          <p:cNvPr id="6" name="Text Placeholder 5">
            <a:extLst>
              <a:ext uri="{FF2B5EF4-FFF2-40B4-BE49-F238E27FC236}">
                <a16:creationId xmlns:a16="http://schemas.microsoft.com/office/drawing/2014/main" id="{CA4384F6-F5F4-22AD-F367-44F7327589D2}"/>
              </a:ext>
            </a:extLst>
          </p:cNvPr>
          <p:cNvSpPr>
            <a:spLocks noGrp="1"/>
          </p:cNvSpPr>
          <p:nvPr>
            <p:ph type="body" sz="quarter" idx="23"/>
          </p:nvPr>
        </p:nvSpPr>
        <p:spPr>
          <a:xfrm>
            <a:off x="9064249" y="2521497"/>
            <a:ext cx="1726662" cy="958652"/>
          </a:xfrm>
        </p:spPr>
        <p:txBody>
          <a:bodyPr/>
          <a:lstStyle/>
          <a:p>
            <a:r>
              <a:rPr lang="en-US" dirty="0"/>
              <a:t>Create new features</a:t>
            </a:r>
          </a:p>
        </p:txBody>
      </p:sp>
      <p:sp>
        <p:nvSpPr>
          <p:cNvPr id="7" name="Text Placeholder 6">
            <a:extLst>
              <a:ext uri="{FF2B5EF4-FFF2-40B4-BE49-F238E27FC236}">
                <a16:creationId xmlns:a16="http://schemas.microsoft.com/office/drawing/2014/main" id="{86A8B0CE-7B95-B7F9-C84B-C2768C3E8648}"/>
              </a:ext>
            </a:extLst>
          </p:cNvPr>
          <p:cNvSpPr>
            <a:spLocks noGrp="1"/>
          </p:cNvSpPr>
          <p:nvPr>
            <p:ph type="body" sz="quarter" idx="24"/>
          </p:nvPr>
        </p:nvSpPr>
        <p:spPr/>
        <p:txBody>
          <a:bodyPr/>
          <a:lstStyle/>
          <a:p>
            <a:r>
              <a:rPr lang="en-US" dirty="0"/>
              <a:t>1</a:t>
            </a:r>
          </a:p>
        </p:txBody>
      </p:sp>
      <p:sp>
        <p:nvSpPr>
          <p:cNvPr id="8" name="Text Placeholder 7">
            <a:extLst>
              <a:ext uri="{FF2B5EF4-FFF2-40B4-BE49-F238E27FC236}">
                <a16:creationId xmlns:a16="http://schemas.microsoft.com/office/drawing/2014/main" id="{149E72D7-FFBD-2D1E-B382-278C95FCB29F}"/>
              </a:ext>
            </a:extLst>
          </p:cNvPr>
          <p:cNvSpPr>
            <a:spLocks noGrp="1"/>
          </p:cNvSpPr>
          <p:nvPr>
            <p:ph type="body" sz="quarter" idx="25"/>
          </p:nvPr>
        </p:nvSpPr>
        <p:spPr/>
        <p:txBody>
          <a:bodyPr/>
          <a:lstStyle/>
          <a:p>
            <a:r>
              <a:rPr lang="en-US" dirty="0"/>
              <a:t>2</a:t>
            </a:r>
          </a:p>
        </p:txBody>
      </p:sp>
      <p:sp>
        <p:nvSpPr>
          <p:cNvPr id="9" name="Text Placeholder 8">
            <a:extLst>
              <a:ext uri="{FF2B5EF4-FFF2-40B4-BE49-F238E27FC236}">
                <a16:creationId xmlns:a16="http://schemas.microsoft.com/office/drawing/2014/main" id="{7069293B-219F-76FA-8A5E-183E790DFD92}"/>
              </a:ext>
            </a:extLst>
          </p:cNvPr>
          <p:cNvSpPr>
            <a:spLocks noGrp="1"/>
          </p:cNvSpPr>
          <p:nvPr>
            <p:ph type="body" sz="quarter" idx="26"/>
          </p:nvPr>
        </p:nvSpPr>
        <p:spPr/>
        <p:txBody>
          <a:bodyPr/>
          <a:lstStyle/>
          <a:p>
            <a:r>
              <a:rPr lang="en-US" dirty="0"/>
              <a:t>3</a:t>
            </a:r>
          </a:p>
        </p:txBody>
      </p:sp>
      <p:sp>
        <p:nvSpPr>
          <p:cNvPr id="10" name="Text Placeholder 9">
            <a:extLst>
              <a:ext uri="{FF2B5EF4-FFF2-40B4-BE49-F238E27FC236}">
                <a16:creationId xmlns:a16="http://schemas.microsoft.com/office/drawing/2014/main" id="{EEE07E58-42D2-751B-A282-6CD65B71AB90}"/>
              </a:ext>
            </a:extLst>
          </p:cNvPr>
          <p:cNvSpPr>
            <a:spLocks noGrp="1"/>
          </p:cNvSpPr>
          <p:nvPr>
            <p:ph type="body" sz="quarter" idx="27"/>
          </p:nvPr>
        </p:nvSpPr>
        <p:spPr/>
        <p:txBody>
          <a:bodyPr/>
          <a:lstStyle/>
          <a:p>
            <a:r>
              <a:rPr lang="en-US" dirty="0"/>
              <a:t>4</a:t>
            </a:r>
          </a:p>
        </p:txBody>
      </p:sp>
      <p:sp>
        <p:nvSpPr>
          <p:cNvPr id="11" name="Text Placeholder 2">
            <a:extLst>
              <a:ext uri="{FF2B5EF4-FFF2-40B4-BE49-F238E27FC236}">
                <a16:creationId xmlns:a16="http://schemas.microsoft.com/office/drawing/2014/main" id="{4A3B5F21-011B-EF20-1318-971C77798008}"/>
              </a:ext>
            </a:extLst>
          </p:cNvPr>
          <p:cNvSpPr txBox="1">
            <a:spLocks/>
          </p:cNvSpPr>
          <p:nvPr/>
        </p:nvSpPr>
        <p:spPr>
          <a:xfrm>
            <a:off x="649336" y="3768436"/>
            <a:ext cx="1729562" cy="1579859"/>
          </a:xfrm>
          <a:prstGeom prst="rect">
            <a:avLst/>
          </a:prstGeom>
        </p:spPr>
        <p:txBody>
          <a:bodyPr vert="horz" lIns="0" tIns="0" rIns="0" bIns="0" rtlCol="0" anchor="t">
            <a:noAutofit/>
          </a:bodyPr>
          <a:lstStyle>
            <a:lvl1pPr marL="0" indent="0" algn="ctr" defTabSz="914400" rtl="0" eaLnBrk="1" latinLnBrk="0" hangingPunct="1">
              <a:lnSpc>
                <a:spcPct val="90000"/>
              </a:lnSpc>
              <a:spcBef>
                <a:spcPts val="1200"/>
              </a:spcBef>
              <a:spcAft>
                <a:spcPts val="0"/>
              </a:spcAft>
              <a:buClr>
                <a:schemeClr val="accent3"/>
              </a:buClr>
              <a:buFont typeface="Arial" panose="020B0604020202020204" pitchFamily="34" charset="0"/>
              <a:buChar char="​"/>
              <a:defRPr sz="1800" b="0" kern="1200" cap="none" baseline="0">
                <a:solidFill>
                  <a:schemeClr val="accent1"/>
                </a:solidFill>
                <a:latin typeface="+mn-lt"/>
                <a:ea typeface="+mn-ea"/>
                <a:cs typeface="+mn-cs"/>
              </a:defRPr>
            </a:lvl1pPr>
            <a:lvl2pPr marL="0" indent="0" algn="ctr" defTabSz="914400" rtl="0" eaLnBrk="1" latinLnBrk="0" hangingPunct="1">
              <a:lnSpc>
                <a:spcPct val="90000"/>
              </a:lnSpc>
              <a:spcBef>
                <a:spcPts val="1200"/>
              </a:spcBef>
              <a:spcAft>
                <a:spcPts val="0"/>
              </a:spcAft>
              <a:buClr>
                <a:schemeClr val="accent3"/>
              </a:buClr>
              <a:buFont typeface="Arial" panose="020B0604020202020204" pitchFamily="34" charset="0"/>
              <a:buChar char="​"/>
              <a:defRPr sz="1400" b="0" kern="1200">
                <a:solidFill>
                  <a:schemeClr val="tx1"/>
                </a:solidFill>
                <a:latin typeface="+mn-lt"/>
                <a:ea typeface="+mn-ea"/>
                <a:cs typeface="+mn-cs"/>
              </a:defRPr>
            </a:lvl2pPr>
            <a:lvl3pPr marL="630238"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3pPr>
            <a:lvl4pPr marL="855662"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4pPr>
            <a:lvl5pPr marL="1085850"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solidFill>
                  <a:schemeClr val="tx1">
                    <a:lumMod val="85000"/>
                  </a:schemeClr>
                </a:solidFill>
              </a:rPr>
              <a:t>You’ll go hands-on with editing an Angular application</a:t>
            </a:r>
          </a:p>
        </p:txBody>
      </p:sp>
      <p:sp>
        <p:nvSpPr>
          <p:cNvPr id="12" name="Text Placeholder 2">
            <a:extLst>
              <a:ext uri="{FF2B5EF4-FFF2-40B4-BE49-F238E27FC236}">
                <a16:creationId xmlns:a16="http://schemas.microsoft.com/office/drawing/2014/main" id="{B786DF9E-2297-2FF1-33C5-C7B71217315E}"/>
              </a:ext>
            </a:extLst>
          </p:cNvPr>
          <p:cNvSpPr txBox="1">
            <a:spLocks/>
          </p:cNvSpPr>
          <p:nvPr/>
        </p:nvSpPr>
        <p:spPr>
          <a:xfrm>
            <a:off x="3461911" y="3768435"/>
            <a:ext cx="1729562" cy="1579859"/>
          </a:xfrm>
          <a:prstGeom prst="rect">
            <a:avLst/>
          </a:prstGeom>
        </p:spPr>
        <p:txBody>
          <a:bodyPr vert="horz" lIns="0" tIns="0" rIns="0" bIns="0" rtlCol="0" anchor="t">
            <a:noAutofit/>
          </a:bodyPr>
          <a:lstStyle>
            <a:lvl1pPr marL="0" indent="0" algn="ctr" defTabSz="914400" rtl="0" eaLnBrk="1" latinLnBrk="0" hangingPunct="1">
              <a:lnSpc>
                <a:spcPct val="90000"/>
              </a:lnSpc>
              <a:spcBef>
                <a:spcPts val="1200"/>
              </a:spcBef>
              <a:spcAft>
                <a:spcPts val="0"/>
              </a:spcAft>
              <a:buClr>
                <a:schemeClr val="accent3"/>
              </a:buClr>
              <a:buFont typeface="Arial" panose="020B0604020202020204" pitchFamily="34" charset="0"/>
              <a:buChar char="​"/>
              <a:defRPr sz="1800" b="0" kern="1200" cap="none" baseline="0">
                <a:solidFill>
                  <a:schemeClr val="accent1"/>
                </a:solidFill>
                <a:latin typeface="+mn-lt"/>
                <a:ea typeface="+mn-ea"/>
                <a:cs typeface="+mn-cs"/>
              </a:defRPr>
            </a:lvl1pPr>
            <a:lvl2pPr marL="0" indent="0" algn="ctr" defTabSz="914400" rtl="0" eaLnBrk="1" latinLnBrk="0" hangingPunct="1">
              <a:lnSpc>
                <a:spcPct val="90000"/>
              </a:lnSpc>
              <a:spcBef>
                <a:spcPts val="1200"/>
              </a:spcBef>
              <a:spcAft>
                <a:spcPts val="0"/>
              </a:spcAft>
              <a:buClr>
                <a:schemeClr val="accent3"/>
              </a:buClr>
              <a:buFont typeface="Arial" panose="020B0604020202020204" pitchFamily="34" charset="0"/>
              <a:buChar char="​"/>
              <a:defRPr sz="1400" b="0" kern="1200">
                <a:solidFill>
                  <a:schemeClr val="tx1"/>
                </a:solidFill>
                <a:latin typeface="+mn-lt"/>
                <a:ea typeface="+mn-ea"/>
                <a:cs typeface="+mn-cs"/>
              </a:defRPr>
            </a:lvl2pPr>
            <a:lvl3pPr marL="630238"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3pPr>
            <a:lvl4pPr marL="855662"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4pPr>
            <a:lvl5pPr marL="1085850"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solidFill>
                  <a:schemeClr val="tx1">
                    <a:lumMod val="85000"/>
                  </a:schemeClr>
                </a:solidFill>
              </a:rPr>
              <a:t>We’ll start with </a:t>
            </a:r>
            <a:r>
              <a:rPr lang="en-US" sz="1600" dirty="0" err="1">
                <a:solidFill>
                  <a:schemeClr val="tx1">
                    <a:lumMod val="85000"/>
                  </a:schemeClr>
                </a:solidFill>
              </a:rPr>
              <a:t>Automate’s</a:t>
            </a:r>
            <a:r>
              <a:rPr lang="en-US" sz="1600" dirty="0">
                <a:solidFill>
                  <a:schemeClr val="tx1">
                    <a:lumMod val="85000"/>
                  </a:schemeClr>
                </a:solidFill>
              </a:rPr>
              <a:t> default UI: </a:t>
            </a:r>
            <a:r>
              <a:rPr lang="en-US" sz="1600" b="1" dirty="0">
                <a:solidFill>
                  <a:schemeClr val="tx1">
                    <a:lumMod val="85000"/>
                  </a:schemeClr>
                </a:solidFill>
              </a:rPr>
              <a:t>Workspace</a:t>
            </a:r>
            <a:r>
              <a:rPr lang="en-US" sz="1600" dirty="0">
                <a:solidFill>
                  <a:schemeClr val="tx1">
                    <a:lumMod val="85000"/>
                  </a:schemeClr>
                </a:solidFill>
              </a:rPr>
              <a:t>, and come to understand its architecture</a:t>
            </a:r>
          </a:p>
        </p:txBody>
      </p:sp>
      <p:sp>
        <p:nvSpPr>
          <p:cNvPr id="13" name="Text Placeholder 2">
            <a:extLst>
              <a:ext uri="{FF2B5EF4-FFF2-40B4-BE49-F238E27FC236}">
                <a16:creationId xmlns:a16="http://schemas.microsoft.com/office/drawing/2014/main" id="{2C11F55E-7043-4301-5EB1-3C52B616CDD3}"/>
              </a:ext>
            </a:extLst>
          </p:cNvPr>
          <p:cNvSpPr txBox="1">
            <a:spLocks/>
          </p:cNvSpPr>
          <p:nvPr/>
        </p:nvSpPr>
        <p:spPr>
          <a:xfrm>
            <a:off x="6274486" y="3768434"/>
            <a:ext cx="1729562" cy="1579859"/>
          </a:xfrm>
          <a:prstGeom prst="rect">
            <a:avLst/>
          </a:prstGeom>
        </p:spPr>
        <p:txBody>
          <a:bodyPr vert="horz" lIns="0" tIns="0" rIns="0" bIns="0" rtlCol="0" anchor="t">
            <a:noAutofit/>
          </a:bodyPr>
          <a:lstStyle>
            <a:lvl1pPr marL="0" indent="0" algn="ctr" defTabSz="914400" rtl="0" eaLnBrk="1" latinLnBrk="0" hangingPunct="1">
              <a:lnSpc>
                <a:spcPct val="90000"/>
              </a:lnSpc>
              <a:spcBef>
                <a:spcPts val="1200"/>
              </a:spcBef>
              <a:spcAft>
                <a:spcPts val="0"/>
              </a:spcAft>
              <a:buClr>
                <a:schemeClr val="accent3"/>
              </a:buClr>
              <a:buFont typeface="Arial" panose="020B0604020202020204" pitchFamily="34" charset="0"/>
              <a:buChar char="​"/>
              <a:defRPr sz="1800" b="0" kern="1200" cap="none" baseline="0">
                <a:solidFill>
                  <a:schemeClr val="accent1"/>
                </a:solidFill>
                <a:latin typeface="+mn-lt"/>
                <a:ea typeface="+mn-ea"/>
                <a:cs typeface="+mn-cs"/>
              </a:defRPr>
            </a:lvl1pPr>
            <a:lvl2pPr marL="0" indent="0" algn="ctr" defTabSz="914400" rtl="0" eaLnBrk="1" latinLnBrk="0" hangingPunct="1">
              <a:lnSpc>
                <a:spcPct val="90000"/>
              </a:lnSpc>
              <a:spcBef>
                <a:spcPts val="1200"/>
              </a:spcBef>
              <a:spcAft>
                <a:spcPts val="0"/>
              </a:spcAft>
              <a:buClr>
                <a:schemeClr val="accent3"/>
              </a:buClr>
              <a:buFont typeface="Arial" panose="020B0604020202020204" pitchFamily="34" charset="0"/>
              <a:buChar char="​"/>
              <a:defRPr sz="1400" b="0" kern="1200">
                <a:solidFill>
                  <a:schemeClr val="tx1"/>
                </a:solidFill>
                <a:latin typeface="+mn-lt"/>
                <a:ea typeface="+mn-ea"/>
                <a:cs typeface="+mn-cs"/>
              </a:defRPr>
            </a:lvl2pPr>
            <a:lvl3pPr marL="630238"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3pPr>
            <a:lvl4pPr marL="855662"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4pPr>
            <a:lvl5pPr marL="1085850"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solidFill>
                  <a:schemeClr val="tx1">
                    <a:lumMod val="85000"/>
                  </a:schemeClr>
                </a:solidFill>
              </a:rPr>
              <a:t>You’ll make modifications to the Workspace application without disrupting existing functionality</a:t>
            </a:r>
          </a:p>
        </p:txBody>
      </p:sp>
      <p:sp>
        <p:nvSpPr>
          <p:cNvPr id="14" name="Text Placeholder 2">
            <a:extLst>
              <a:ext uri="{FF2B5EF4-FFF2-40B4-BE49-F238E27FC236}">
                <a16:creationId xmlns:a16="http://schemas.microsoft.com/office/drawing/2014/main" id="{9B27B667-FC8A-BB71-DF30-A8150C98ED2D}"/>
              </a:ext>
            </a:extLst>
          </p:cNvPr>
          <p:cNvSpPr txBox="1">
            <a:spLocks/>
          </p:cNvSpPr>
          <p:nvPr/>
        </p:nvSpPr>
        <p:spPr>
          <a:xfrm>
            <a:off x="9087061" y="3768433"/>
            <a:ext cx="1729562" cy="1579859"/>
          </a:xfrm>
          <a:prstGeom prst="rect">
            <a:avLst/>
          </a:prstGeom>
        </p:spPr>
        <p:txBody>
          <a:bodyPr vert="horz" lIns="0" tIns="0" rIns="0" bIns="0" rtlCol="0" anchor="t">
            <a:noAutofit/>
          </a:bodyPr>
          <a:lstStyle>
            <a:lvl1pPr marL="0" indent="0" algn="ctr" defTabSz="914400" rtl="0" eaLnBrk="1" latinLnBrk="0" hangingPunct="1">
              <a:lnSpc>
                <a:spcPct val="90000"/>
              </a:lnSpc>
              <a:spcBef>
                <a:spcPts val="1200"/>
              </a:spcBef>
              <a:spcAft>
                <a:spcPts val="0"/>
              </a:spcAft>
              <a:buClr>
                <a:schemeClr val="accent3"/>
              </a:buClr>
              <a:buFont typeface="Arial" panose="020B0604020202020204" pitchFamily="34" charset="0"/>
              <a:buChar char="​"/>
              <a:defRPr sz="1800" b="0" kern="1200" cap="none" baseline="0">
                <a:solidFill>
                  <a:schemeClr val="accent1"/>
                </a:solidFill>
                <a:latin typeface="+mn-lt"/>
                <a:ea typeface="+mn-ea"/>
                <a:cs typeface="+mn-cs"/>
              </a:defRPr>
            </a:lvl1pPr>
            <a:lvl2pPr marL="0" indent="0" algn="ctr" defTabSz="914400" rtl="0" eaLnBrk="1" latinLnBrk="0" hangingPunct="1">
              <a:lnSpc>
                <a:spcPct val="90000"/>
              </a:lnSpc>
              <a:spcBef>
                <a:spcPts val="1200"/>
              </a:spcBef>
              <a:spcAft>
                <a:spcPts val="0"/>
              </a:spcAft>
              <a:buClr>
                <a:schemeClr val="accent3"/>
              </a:buClr>
              <a:buFont typeface="Arial" panose="020B0604020202020204" pitchFamily="34" charset="0"/>
              <a:buChar char="​"/>
              <a:defRPr sz="1400" b="0" kern="1200">
                <a:solidFill>
                  <a:schemeClr val="tx1"/>
                </a:solidFill>
                <a:latin typeface="+mn-lt"/>
                <a:ea typeface="+mn-ea"/>
                <a:cs typeface="+mn-cs"/>
              </a:defRPr>
            </a:lvl2pPr>
            <a:lvl3pPr marL="630238"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3pPr>
            <a:lvl4pPr marL="855662"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4pPr>
            <a:lvl5pPr marL="1085850" indent="0" algn="l" defTabSz="914400" rtl="0" eaLnBrk="1" latinLnBrk="0" hangingPunct="1">
              <a:lnSpc>
                <a:spcPct val="9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solidFill>
                  <a:schemeClr val="tx1">
                    <a:lumMod val="85000"/>
                  </a:schemeClr>
                </a:solidFill>
              </a:rPr>
              <a:t>You’ll add new features &amp; components – changing and expanding the functionality of the application</a:t>
            </a:r>
          </a:p>
        </p:txBody>
      </p:sp>
    </p:spTree>
    <p:extLst>
      <p:ext uri="{BB962C8B-B14F-4D97-AF65-F5344CB8AC3E}">
        <p14:creationId xmlns:p14="http://schemas.microsoft.com/office/powerpoint/2010/main" val="2201259495"/>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B67B3-4A66-225E-5872-0458DB848FDC}"/>
            </a:ext>
          </a:extLst>
        </p:cNvPr>
        <p:cNvGrpSpPr/>
        <p:nvPr/>
      </p:nvGrpSpPr>
      <p:grpSpPr>
        <a:xfrm>
          <a:off x="0" y="0"/>
          <a:ext cx="0" cy="0"/>
          <a:chOff x="0" y="0"/>
          <a:chExt cx="0" cy="0"/>
        </a:xfrm>
      </p:grpSpPr>
      <p:sp>
        <p:nvSpPr>
          <p:cNvPr id="9" name="Text Placeholder 2">
            <a:extLst>
              <a:ext uri="{FF2B5EF4-FFF2-40B4-BE49-F238E27FC236}">
                <a16:creationId xmlns:a16="http://schemas.microsoft.com/office/drawing/2014/main" id="{62671505-B618-08C3-6E1B-A2D865C5B104}"/>
              </a:ext>
            </a:extLst>
          </p:cNvPr>
          <p:cNvSpPr>
            <a:spLocks noGrp="1"/>
          </p:cNvSpPr>
          <p:nvPr>
            <p:ph type="body" sz="half" idx="2"/>
          </p:nvPr>
        </p:nvSpPr>
        <p:spPr>
          <a:xfrm>
            <a:off x="476250" y="1074746"/>
            <a:ext cx="11237913" cy="441318"/>
          </a:xfrm>
        </p:spPr>
        <p:txBody>
          <a:bodyPr/>
          <a:lstStyle/>
          <a:p>
            <a:r>
              <a:rPr lang="en-US" i="1" dirty="0"/>
              <a:t>What we’re going to do</a:t>
            </a:r>
          </a:p>
        </p:txBody>
      </p:sp>
      <p:sp>
        <p:nvSpPr>
          <p:cNvPr id="3" name="Title 2">
            <a:extLst>
              <a:ext uri="{FF2B5EF4-FFF2-40B4-BE49-F238E27FC236}">
                <a16:creationId xmlns:a16="http://schemas.microsoft.com/office/drawing/2014/main" id="{CC2AAE18-2FAB-B356-C446-41652B677C5A}"/>
              </a:ext>
            </a:extLst>
          </p:cNvPr>
          <p:cNvSpPr>
            <a:spLocks noGrp="1"/>
          </p:cNvSpPr>
          <p:nvPr>
            <p:ph type="title"/>
          </p:nvPr>
        </p:nvSpPr>
        <p:spPr>
          <a:xfrm>
            <a:off x="476655" y="365125"/>
            <a:ext cx="11235446" cy="709621"/>
          </a:xfrm>
        </p:spPr>
        <p:txBody>
          <a:bodyPr anchor="t">
            <a:normAutofit/>
          </a:bodyPr>
          <a:lstStyle/>
          <a:p>
            <a:r>
              <a:rPr lang="en-US" dirty="0"/>
              <a:t>Hands-On</a:t>
            </a:r>
          </a:p>
        </p:txBody>
      </p:sp>
      <p:graphicFrame>
        <p:nvGraphicFramePr>
          <p:cNvPr id="5" name="Text Placeholder 1">
            <a:extLst>
              <a:ext uri="{FF2B5EF4-FFF2-40B4-BE49-F238E27FC236}">
                <a16:creationId xmlns:a16="http://schemas.microsoft.com/office/drawing/2014/main" id="{14A7ABE1-0C91-EF4A-7031-F6227FD11B00}"/>
              </a:ext>
            </a:extLst>
          </p:cNvPr>
          <p:cNvGraphicFramePr/>
          <p:nvPr>
            <p:extLst>
              <p:ext uri="{D42A27DB-BD31-4B8C-83A1-F6EECF244321}">
                <p14:modId xmlns:p14="http://schemas.microsoft.com/office/powerpoint/2010/main" val="1952086369"/>
              </p:ext>
            </p:extLst>
          </p:nvPr>
        </p:nvGraphicFramePr>
        <p:xfrm>
          <a:off x="474593" y="365125"/>
          <a:ext cx="11235445" cy="54181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7">
            <a:extLst>
              <a:ext uri="{FF2B5EF4-FFF2-40B4-BE49-F238E27FC236}">
                <a16:creationId xmlns:a16="http://schemas.microsoft.com/office/drawing/2014/main" id="{91E7D90B-5F04-08E1-D15F-96F96ADF5107}"/>
              </a:ext>
            </a:extLst>
          </p:cNvPr>
          <p:cNvSpPr/>
          <p:nvPr/>
        </p:nvSpPr>
        <p:spPr>
          <a:xfrm>
            <a:off x="243840" y="1694688"/>
            <a:ext cx="3560064" cy="4651248"/>
          </a:xfrm>
          <a:prstGeom prst="rect">
            <a:avLst/>
          </a:prstGeom>
          <a:solidFill>
            <a:srgbClr val="191F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ndParaRPr>
          </a:p>
        </p:txBody>
      </p:sp>
      <p:sp>
        <p:nvSpPr>
          <p:cNvPr id="10" name="Rectangle 9">
            <a:extLst>
              <a:ext uri="{FF2B5EF4-FFF2-40B4-BE49-F238E27FC236}">
                <a16:creationId xmlns:a16="http://schemas.microsoft.com/office/drawing/2014/main" id="{E2C6E681-FF55-483A-920B-0B400E880DFA}"/>
              </a:ext>
            </a:extLst>
          </p:cNvPr>
          <p:cNvSpPr/>
          <p:nvPr/>
        </p:nvSpPr>
        <p:spPr>
          <a:xfrm>
            <a:off x="4034657" y="1676400"/>
            <a:ext cx="3560064" cy="4651248"/>
          </a:xfrm>
          <a:prstGeom prst="rect">
            <a:avLst/>
          </a:prstGeom>
          <a:solidFill>
            <a:srgbClr val="191F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ndParaRPr>
          </a:p>
        </p:txBody>
      </p:sp>
      <p:sp>
        <p:nvSpPr>
          <p:cNvPr id="11" name="Rectangle 10">
            <a:extLst>
              <a:ext uri="{FF2B5EF4-FFF2-40B4-BE49-F238E27FC236}">
                <a16:creationId xmlns:a16="http://schemas.microsoft.com/office/drawing/2014/main" id="{EA2192B8-1DFB-8F4D-1AA0-5EF268C31114}"/>
              </a:ext>
            </a:extLst>
          </p:cNvPr>
          <p:cNvSpPr/>
          <p:nvPr/>
        </p:nvSpPr>
        <p:spPr>
          <a:xfrm>
            <a:off x="7825473" y="1676400"/>
            <a:ext cx="4115317" cy="4651248"/>
          </a:xfrm>
          <a:prstGeom prst="rect">
            <a:avLst/>
          </a:prstGeom>
          <a:solidFill>
            <a:srgbClr val="191F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ndParaRPr>
          </a:p>
        </p:txBody>
      </p:sp>
    </p:spTree>
    <p:extLst>
      <p:ext uri="{BB962C8B-B14F-4D97-AF65-F5344CB8AC3E}">
        <p14:creationId xmlns:p14="http://schemas.microsoft.com/office/powerpoint/2010/main" val="23896872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11"/>
                                        </p:tgtEl>
                                      </p:cBhvr>
                                    </p:animEffect>
                                    <p:set>
                                      <p:cBhvr>
                                        <p:cTn id="17"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978B23C-BEFC-4BD9-FEAD-69954FB28E77}"/>
              </a:ext>
            </a:extLst>
          </p:cNvPr>
          <p:cNvSpPr>
            <a:spLocks noGrp="1"/>
          </p:cNvSpPr>
          <p:nvPr>
            <p:ph type="body" sz="quarter" idx="10"/>
          </p:nvPr>
        </p:nvSpPr>
        <p:spPr/>
        <p:txBody>
          <a:bodyPr/>
          <a:lstStyle/>
          <a:p>
            <a:r>
              <a:rPr lang="en-US" sz="4000" dirty="0"/>
              <a:t>At </a:t>
            </a:r>
            <a:r>
              <a:rPr lang="en-US" sz="4000" b="1" dirty="0"/>
              <a:t>9 Second Insurance</a:t>
            </a:r>
            <a:r>
              <a:rPr lang="en-US" sz="4000" dirty="0"/>
              <a:t>, we want a custom UI portal that the </a:t>
            </a:r>
            <a:r>
              <a:rPr lang="en-US" sz="4000" b="1" dirty="0">
                <a:solidFill>
                  <a:srgbClr val="13EAC1"/>
                </a:solidFill>
              </a:rPr>
              <a:t>Claims Team</a:t>
            </a:r>
            <a:r>
              <a:rPr lang="en-US" sz="4000" dirty="0"/>
              <a:t> may use to assist customers in filing a claim.</a:t>
            </a:r>
          </a:p>
          <a:p>
            <a:endParaRPr lang="en-US" sz="4000" dirty="0"/>
          </a:p>
          <a:p>
            <a:r>
              <a:rPr lang="en-US" sz="4000" dirty="0"/>
              <a:t>It should promote our </a:t>
            </a:r>
            <a:r>
              <a:rPr lang="en-US" sz="4000" dirty="0">
                <a:solidFill>
                  <a:srgbClr val="13EAC1"/>
                </a:solidFill>
              </a:rPr>
              <a:t>branding</a:t>
            </a:r>
            <a:r>
              <a:rPr lang="en-US" sz="4000" dirty="0"/>
              <a:t> and allow Claims Team members </a:t>
            </a:r>
            <a:r>
              <a:rPr lang="en-US" sz="4000" dirty="0">
                <a:solidFill>
                  <a:srgbClr val="13EAC1"/>
                </a:solidFill>
              </a:rPr>
              <a:t>access to claims processes</a:t>
            </a:r>
            <a:r>
              <a:rPr lang="en-US" sz="4000" b="1" dirty="0"/>
              <a:t>.</a:t>
            </a:r>
            <a:endParaRPr lang="en-US" sz="4000" dirty="0"/>
          </a:p>
        </p:txBody>
      </p:sp>
    </p:spTree>
    <p:extLst>
      <p:ext uri="{BB962C8B-B14F-4D97-AF65-F5344CB8AC3E}">
        <p14:creationId xmlns:p14="http://schemas.microsoft.com/office/powerpoint/2010/main" val="132039566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6AC0A-44F3-EA2D-C823-C038CF4AADC7}"/>
            </a:ext>
          </a:extLst>
        </p:cNvPr>
        <p:cNvGrpSpPr/>
        <p:nvPr/>
      </p:nvGrpSpPr>
      <p:grpSpPr>
        <a:xfrm>
          <a:off x="0" y="0"/>
          <a:ext cx="0" cy="0"/>
          <a:chOff x="0" y="0"/>
          <a:chExt cx="0" cy="0"/>
        </a:xfrm>
      </p:grpSpPr>
      <p:pic>
        <p:nvPicPr>
          <p:cNvPr id="4" name="Picture 3" descr="Laptop on table">
            <a:extLst>
              <a:ext uri="{FF2B5EF4-FFF2-40B4-BE49-F238E27FC236}">
                <a16:creationId xmlns:a16="http://schemas.microsoft.com/office/drawing/2014/main" id="{9ACDC8D2-418F-4BE9-0FAF-CF5876C6C8A1}"/>
              </a:ext>
            </a:extLst>
          </p:cNvPr>
          <p:cNvPicPr>
            <a:picLocks noChangeAspect="1"/>
          </p:cNvPicPr>
          <p:nvPr/>
        </p:nvPicPr>
        <p:blipFill rotWithShape="1">
          <a:blip r:embed="rId3"/>
          <a:srcRect t="8167" b="17328"/>
          <a:stretch>
            <a:fillRect/>
          </a:stretch>
        </p:blipFill>
        <p:spPr>
          <a:xfrm>
            <a:off x="20" y="10"/>
            <a:ext cx="12191980" cy="6063331"/>
          </a:xfrm>
          <a:prstGeom prst="rect">
            <a:avLst/>
          </a:prstGeom>
          <a:noFill/>
        </p:spPr>
      </p:pic>
      <p:sp>
        <p:nvSpPr>
          <p:cNvPr id="3" name="Text Placeholder 2">
            <a:extLst>
              <a:ext uri="{FF2B5EF4-FFF2-40B4-BE49-F238E27FC236}">
                <a16:creationId xmlns:a16="http://schemas.microsoft.com/office/drawing/2014/main" id="{2B604282-D2DB-1855-C3E5-9D3F8F487DD8}"/>
              </a:ext>
            </a:extLst>
          </p:cNvPr>
          <p:cNvSpPr>
            <a:spLocks noGrp="1"/>
          </p:cNvSpPr>
          <p:nvPr>
            <p:ph type="body" sz="quarter" idx="11"/>
          </p:nvPr>
        </p:nvSpPr>
        <p:spPr/>
        <p:txBody>
          <a:bodyPr/>
          <a:lstStyle/>
          <a:p>
            <a:r>
              <a:rPr lang="en-US" dirty="0"/>
              <a:t>Content Innovation Cloud Custom UI Hands-On Demo</a:t>
            </a:r>
          </a:p>
        </p:txBody>
      </p:sp>
    </p:spTree>
    <p:extLst>
      <p:ext uri="{BB962C8B-B14F-4D97-AF65-F5344CB8AC3E}">
        <p14:creationId xmlns:p14="http://schemas.microsoft.com/office/powerpoint/2010/main" val="206914617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49E818A4-6EFE-402F-9A4B-C4BC93FADBAC}"/>
              </a:ext>
            </a:extLst>
          </p:cNvPr>
          <p:cNvSpPr>
            <a:spLocks noGrp="1"/>
          </p:cNvSpPr>
          <p:nvPr>
            <p:ph type="title"/>
          </p:nvPr>
        </p:nvSpPr>
        <p:spPr>
          <a:xfrm>
            <a:off x="476655" y="20354"/>
            <a:ext cx="11235446" cy="957837"/>
          </a:xfrm>
        </p:spPr>
        <p:txBody>
          <a:bodyPr/>
          <a:lstStyle/>
          <a:p>
            <a:r>
              <a:rPr lang="en-US" dirty="0"/>
              <a:t>Virtual Machines</a:t>
            </a:r>
          </a:p>
        </p:txBody>
      </p:sp>
      <p:graphicFrame>
        <p:nvGraphicFramePr>
          <p:cNvPr id="10" name="Table 9">
            <a:extLst>
              <a:ext uri="{FF2B5EF4-FFF2-40B4-BE49-F238E27FC236}">
                <a16:creationId xmlns:a16="http://schemas.microsoft.com/office/drawing/2014/main" id="{E76E3A50-3BA0-1956-B8DB-543083108CD5}"/>
              </a:ext>
            </a:extLst>
          </p:cNvPr>
          <p:cNvGraphicFramePr>
            <a:graphicFrameLocks noGrp="1"/>
          </p:cNvGraphicFramePr>
          <p:nvPr>
            <p:extLst>
              <p:ext uri="{D42A27DB-BD31-4B8C-83A1-F6EECF244321}">
                <p14:modId xmlns:p14="http://schemas.microsoft.com/office/powerpoint/2010/main" val="215407580"/>
              </p:ext>
            </p:extLst>
          </p:nvPr>
        </p:nvGraphicFramePr>
        <p:xfrm>
          <a:off x="279879" y="1213728"/>
          <a:ext cx="2766160" cy="5070624"/>
        </p:xfrm>
        <a:graphic>
          <a:graphicData uri="http://schemas.openxmlformats.org/drawingml/2006/table">
            <a:tbl>
              <a:tblPr firstRow="1" bandRow="1">
                <a:tableStyleId>{E8B1032C-EA38-4F05-BA0D-38AFFFC7BED3}</a:tableStyleId>
              </a:tblPr>
              <a:tblGrid>
                <a:gridCol w="1383080">
                  <a:extLst>
                    <a:ext uri="{9D8B030D-6E8A-4147-A177-3AD203B41FA5}">
                      <a16:colId xmlns:a16="http://schemas.microsoft.com/office/drawing/2014/main" val="2896496626"/>
                    </a:ext>
                  </a:extLst>
                </a:gridCol>
                <a:gridCol w="1383080">
                  <a:extLst>
                    <a:ext uri="{9D8B030D-6E8A-4147-A177-3AD203B41FA5}">
                      <a16:colId xmlns:a16="http://schemas.microsoft.com/office/drawing/2014/main" val="276539147"/>
                    </a:ext>
                  </a:extLst>
                </a:gridCol>
              </a:tblGrid>
              <a:tr h="553818">
                <a:tc>
                  <a:txBody>
                    <a:bodyPr/>
                    <a:lstStyle/>
                    <a:p>
                      <a:pPr algn="ctr"/>
                      <a:r>
                        <a:rPr lang="en-US" dirty="0"/>
                        <a:t>USER</a:t>
                      </a:r>
                    </a:p>
                  </a:txBody>
                  <a:tcPr anchor="ctr"/>
                </a:tc>
                <a:tc>
                  <a:txBody>
                    <a:bodyPr/>
                    <a:lstStyle/>
                    <a:p>
                      <a:pPr algn="ctr"/>
                      <a:r>
                        <a:rPr lang="en-US" dirty="0"/>
                        <a:t>Virtual Machine</a:t>
                      </a:r>
                    </a:p>
                  </a:txBody>
                  <a:tcPr anchor="ctr"/>
                </a:tc>
                <a:extLst>
                  <a:ext uri="{0D108BD9-81ED-4DB2-BD59-A6C34878D82A}">
                    <a16:rowId xmlns:a16="http://schemas.microsoft.com/office/drawing/2014/main" val="1916525874"/>
                  </a:ext>
                </a:extLst>
              </a:tr>
              <a:tr h="553818">
                <a:tc>
                  <a:txBody>
                    <a:bodyPr/>
                    <a:lstStyle/>
                    <a:p>
                      <a:pPr algn="l" fontAlgn="b">
                        <a:buNone/>
                      </a:pPr>
                      <a:r>
                        <a:rPr lang="en-US" sz="1200" b="0" i="0" u="none" strike="noStrike">
                          <a:solidFill>
                            <a:schemeClr val="tx1"/>
                          </a:solidFill>
                          <a:effectLst/>
                          <a:latin typeface="Calibri" panose="020F0502020204030204" pitchFamily="34" charset="0"/>
                        </a:rPr>
                        <a:t>Akshitha Koppaka</a:t>
                      </a:r>
                    </a:p>
                  </a:txBody>
                  <a:tcPr marL="9525" marR="9525" marT="9525" marB="0" anchor="b"/>
                </a:tc>
                <a:tc>
                  <a:txBody>
                    <a:bodyPr/>
                    <a:lstStyle/>
                    <a:p>
                      <a:r>
                        <a:rPr lang="en-US" dirty="0"/>
                        <a:t>TrainBVM01</a:t>
                      </a:r>
                    </a:p>
                  </a:txBody>
                  <a:tcPr anchor="ctr"/>
                </a:tc>
                <a:extLst>
                  <a:ext uri="{0D108BD9-81ED-4DB2-BD59-A6C34878D82A}">
                    <a16:rowId xmlns:a16="http://schemas.microsoft.com/office/drawing/2014/main" val="1762580309"/>
                  </a:ext>
                </a:extLst>
              </a:tr>
              <a:tr h="553818">
                <a:tc>
                  <a:txBody>
                    <a:bodyPr/>
                    <a:lstStyle/>
                    <a:p>
                      <a:pPr algn="l" fontAlgn="b">
                        <a:buNone/>
                      </a:pPr>
                      <a:r>
                        <a:rPr lang="en-US" sz="1200" b="0" i="0" u="none" strike="noStrike">
                          <a:solidFill>
                            <a:schemeClr val="tx1"/>
                          </a:solidFill>
                          <a:effectLst/>
                          <a:latin typeface="Calibri" panose="020F0502020204030204" pitchFamily="34" charset="0"/>
                        </a:rPr>
                        <a:t>Alyssa Adcock</a:t>
                      </a:r>
                    </a:p>
                  </a:txBody>
                  <a:tcPr marL="9525" marR="9525" marT="9525" marB="0" anchor="b"/>
                </a:tc>
                <a:tc>
                  <a:txBody>
                    <a:bodyPr/>
                    <a:lstStyle/>
                    <a:p>
                      <a:r>
                        <a:rPr lang="en-US" dirty="0"/>
                        <a:t>TrainBVM02</a:t>
                      </a:r>
                    </a:p>
                  </a:txBody>
                  <a:tcPr anchor="ctr"/>
                </a:tc>
                <a:extLst>
                  <a:ext uri="{0D108BD9-81ED-4DB2-BD59-A6C34878D82A}">
                    <a16:rowId xmlns:a16="http://schemas.microsoft.com/office/drawing/2014/main" val="3748182577"/>
                  </a:ext>
                </a:extLst>
              </a:tr>
              <a:tr h="553818">
                <a:tc>
                  <a:txBody>
                    <a:bodyPr/>
                    <a:lstStyle/>
                    <a:p>
                      <a:pPr algn="l" fontAlgn="b">
                        <a:buNone/>
                      </a:pPr>
                      <a:r>
                        <a:rPr lang="en-US" sz="1200" b="0" i="0" u="none" strike="noStrike">
                          <a:solidFill>
                            <a:schemeClr val="tx1"/>
                          </a:solidFill>
                          <a:effectLst/>
                          <a:latin typeface="Calibri" panose="020F0502020204030204" pitchFamily="34" charset="0"/>
                        </a:rPr>
                        <a:t>Bhavya Shah</a:t>
                      </a:r>
                    </a:p>
                  </a:txBody>
                  <a:tcPr marL="9525" marR="9525" marT="9525" marB="0" anchor="b"/>
                </a:tc>
                <a:tc>
                  <a:txBody>
                    <a:bodyPr/>
                    <a:lstStyle/>
                    <a:p>
                      <a:r>
                        <a:rPr lang="en-US" dirty="0"/>
                        <a:t>TrainBVM03</a:t>
                      </a:r>
                    </a:p>
                  </a:txBody>
                  <a:tcPr anchor="ctr"/>
                </a:tc>
                <a:extLst>
                  <a:ext uri="{0D108BD9-81ED-4DB2-BD59-A6C34878D82A}">
                    <a16:rowId xmlns:a16="http://schemas.microsoft.com/office/drawing/2014/main" val="1589997379"/>
                  </a:ext>
                </a:extLst>
              </a:tr>
              <a:tr h="553818">
                <a:tc>
                  <a:txBody>
                    <a:bodyPr/>
                    <a:lstStyle/>
                    <a:p>
                      <a:pPr algn="l" fontAlgn="b">
                        <a:buNone/>
                      </a:pPr>
                      <a:r>
                        <a:rPr lang="en-US" sz="1200" b="0" i="0" u="none" strike="noStrike">
                          <a:solidFill>
                            <a:schemeClr val="tx1"/>
                          </a:solidFill>
                          <a:effectLst/>
                          <a:latin typeface="Calibri" panose="020F0502020204030204" pitchFamily="34" charset="0"/>
                        </a:rPr>
                        <a:t>Binyam Taddesse</a:t>
                      </a:r>
                    </a:p>
                  </a:txBody>
                  <a:tcPr marL="9525" marR="9525" marT="9525" marB="0" anchor="b"/>
                </a:tc>
                <a:tc>
                  <a:txBody>
                    <a:bodyPr/>
                    <a:lstStyle/>
                    <a:p>
                      <a:r>
                        <a:rPr lang="en-US" dirty="0"/>
                        <a:t>TrainBVM04</a:t>
                      </a:r>
                    </a:p>
                  </a:txBody>
                  <a:tcPr anchor="ctr"/>
                </a:tc>
                <a:extLst>
                  <a:ext uri="{0D108BD9-81ED-4DB2-BD59-A6C34878D82A}">
                    <a16:rowId xmlns:a16="http://schemas.microsoft.com/office/drawing/2014/main" val="3166666272"/>
                  </a:ext>
                </a:extLst>
              </a:tr>
              <a:tr h="553818">
                <a:tc>
                  <a:txBody>
                    <a:bodyPr/>
                    <a:lstStyle/>
                    <a:p>
                      <a:pPr algn="l" fontAlgn="b">
                        <a:buNone/>
                      </a:pPr>
                      <a:r>
                        <a:rPr lang="en-US" sz="1200" b="0" i="0" u="none" strike="noStrike">
                          <a:solidFill>
                            <a:schemeClr val="tx1"/>
                          </a:solidFill>
                          <a:effectLst/>
                          <a:latin typeface="Calibri" panose="020F0502020204030204" pitchFamily="34" charset="0"/>
                        </a:rPr>
                        <a:t>Dan Jordan</a:t>
                      </a:r>
                    </a:p>
                  </a:txBody>
                  <a:tcPr marL="9525" marR="9525" marT="9525" marB="0" anchor="b"/>
                </a:tc>
                <a:tc>
                  <a:txBody>
                    <a:bodyPr/>
                    <a:lstStyle/>
                    <a:p>
                      <a:r>
                        <a:rPr lang="en-US" dirty="0"/>
                        <a:t>TrainBVM05</a:t>
                      </a:r>
                    </a:p>
                  </a:txBody>
                  <a:tcPr anchor="ctr"/>
                </a:tc>
                <a:extLst>
                  <a:ext uri="{0D108BD9-81ED-4DB2-BD59-A6C34878D82A}">
                    <a16:rowId xmlns:a16="http://schemas.microsoft.com/office/drawing/2014/main" val="3715236710"/>
                  </a:ext>
                </a:extLst>
              </a:tr>
              <a:tr h="553818">
                <a:tc>
                  <a:txBody>
                    <a:bodyPr/>
                    <a:lstStyle/>
                    <a:p>
                      <a:pPr algn="l" fontAlgn="b">
                        <a:buNone/>
                      </a:pPr>
                      <a:r>
                        <a:rPr lang="en-US" sz="1200" b="0" i="0" u="none" strike="noStrike">
                          <a:solidFill>
                            <a:schemeClr val="tx1"/>
                          </a:solidFill>
                          <a:effectLst/>
                          <a:latin typeface="Calibri" panose="020F0502020204030204" pitchFamily="34" charset="0"/>
                        </a:rPr>
                        <a:t>Fraser Hewson</a:t>
                      </a:r>
                    </a:p>
                  </a:txBody>
                  <a:tcPr marL="9525" marR="9525" marT="9525" marB="0" anchor="b"/>
                </a:tc>
                <a:tc>
                  <a:txBody>
                    <a:bodyPr/>
                    <a:lstStyle/>
                    <a:p>
                      <a:r>
                        <a:rPr lang="en-US" dirty="0"/>
                        <a:t>TrainBVM06</a:t>
                      </a:r>
                    </a:p>
                  </a:txBody>
                  <a:tcPr anchor="ctr"/>
                </a:tc>
                <a:extLst>
                  <a:ext uri="{0D108BD9-81ED-4DB2-BD59-A6C34878D82A}">
                    <a16:rowId xmlns:a16="http://schemas.microsoft.com/office/drawing/2014/main" val="645522630"/>
                  </a:ext>
                </a:extLst>
              </a:tr>
              <a:tr h="553818">
                <a:tc>
                  <a:txBody>
                    <a:bodyPr/>
                    <a:lstStyle/>
                    <a:p>
                      <a:pPr algn="l" fontAlgn="b">
                        <a:buNone/>
                      </a:pPr>
                      <a:r>
                        <a:rPr lang="en-US" sz="1200" b="0" i="0" u="none" strike="noStrike">
                          <a:solidFill>
                            <a:schemeClr val="tx1"/>
                          </a:solidFill>
                          <a:effectLst/>
                          <a:latin typeface="Calibri" panose="020F0502020204030204" pitchFamily="34" charset="0"/>
                        </a:rPr>
                        <a:t>Gary Tidd</a:t>
                      </a:r>
                    </a:p>
                  </a:txBody>
                  <a:tcPr marL="9525" marR="9525" marT="9525" marB="0" anchor="b"/>
                </a:tc>
                <a:tc>
                  <a:txBody>
                    <a:bodyPr/>
                    <a:lstStyle/>
                    <a:p>
                      <a:r>
                        <a:rPr lang="en-US" dirty="0"/>
                        <a:t>TrainBVM07</a:t>
                      </a:r>
                    </a:p>
                  </a:txBody>
                  <a:tcPr anchor="ctr"/>
                </a:tc>
                <a:extLst>
                  <a:ext uri="{0D108BD9-81ED-4DB2-BD59-A6C34878D82A}">
                    <a16:rowId xmlns:a16="http://schemas.microsoft.com/office/drawing/2014/main" val="3564126983"/>
                  </a:ext>
                </a:extLst>
              </a:tr>
              <a:tr h="553818">
                <a:tc>
                  <a:txBody>
                    <a:bodyPr/>
                    <a:lstStyle/>
                    <a:p>
                      <a:pPr algn="l" fontAlgn="b">
                        <a:buNone/>
                      </a:pPr>
                      <a:r>
                        <a:rPr lang="en-US" sz="1200" b="0" i="0" u="none" strike="noStrike" dirty="0">
                          <a:solidFill>
                            <a:schemeClr val="tx1"/>
                          </a:solidFill>
                          <a:effectLst/>
                          <a:latin typeface="Calibri" panose="020F0502020204030204" pitchFamily="34" charset="0"/>
                        </a:rPr>
                        <a:t>Giancarlo Montesano</a:t>
                      </a:r>
                    </a:p>
                  </a:txBody>
                  <a:tcPr marL="9525" marR="9525" marT="9525" marB="0" anchor="b"/>
                </a:tc>
                <a:tc>
                  <a:txBody>
                    <a:bodyPr/>
                    <a:lstStyle/>
                    <a:p>
                      <a:r>
                        <a:rPr lang="en-US" dirty="0"/>
                        <a:t>TrainBVM08</a:t>
                      </a:r>
                    </a:p>
                  </a:txBody>
                  <a:tcPr anchor="ctr"/>
                </a:tc>
                <a:extLst>
                  <a:ext uri="{0D108BD9-81ED-4DB2-BD59-A6C34878D82A}">
                    <a16:rowId xmlns:a16="http://schemas.microsoft.com/office/drawing/2014/main" val="3290393265"/>
                  </a:ext>
                </a:extLst>
              </a:tr>
            </a:tbl>
          </a:graphicData>
        </a:graphic>
      </p:graphicFrame>
      <p:sp>
        <p:nvSpPr>
          <p:cNvPr id="11" name="Parallelogram 10">
            <a:extLst>
              <a:ext uri="{FF2B5EF4-FFF2-40B4-BE49-F238E27FC236}">
                <a16:creationId xmlns:a16="http://schemas.microsoft.com/office/drawing/2014/main" id="{448EF597-5015-32E1-A1E4-368C57AB9139}"/>
              </a:ext>
            </a:extLst>
          </p:cNvPr>
          <p:cNvSpPr/>
          <p:nvPr/>
        </p:nvSpPr>
        <p:spPr>
          <a:xfrm>
            <a:off x="-289367" y="446191"/>
            <a:ext cx="6143901" cy="601883"/>
          </a:xfrm>
          <a:prstGeom prst="parallelogram">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0000"/>
              </a:lnSpc>
              <a:spcBef>
                <a:spcPts val="600"/>
              </a:spcBef>
            </a:pPr>
            <a:r>
              <a:rPr lang="en-US" dirty="0">
                <a:solidFill>
                  <a:schemeClr val="bg1">
                    <a:lumMod val="85000"/>
                    <a:lumOff val="15000"/>
                  </a:schemeClr>
                </a:solidFill>
                <a:hlinkClick r:id="rId3" tooltip="https://onbaselabs.onbase.com/tenant/training/applications/vms">
                  <a:extLst>
                    <a:ext uri="{A12FA001-AC4F-418D-AE19-62706E023703}">
                      <ahyp:hlinkClr xmlns:ahyp="http://schemas.microsoft.com/office/drawing/2018/hyperlinkcolor" val="tx"/>
                    </a:ext>
                  </a:extLst>
                </a:hlinkClick>
              </a:rPr>
              <a:t>https://onbaselabs.onbase.com/tenant/Training/applications/vms</a:t>
            </a:r>
            <a:endParaRPr lang="en-US" dirty="0">
              <a:solidFill>
                <a:schemeClr val="bg1">
                  <a:lumMod val="85000"/>
                  <a:lumOff val="15000"/>
                </a:schemeClr>
              </a:solidFill>
            </a:endParaRPr>
          </a:p>
        </p:txBody>
      </p:sp>
      <p:sp>
        <p:nvSpPr>
          <p:cNvPr id="12" name="Parallelogram 11">
            <a:extLst>
              <a:ext uri="{FF2B5EF4-FFF2-40B4-BE49-F238E27FC236}">
                <a16:creationId xmlns:a16="http://schemas.microsoft.com/office/drawing/2014/main" id="{588D908D-0A67-800E-8DC5-00A6C54D86C9}"/>
              </a:ext>
            </a:extLst>
          </p:cNvPr>
          <p:cNvSpPr/>
          <p:nvPr/>
        </p:nvSpPr>
        <p:spPr>
          <a:xfrm>
            <a:off x="6096000" y="446190"/>
            <a:ext cx="6598722" cy="601883"/>
          </a:xfrm>
          <a:prstGeom prst="parallelogram">
            <a:avLst/>
          </a:prstGeom>
          <a:solidFill>
            <a:srgbClr val="6E3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0000"/>
              </a:lnSpc>
              <a:spcBef>
                <a:spcPts val="600"/>
              </a:spcBef>
            </a:pPr>
            <a:r>
              <a:rPr lang="en-US" dirty="0">
                <a:solidFill>
                  <a:schemeClr val="tx1">
                    <a:lumMod val="85000"/>
                  </a:schemeClr>
                </a:solidFill>
              </a:rPr>
              <a:t>Username: </a:t>
            </a:r>
            <a:r>
              <a:rPr lang="en-US" dirty="0" err="1">
                <a:solidFill>
                  <a:schemeClr val="tx1"/>
                </a:solidFill>
              </a:rPr>
              <a:t>trainx</a:t>
            </a:r>
            <a:r>
              <a:rPr lang="en-US" dirty="0">
                <a:solidFill>
                  <a:schemeClr val="tx1">
                    <a:lumMod val="85000"/>
                  </a:schemeClr>
                </a:solidFill>
              </a:rPr>
              <a:t>	Password: </a:t>
            </a:r>
            <a:r>
              <a:rPr lang="en-US" dirty="0"/>
              <a:t>Learning@Hyland2022!</a:t>
            </a:r>
            <a:endParaRPr lang="en-US" dirty="0">
              <a:solidFill>
                <a:schemeClr val="tx1">
                  <a:lumMod val="85000"/>
                </a:schemeClr>
              </a:solidFill>
            </a:endParaRPr>
          </a:p>
        </p:txBody>
      </p:sp>
      <p:graphicFrame>
        <p:nvGraphicFramePr>
          <p:cNvPr id="3" name="Table 2">
            <a:extLst>
              <a:ext uri="{FF2B5EF4-FFF2-40B4-BE49-F238E27FC236}">
                <a16:creationId xmlns:a16="http://schemas.microsoft.com/office/drawing/2014/main" id="{00A7F158-A461-7ABD-CCEA-4DACA16695C9}"/>
              </a:ext>
            </a:extLst>
          </p:cNvPr>
          <p:cNvGraphicFramePr>
            <a:graphicFrameLocks noGrp="1"/>
          </p:cNvGraphicFramePr>
          <p:nvPr>
            <p:extLst>
              <p:ext uri="{D42A27DB-BD31-4B8C-83A1-F6EECF244321}">
                <p14:modId xmlns:p14="http://schemas.microsoft.com/office/powerpoint/2010/main" val="3484647902"/>
              </p:ext>
            </p:extLst>
          </p:nvPr>
        </p:nvGraphicFramePr>
        <p:xfrm>
          <a:off x="3265926" y="1213728"/>
          <a:ext cx="2766160" cy="5070624"/>
        </p:xfrm>
        <a:graphic>
          <a:graphicData uri="http://schemas.openxmlformats.org/drawingml/2006/table">
            <a:tbl>
              <a:tblPr firstRow="1" bandRow="1">
                <a:tableStyleId>{E8B1032C-EA38-4F05-BA0D-38AFFFC7BED3}</a:tableStyleId>
              </a:tblPr>
              <a:tblGrid>
                <a:gridCol w="1383080">
                  <a:extLst>
                    <a:ext uri="{9D8B030D-6E8A-4147-A177-3AD203B41FA5}">
                      <a16:colId xmlns:a16="http://schemas.microsoft.com/office/drawing/2014/main" val="2896496626"/>
                    </a:ext>
                  </a:extLst>
                </a:gridCol>
                <a:gridCol w="1383080">
                  <a:extLst>
                    <a:ext uri="{9D8B030D-6E8A-4147-A177-3AD203B41FA5}">
                      <a16:colId xmlns:a16="http://schemas.microsoft.com/office/drawing/2014/main" val="276539147"/>
                    </a:ext>
                  </a:extLst>
                </a:gridCol>
              </a:tblGrid>
              <a:tr h="553818">
                <a:tc>
                  <a:txBody>
                    <a:bodyPr/>
                    <a:lstStyle/>
                    <a:p>
                      <a:pPr algn="ctr"/>
                      <a:r>
                        <a:rPr lang="en-US" dirty="0"/>
                        <a:t>USER</a:t>
                      </a:r>
                    </a:p>
                  </a:txBody>
                  <a:tcPr anchor="ctr"/>
                </a:tc>
                <a:tc>
                  <a:txBody>
                    <a:bodyPr/>
                    <a:lstStyle/>
                    <a:p>
                      <a:pPr algn="ctr"/>
                      <a:r>
                        <a:rPr lang="en-US" dirty="0"/>
                        <a:t>Virtual Machine</a:t>
                      </a:r>
                    </a:p>
                  </a:txBody>
                  <a:tcPr anchor="ctr"/>
                </a:tc>
                <a:extLst>
                  <a:ext uri="{0D108BD9-81ED-4DB2-BD59-A6C34878D82A}">
                    <a16:rowId xmlns:a16="http://schemas.microsoft.com/office/drawing/2014/main" val="1916525874"/>
                  </a:ext>
                </a:extLst>
              </a:tr>
              <a:tr h="553818">
                <a:tc>
                  <a:txBody>
                    <a:bodyPr/>
                    <a:lstStyle/>
                    <a:p>
                      <a:pPr algn="l" fontAlgn="b">
                        <a:buNone/>
                      </a:pPr>
                      <a:r>
                        <a:rPr lang="en-US" sz="1200" b="0" i="0" u="none" strike="noStrike">
                          <a:solidFill>
                            <a:schemeClr val="tx1"/>
                          </a:solidFill>
                          <a:effectLst/>
                          <a:latin typeface="Calibri" panose="020F0502020204030204" pitchFamily="34" charset="0"/>
                        </a:rPr>
                        <a:t>Guilherme Ribeiro</a:t>
                      </a:r>
                    </a:p>
                  </a:txBody>
                  <a:tcPr marL="9525" marR="9525" marT="9525" marB="0" anchor="b"/>
                </a:tc>
                <a:tc>
                  <a:txBody>
                    <a:bodyPr/>
                    <a:lstStyle/>
                    <a:p>
                      <a:r>
                        <a:rPr lang="en-US" dirty="0"/>
                        <a:t>TrainBVM09</a:t>
                      </a:r>
                    </a:p>
                  </a:txBody>
                  <a:tcPr anchor="ctr"/>
                </a:tc>
                <a:extLst>
                  <a:ext uri="{0D108BD9-81ED-4DB2-BD59-A6C34878D82A}">
                    <a16:rowId xmlns:a16="http://schemas.microsoft.com/office/drawing/2014/main" val="1762580309"/>
                  </a:ext>
                </a:extLst>
              </a:tr>
              <a:tr h="553818">
                <a:tc>
                  <a:txBody>
                    <a:bodyPr/>
                    <a:lstStyle/>
                    <a:p>
                      <a:pPr algn="l" fontAlgn="b">
                        <a:buNone/>
                      </a:pPr>
                      <a:r>
                        <a:rPr lang="en-US" sz="1200" b="0" i="0" u="none" strike="noStrike">
                          <a:solidFill>
                            <a:schemeClr val="tx1"/>
                          </a:solidFill>
                          <a:effectLst/>
                          <a:latin typeface="Calibri" panose="020F0502020204030204" pitchFamily="34" charset="0"/>
                        </a:rPr>
                        <a:t>Jared Gibson</a:t>
                      </a:r>
                    </a:p>
                  </a:txBody>
                  <a:tcPr marL="9525" marR="9525" marT="9525" marB="0" anchor="b"/>
                </a:tc>
                <a:tc>
                  <a:txBody>
                    <a:bodyPr/>
                    <a:lstStyle/>
                    <a:p>
                      <a:r>
                        <a:rPr lang="en-US" dirty="0"/>
                        <a:t>TrainBVM10</a:t>
                      </a:r>
                    </a:p>
                  </a:txBody>
                  <a:tcPr anchor="ctr"/>
                </a:tc>
                <a:extLst>
                  <a:ext uri="{0D108BD9-81ED-4DB2-BD59-A6C34878D82A}">
                    <a16:rowId xmlns:a16="http://schemas.microsoft.com/office/drawing/2014/main" val="3748182577"/>
                  </a:ext>
                </a:extLst>
              </a:tr>
              <a:tr h="553818">
                <a:tc>
                  <a:txBody>
                    <a:bodyPr/>
                    <a:lstStyle/>
                    <a:p>
                      <a:pPr algn="l" fontAlgn="b">
                        <a:buNone/>
                      </a:pPr>
                      <a:r>
                        <a:rPr lang="en-US" sz="1200" b="0" i="0" u="none" strike="noStrike">
                          <a:solidFill>
                            <a:schemeClr val="tx1"/>
                          </a:solidFill>
                          <a:effectLst/>
                          <a:latin typeface="Calibri" panose="020F0502020204030204" pitchFamily="34" charset="0"/>
                        </a:rPr>
                        <a:t>Jeff Vinca</a:t>
                      </a:r>
                    </a:p>
                  </a:txBody>
                  <a:tcPr marL="9525" marR="9525" marT="9525" marB="0" anchor="b"/>
                </a:tc>
                <a:tc>
                  <a:txBody>
                    <a:bodyPr/>
                    <a:lstStyle/>
                    <a:p>
                      <a:r>
                        <a:rPr lang="en-US" dirty="0"/>
                        <a:t>TrainBVM11</a:t>
                      </a:r>
                    </a:p>
                  </a:txBody>
                  <a:tcPr anchor="ctr"/>
                </a:tc>
                <a:extLst>
                  <a:ext uri="{0D108BD9-81ED-4DB2-BD59-A6C34878D82A}">
                    <a16:rowId xmlns:a16="http://schemas.microsoft.com/office/drawing/2014/main" val="1589997379"/>
                  </a:ext>
                </a:extLst>
              </a:tr>
              <a:tr h="553818">
                <a:tc>
                  <a:txBody>
                    <a:bodyPr/>
                    <a:lstStyle/>
                    <a:p>
                      <a:pPr algn="l" fontAlgn="b">
                        <a:buNone/>
                      </a:pPr>
                      <a:r>
                        <a:rPr lang="en-US" sz="1200" b="0" i="0" u="none" strike="noStrike">
                          <a:solidFill>
                            <a:schemeClr val="tx1"/>
                          </a:solidFill>
                          <a:effectLst/>
                          <a:latin typeface="Calibri" panose="020F0502020204030204" pitchFamily="34" charset="0"/>
                        </a:rPr>
                        <a:t>Joshua Puskarich</a:t>
                      </a:r>
                    </a:p>
                  </a:txBody>
                  <a:tcPr marL="9525" marR="9525" marT="9525" marB="0" anchor="b"/>
                </a:tc>
                <a:tc>
                  <a:txBody>
                    <a:bodyPr/>
                    <a:lstStyle/>
                    <a:p>
                      <a:r>
                        <a:rPr lang="en-US" dirty="0"/>
                        <a:t>TrainBVM12</a:t>
                      </a:r>
                    </a:p>
                  </a:txBody>
                  <a:tcPr anchor="ctr"/>
                </a:tc>
                <a:extLst>
                  <a:ext uri="{0D108BD9-81ED-4DB2-BD59-A6C34878D82A}">
                    <a16:rowId xmlns:a16="http://schemas.microsoft.com/office/drawing/2014/main" val="3166666272"/>
                  </a:ext>
                </a:extLst>
              </a:tr>
              <a:tr h="553818">
                <a:tc>
                  <a:txBody>
                    <a:bodyPr/>
                    <a:lstStyle/>
                    <a:p>
                      <a:pPr algn="l" fontAlgn="b">
                        <a:buNone/>
                      </a:pPr>
                      <a:r>
                        <a:rPr lang="en-US" sz="1200" b="0" i="0" u="none" strike="noStrike">
                          <a:solidFill>
                            <a:schemeClr val="tx1"/>
                          </a:solidFill>
                          <a:effectLst/>
                          <a:latin typeface="Calibri" panose="020F0502020204030204" pitchFamily="34" charset="0"/>
                        </a:rPr>
                        <a:t>Joyce Calandro</a:t>
                      </a:r>
                    </a:p>
                  </a:txBody>
                  <a:tcPr marL="9525" marR="9525" marT="9525" marB="0" anchor="b"/>
                </a:tc>
                <a:tc>
                  <a:txBody>
                    <a:bodyPr/>
                    <a:lstStyle/>
                    <a:p>
                      <a:r>
                        <a:rPr lang="en-US" dirty="0"/>
                        <a:t>TrainBVM13</a:t>
                      </a:r>
                    </a:p>
                  </a:txBody>
                  <a:tcPr anchor="ctr"/>
                </a:tc>
                <a:extLst>
                  <a:ext uri="{0D108BD9-81ED-4DB2-BD59-A6C34878D82A}">
                    <a16:rowId xmlns:a16="http://schemas.microsoft.com/office/drawing/2014/main" val="3715236710"/>
                  </a:ext>
                </a:extLst>
              </a:tr>
              <a:tr h="553818">
                <a:tc>
                  <a:txBody>
                    <a:bodyPr/>
                    <a:lstStyle/>
                    <a:p>
                      <a:pPr algn="l" fontAlgn="b">
                        <a:buNone/>
                      </a:pPr>
                      <a:r>
                        <a:rPr lang="en-US" sz="1200" b="0" i="0" u="none" strike="noStrike">
                          <a:solidFill>
                            <a:schemeClr val="tx1"/>
                          </a:solidFill>
                          <a:effectLst/>
                          <a:latin typeface="Calibri" panose="020F0502020204030204" pitchFamily="34" charset="0"/>
                        </a:rPr>
                        <a:t>Keith Krumbine</a:t>
                      </a:r>
                    </a:p>
                  </a:txBody>
                  <a:tcPr marL="9525" marR="9525" marT="9525" marB="0" anchor="b"/>
                </a:tc>
                <a:tc>
                  <a:txBody>
                    <a:bodyPr/>
                    <a:lstStyle/>
                    <a:p>
                      <a:r>
                        <a:rPr lang="en-US" dirty="0"/>
                        <a:t>TrainBVM14</a:t>
                      </a:r>
                    </a:p>
                  </a:txBody>
                  <a:tcPr anchor="ctr"/>
                </a:tc>
                <a:extLst>
                  <a:ext uri="{0D108BD9-81ED-4DB2-BD59-A6C34878D82A}">
                    <a16:rowId xmlns:a16="http://schemas.microsoft.com/office/drawing/2014/main" val="645522630"/>
                  </a:ext>
                </a:extLst>
              </a:tr>
              <a:tr h="553818">
                <a:tc>
                  <a:txBody>
                    <a:bodyPr/>
                    <a:lstStyle/>
                    <a:p>
                      <a:pPr algn="l" fontAlgn="b">
                        <a:buNone/>
                      </a:pPr>
                      <a:r>
                        <a:rPr lang="en-US" sz="1200" b="0" i="0" u="none" strike="noStrike">
                          <a:solidFill>
                            <a:schemeClr val="tx1"/>
                          </a:solidFill>
                          <a:effectLst/>
                          <a:latin typeface="Calibri" panose="020F0502020204030204" pitchFamily="34" charset="0"/>
                        </a:rPr>
                        <a:t>Kevin Poppe</a:t>
                      </a:r>
                    </a:p>
                  </a:txBody>
                  <a:tcPr marL="9525" marR="9525" marT="9525" marB="0" anchor="b"/>
                </a:tc>
                <a:tc>
                  <a:txBody>
                    <a:bodyPr/>
                    <a:lstStyle/>
                    <a:p>
                      <a:r>
                        <a:rPr lang="en-US" dirty="0"/>
                        <a:t>TrainBVM15</a:t>
                      </a:r>
                    </a:p>
                  </a:txBody>
                  <a:tcPr anchor="ctr"/>
                </a:tc>
                <a:extLst>
                  <a:ext uri="{0D108BD9-81ED-4DB2-BD59-A6C34878D82A}">
                    <a16:rowId xmlns:a16="http://schemas.microsoft.com/office/drawing/2014/main" val="3564126983"/>
                  </a:ext>
                </a:extLst>
              </a:tr>
              <a:tr h="553818">
                <a:tc>
                  <a:txBody>
                    <a:bodyPr/>
                    <a:lstStyle/>
                    <a:p>
                      <a:pPr algn="l" fontAlgn="b">
                        <a:buNone/>
                      </a:pPr>
                      <a:r>
                        <a:rPr lang="en-US" sz="1200" b="0" i="0" u="none" strike="noStrike" dirty="0">
                          <a:solidFill>
                            <a:schemeClr val="tx1"/>
                          </a:solidFill>
                          <a:effectLst/>
                          <a:latin typeface="Calibri" panose="020F0502020204030204" pitchFamily="34" charset="0"/>
                        </a:rPr>
                        <a:t>Martin Smolinski</a:t>
                      </a:r>
                    </a:p>
                  </a:txBody>
                  <a:tcPr marL="9525" marR="9525" marT="9525" marB="0" anchor="b"/>
                </a:tc>
                <a:tc>
                  <a:txBody>
                    <a:bodyPr/>
                    <a:lstStyle/>
                    <a:p>
                      <a:r>
                        <a:rPr lang="en-US" dirty="0"/>
                        <a:t>TrainBVM16</a:t>
                      </a:r>
                    </a:p>
                  </a:txBody>
                  <a:tcPr anchor="ctr"/>
                </a:tc>
                <a:extLst>
                  <a:ext uri="{0D108BD9-81ED-4DB2-BD59-A6C34878D82A}">
                    <a16:rowId xmlns:a16="http://schemas.microsoft.com/office/drawing/2014/main" val="2055133062"/>
                  </a:ext>
                </a:extLst>
              </a:tr>
            </a:tbl>
          </a:graphicData>
        </a:graphic>
      </p:graphicFrame>
      <p:graphicFrame>
        <p:nvGraphicFramePr>
          <p:cNvPr id="4" name="Table 3">
            <a:extLst>
              <a:ext uri="{FF2B5EF4-FFF2-40B4-BE49-F238E27FC236}">
                <a16:creationId xmlns:a16="http://schemas.microsoft.com/office/drawing/2014/main" id="{5983439C-384B-10D8-902D-6622DC7BD5C9}"/>
              </a:ext>
            </a:extLst>
          </p:cNvPr>
          <p:cNvGraphicFramePr>
            <a:graphicFrameLocks noGrp="1"/>
          </p:cNvGraphicFramePr>
          <p:nvPr>
            <p:extLst>
              <p:ext uri="{D42A27DB-BD31-4B8C-83A1-F6EECF244321}">
                <p14:modId xmlns:p14="http://schemas.microsoft.com/office/powerpoint/2010/main" val="3366610529"/>
              </p:ext>
            </p:extLst>
          </p:nvPr>
        </p:nvGraphicFramePr>
        <p:xfrm>
          <a:off x="6192788" y="1213728"/>
          <a:ext cx="2766160" cy="5070624"/>
        </p:xfrm>
        <a:graphic>
          <a:graphicData uri="http://schemas.openxmlformats.org/drawingml/2006/table">
            <a:tbl>
              <a:tblPr firstRow="1" bandRow="1">
                <a:tableStyleId>{E8B1032C-EA38-4F05-BA0D-38AFFFC7BED3}</a:tableStyleId>
              </a:tblPr>
              <a:tblGrid>
                <a:gridCol w="1388226">
                  <a:extLst>
                    <a:ext uri="{9D8B030D-6E8A-4147-A177-3AD203B41FA5}">
                      <a16:colId xmlns:a16="http://schemas.microsoft.com/office/drawing/2014/main" val="2896496626"/>
                    </a:ext>
                  </a:extLst>
                </a:gridCol>
                <a:gridCol w="1377934">
                  <a:extLst>
                    <a:ext uri="{9D8B030D-6E8A-4147-A177-3AD203B41FA5}">
                      <a16:colId xmlns:a16="http://schemas.microsoft.com/office/drawing/2014/main" val="276539147"/>
                    </a:ext>
                  </a:extLst>
                </a:gridCol>
              </a:tblGrid>
              <a:tr h="553818">
                <a:tc>
                  <a:txBody>
                    <a:bodyPr/>
                    <a:lstStyle/>
                    <a:p>
                      <a:pPr algn="ctr"/>
                      <a:r>
                        <a:rPr lang="en-US" dirty="0"/>
                        <a:t>USER</a:t>
                      </a:r>
                    </a:p>
                  </a:txBody>
                  <a:tcPr anchor="ctr"/>
                </a:tc>
                <a:tc>
                  <a:txBody>
                    <a:bodyPr/>
                    <a:lstStyle/>
                    <a:p>
                      <a:pPr algn="ctr"/>
                      <a:r>
                        <a:rPr lang="en-US" dirty="0"/>
                        <a:t>Virtual Machine</a:t>
                      </a:r>
                    </a:p>
                  </a:txBody>
                  <a:tcPr anchor="ctr"/>
                </a:tc>
                <a:extLst>
                  <a:ext uri="{0D108BD9-81ED-4DB2-BD59-A6C34878D82A}">
                    <a16:rowId xmlns:a16="http://schemas.microsoft.com/office/drawing/2014/main" val="1916525874"/>
                  </a:ext>
                </a:extLst>
              </a:tr>
              <a:tr h="553818">
                <a:tc>
                  <a:txBody>
                    <a:bodyPr/>
                    <a:lstStyle/>
                    <a:p>
                      <a:pPr algn="l" fontAlgn="b">
                        <a:buNone/>
                      </a:pPr>
                      <a:r>
                        <a:rPr lang="en-US" sz="1200" b="0" i="0" u="none" strike="noStrike">
                          <a:solidFill>
                            <a:schemeClr val="tx1"/>
                          </a:solidFill>
                          <a:effectLst/>
                          <a:latin typeface="Calibri" panose="020F0502020204030204" pitchFamily="34" charset="0"/>
                        </a:rPr>
                        <a:t>Mohan Varadharajan</a:t>
                      </a:r>
                    </a:p>
                  </a:txBody>
                  <a:tcPr marL="9525" marR="9525" marT="9525" marB="0" anchor="b"/>
                </a:tc>
                <a:tc>
                  <a:txBody>
                    <a:bodyPr/>
                    <a:lstStyle/>
                    <a:p>
                      <a:r>
                        <a:rPr lang="en-US" dirty="0"/>
                        <a:t>TrainBVM17</a:t>
                      </a:r>
                    </a:p>
                  </a:txBody>
                  <a:tcPr anchor="ctr"/>
                </a:tc>
                <a:extLst>
                  <a:ext uri="{0D108BD9-81ED-4DB2-BD59-A6C34878D82A}">
                    <a16:rowId xmlns:a16="http://schemas.microsoft.com/office/drawing/2014/main" val="1762580309"/>
                  </a:ext>
                </a:extLst>
              </a:tr>
              <a:tr h="553818">
                <a:tc>
                  <a:txBody>
                    <a:bodyPr/>
                    <a:lstStyle/>
                    <a:p>
                      <a:pPr algn="l" fontAlgn="b">
                        <a:buNone/>
                      </a:pPr>
                      <a:r>
                        <a:rPr lang="en-US" sz="1200" b="0" i="0" u="none" strike="noStrike">
                          <a:solidFill>
                            <a:schemeClr val="tx1"/>
                          </a:solidFill>
                          <a:effectLst/>
                          <a:latin typeface="Calibri" panose="020F0502020204030204" pitchFamily="34" charset="0"/>
                        </a:rPr>
                        <a:t>Rachana Sonat Patel</a:t>
                      </a:r>
                    </a:p>
                  </a:txBody>
                  <a:tcPr marL="9525" marR="9525" marT="9525" marB="0" anchor="b"/>
                </a:tc>
                <a:tc>
                  <a:txBody>
                    <a:bodyPr/>
                    <a:lstStyle/>
                    <a:p>
                      <a:r>
                        <a:rPr lang="en-US" dirty="0"/>
                        <a:t>TrainBVM18</a:t>
                      </a:r>
                    </a:p>
                  </a:txBody>
                  <a:tcPr anchor="ctr"/>
                </a:tc>
                <a:extLst>
                  <a:ext uri="{0D108BD9-81ED-4DB2-BD59-A6C34878D82A}">
                    <a16:rowId xmlns:a16="http://schemas.microsoft.com/office/drawing/2014/main" val="3748182577"/>
                  </a:ext>
                </a:extLst>
              </a:tr>
              <a:tr h="553818">
                <a:tc>
                  <a:txBody>
                    <a:bodyPr/>
                    <a:lstStyle/>
                    <a:p>
                      <a:pPr algn="l" fontAlgn="b">
                        <a:buNone/>
                      </a:pPr>
                      <a:r>
                        <a:rPr lang="en-US" sz="1200" b="0" i="0" u="none" strike="noStrike">
                          <a:solidFill>
                            <a:schemeClr val="tx1"/>
                          </a:solidFill>
                          <a:effectLst/>
                          <a:latin typeface="Calibri" panose="020F0502020204030204" pitchFamily="34" charset="0"/>
                        </a:rPr>
                        <a:t>Raghav Marwah</a:t>
                      </a:r>
                    </a:p>
                  </a:txBody>
                  <a:tcPr marL="9525" marR="9525" marT="9525" marB="0" anchor="b"/>
                </a:tc>
                <a:tc>
                  <a:txBody>
                    <a:bodyPr/>
                    <a:lstStyle/>
                    <a:p>
                      <a:r>
                        <a:rPr lang="en-US" dirty="0"/>
                        <a:t>TrainBVM19</a:t>
                      </a:r>
                    </a:p>
                  </a:txBody>
                  <a:tcPr anchor="ctr"/>
                </a:tc>
                <a:extLst>
                  <a:ext uri="{0D108BD9-81ED-4DB2-BD59-A6C34878D82A}">
                    <a16:rowId xmlns:a16="http://schemas.microsoft.com/office/drawing/2014/main" val="1589997379"/>
                  </a:ext>
                </a:extLst>
              </a:tr>
              <a:tr h="553818">
                <a:tc>
                  <a:txBody>
                    <a:bodyPr/>
                    <a:lstStyle/>
                    <a:p>
                      <a:pPr algn="l" fontAlgn="b">
                        <a:buNone/>
                      </a:pPr>
                      <a:r>
                        <a:rPr lang="en-US" sz="1200" b="0" i="0" u="none" strike="noStrike">
                          <a:solidFill>
                            <a:schemeClr val="tx1"/>
                          </a:solidFill>
                          <a:effectLst/>
                          <a:latin typeface="Calibri" panose="020F0502020204030204" pitchFamily="34" charset="0"/>
                        </a:rPr>
                        <a:t>Rahul Dilip Talreja</a:t>
                      </a:r>
                    </a:p>
                  </a:txBody>
                  <a:tcPr marL="9525" marR="9525" marT="9525" marB="0" anchor="b"/>
                </a:tc>
                <a:tc>
                  <a:txBody>
                    <a:bodyPr/>
                    <a:lstStyle/>
                    <a:p>
                      <a:r>
                        <a:rPr lang="en-US" dirty="0"/>
                        <a:t>TrainBVM20</a:t>
                      </a:r>
                    </a:p>
                  </a:txBody>
                  <a:tcPr anchor="ctr"/>
                </a:tc>
                <a:extLst>
                  <a:ext uri="{0D108BD9-81ED-4DB2-BD59-A6C34878D82A}">
                    <a16:rowId xmlns:a16="http://schemas.microsoft.com/office/drawing/2014/main" val="3166666272"/>
                  </a:ext>
                </a:extLst>
              </a:tr>
              <a:tr h="553818">
                <a:tc>
                  <a:txBody>
                    <a:bodyPr/>
                    <a:lstStyle/>
                    <a:p>
                      <a:pPr algn="l" fontAlgn="b">
                        <a:buNone/>
                      </a:pPr>
                      <a:r>
                        <a:rPr lang="en-US" sz="1200" b="0" i="0" u="none" strike="noStrike">
                          <a:solidFill>
                            <a:schemeClr val="tx1"/>
                          </a:solidFill>
                          <a:effectLst/>
                          <a:latin typeface="Calibri" panose="020F0502020204030204" pitchFamily="34" charset="0"/>
                        </a:rPr>
                        <a:t>Ranajit Paul</a:t>
                      </a:r>
                    </a:p>
                  </a:txBody>
                  <a:tcPr marL="9525" marR="9525" marT="9525" marB="0" anchor="b"/>
                </a:tc>
                <a:tc>
                  <a:txBody>
                    <a:bodyPr/>
                    <a:lstStyle/>
                    <a:p>
                      <a:r>
                        <a:rPr lang="en-US" dirty="0"/>
                        <a:t>TrainBVM21</a:t>
                      </a:r>
                    </a:p>
                  </a:txBody>
                  <a:tcPr anchor="ctr"/>
                </a:tc>
                <a:extLst>
                  <a:ext uri="{0D108BD9-81ED-4DB2-BD59-A6C34878D82A}">
                    <a16:rowId xmlns:a16="http://schemas.microsoft.com/office/drawing/2014/main" val="3715236710"/>
                  </a:ext>
                </a:extLst>
              </a:tr>
              <a:tr h="553818">
                <a:tc>
                  <a:txBody>
                    <a:bodyPr/>
                    <a:lstStyle/>
                    <a:p>
                      <a:pPr algn="l" fontAlgn="b">
                        <a:buNone/>
                      </a:pPr>
                      <a:r>
                        <a:rPr lang="en-US" sz="1200" b="0" i="0" u="none" strike="noStrike">
                          <a:solidFill>
                            <a:schemeClr val="tx1"/>
                          </a:solidFill>
                          <a:effectLst/>
                          <a:latin typeface="Calibri" panose="020F0502020204030204" pitchFamily="34" charset="0"/>
                        </a:rPr>
                        <a:t>Samantha Presti</a:t>
                      </a:r>
                    </a:p>
                  </a:txBody>
                  <a:tcPr marL="9525" marR="9525" marT="9525" marB="0" anchor="b"/>
                </a:tc>
                <a:tc>
                  <a:txBody>
                    <a:bodyPr/>
                    <a:lstStyle/>
                    <a:p>
                      <a:r>
                        <a:rPr lang="en-US" dirty="0"/>
                        <a:t>TrainBVM22</a:t>
                      </a:r>
                    </a:p>
                  </a:txBody>
                  <a:tcPr anchor="ctr"/>
                </a:tc>
                <a:extLst>
                  <a:ext uri="{0D108BD9-81ED-4DB2-BD59-A6C34878D82A}">
                    <a16:rowId xmlns:a16="http://schemas.microsoft.com/office/drawing/2014/main" val="645522630"/>
                  </a:ext>
                </a:extLst>
              </a:tr>
              <a:tr h="553818">
                <a:tc>
                  <a:txBody>
                    <a:bodyPr/>
                    <a:lstStyle/>
                    <a:p>
                      <a:pPr algn="l" fontAlgn="b">
                        <a:buNone/>
                      </a:pPr>
                      <a:r>
                        <a:rPr lang="en-US" sz="1200" b="0" i="0" u="none" strike="noStrike">
                          <a:solidFill>
                            <a:schemeClr val="tx1"/>
                          </a:solidFill>
                          <a:effectLst/>
                          <a:latin typeface="Calibri" panose="020F0502020204030204" pitchFamily="34" charset="0"/>
                        </a:rPr>
                        <a:t>Stan Arnold</a:t>
                      </a:r>
                    </a:p>
                  </a:txBody>
                  <a:tcPr marL="9525" marR="9525" marT="9525" marB="0" anchor="b"/>
                </a:tc>
                <a:tc>
                  <a:txBody>
                    <a:bodyPr/>
                    <a:lstStyle/>
                    <a:p>
                      <a:r>
                        <a:rPr lang="en-US" dirty="0"/>
                        <a:t>TrainBVM23</a:t>
                      </a:r>
                    </a:p>
                  </a:txBody>
                  <a:tcPr anchor="ctr"/>
                </a:tc>
                <a:extLst>
                  <a:ext uri="{0D108BD9-81ED-4DB2-BD59-A6C34878D82A}">
                    <a16:rowId xmlns:a16="http://schemas.microsoft.com/office/drawing/2014/main" val="3564126983"/>
                  </a:ext>
                </a:extLst>
              </a:tr>
              <a:tr h="553818">
                <a:tc>
                  <a:txBody>
                    <a:bodyPr/>
                    <a:lstStyle/>
                    <a:p>
                      <a:pPr algn="l" fontAlgn="b">
                        <a:buNone/>
                      </a:pPr>
                      <a:r>
                        <a:rPr lang="en-US" sz="1200" b="0" i="0" u="none" strike="noStrike" dirty="0">
                          <a:solidFill>
                            <a:schemeClr val="tx1"/>
                          </a:solidFill>
                          <a:effectLst/>
                          <a:latin typeface="Calibri" panose="020F0502020204030204" pitchFamily="34" charset="0"/>
                        </a:rPr>
                        <a:t>Tim Gartman</a:t>
                      </a:r>
                    </a:p>
                  </a:txBody>
                  <a:tcPr marL="9525" marR="9525" marT="9525" marB="0" anchor="b"/>
                </a:tc>
                <a:tc>
                  <a:txBody>
                    <a:bodyPr/>
                    <a:lstStyle/>
                    <a:p>
                      <a:r>
                        <a:rPr lang="en-US" dirty="0"/>
                        <a:t>TrainBVM24</a:t>
                      </a:r>
                    </a:p>
                  </a:txBody>
                  <a:tcPr anchor="ctr"/>
                </a:tc>
                <a:extLst>
                  <a:ext uri="{0D108BD9-81ED-4DB2-BD59-A6C34878D82A}">
                    <a16:rowId xmlns:a16="http://schemas.microsoft.com/office/drawing/2014/main" val="3290393265"/>
                  </a:ext>
                </a:extLst>
              </a:tr>
            </a:tbl>
          </a:graphicData>
        </a:graphic>
      </p:graphicFrame>
      <p:graphicFrame>
        <p:nvGraphicFramePr>
          <p:cNvPr id="5" name="Table 4">
            <a:extLst>
              <a:ext uri="{FF2B5EF4-FFF2-40B4-BE49-F238E27FC236}">
                <a16:creationId xmlns:a16="http://schemas.microsoft.com/office/drawing/2014/main" id="{CDE474CC-4A7D-5059-E3D0-44DBF54690F1}"/>
              </a:ext>
            </a:extLst>
          </p:cNvPr>
          <p:cNvGraphicFramePr>
            <a:graphicFrameLocks noGrp="1"/>
          </p:cNvGraphicFramePr>
          <p:nvPr>
            <p:extLst>
              <p:ext uri="{D42A27DB-BD31-4B8C-83A1-F6EECF244321}">
                <p14:modId xmlns:p14="http://schemas.microsoft.com/office/powerpoint/2010/main" val="2763536138"/>
              </p:ext>
            </p:extLst>
          </p:nvPr>
        </p:nvGraphicFramePr>
        <p:xfrm>
          <a:off x="9178835" y="1213728"/>
          <a:ext cx="2766160" cy="5070624"/>
        </p:xfrm>
        <a:graphic>
          <a:graphicData uri="http://schemas.openxmlformats.org/drawingml/2006/table">
            <a:tbl>
              <a:tblPr firstRow="1" bandRow="1">
                <a:tableStyleId>{E8B1032C-EA38-4F05-BA0D-38AFFFC7BED3}</a:tableStyleId>
              </a:tblPr>
              <a:tblGrid>
                <a:gridCol w="1383080">
                  <a:extLst>
                    <a:ext uri="{9D8B030D-6E8A-4147-A177-3AD203B41FA5}">
                      <a16:colId xmlns:a16="http://schemas.microsoft.com/office/drawing/2014/main" val="2896496626"/>
                    </a:ext>
                  </a:extLst>
                </a:gridCol>
                <a:gridCol w="1383080">
                  <a:extLst>
                    <a:ext uri="{9D8B030D-6E8A-4147-A177-3AD203B41FA5}">
                      <a16:colId xmlns:a16="http://schemas.microsoft.com/office/drawing/2014/main" val="276539147"/>
                    </a:ext>
                  </a:extLst>
                </a:gridCol>
              </a:tblGrid>
              <a:tr h="553818">
                <a:tc>
                  <a:txBody>
                    <a:bodyPr/>
                    <a:lstStyle/>
                    <a:p>
                      <a:pPr algn="ctr"/>
                      <a:r>
                        <a:rPr lang="en-US" dirty="0"/>
                        <a:t>USER</a:t>
                      </a:r>
                    </a:p>
                  </a:txBody>
                  <a:tcPr anchor="ctr"/>
                </a:tc>
                <a:tc>
                  <a:txBody>
                    <a:bodyPr/>
                    <a:lstStyle/>
                    <a:p>
                      <a:pPr algn="ctr"/>
                      <a:r>
                        <a:rPr lang="en-US" dirty="0"/>
                        <a:t>Virtual Machine</a:t>
                      </a:r>
                    </a:p>
                  </a:txBody>
                  <a:tcPr anchor="ctr"/>
                </a:tc>
                <a:extLst>
                  <a:ext uri="{0D108BD9-81ED-4DB2-BD59-A6C34878D82A}">
                    <a16:rowId xmlns:a16="http://schemas.microsoft.com/office/drawing/2014/main" val="1916525874"/>
                  </a:ext>
                </a:extLst>
              </a:tr>
              <a:tr h="553818">
                <a:tc>
                  <a:txBody>
                    <a:bodyPr/>
                    <a:lstStyle/>
                    <a:p>
                      <a:pPr algn="l" fontAlgn="b">
                        <a:buNone/>
                      </a:pPr>
                      <a:r>
                        <a:rPr lang="en-US" sz="1200" b="0" i="0" u="none" strike="noStrike">
                          <a:solidFill>
                            <a:schemeClr val="tx1"/>
                          </a:solidFill>
                          <a:effectLst/>
                          <a:latin typeface="Calibri" panose="020F0502020204030204" pitchFamily="34" charset="0"/>
                        </a:rPr>
                        <a:t>Tony Parzgnat</a:t>
                      </a:r>
                    </a:p>
                  </a:txBody>
                  <a:tcPr marL="9525" marR="9525" marT="9525" marB="0" anchor="b"/>
                </a:tc>
                <a:tc>
                  <a:txBody>
                    <a:bodyPr/>
                    <a:lstStyle/>
                    <a:p>
                      <a:r>
                        <a:rPr lang="en-US" dirty="0"/>
                        <a:t>TrainBVM25</a:t>
                      </a:r>
                    </a:p>
                  </a:txBody>
                  <a:tcPr anchor="ctr"/>
                </a:tc>
                <a:extLst>
                  <a:ext uri="{0D108BD9-81ED-4DB2-BD59-A6C34878D82A}">
                    <a16:rowId xmlns:a16="http://schemas.microsoft.com/office/drawing/2014/main" val="1762580309"/>
                  </a:ext>
                </a:extLst>
              </a:tr>
              <a:tr h="553818">
                <a:tc>
                  <a:txBody>
                    <a:bodyPr/>
                    <a:lstStyle/>
                    <a:p>
                      <a:pPr algn="l" fontAlgn="b">
                        <a:buNone/>
                      </a:pPr>
                      <a:r>
                        <a:rPr lang="en-US" sz="1200" b="0" i="0" u="none" strike="noStrike" dirty="0">
                          <a:solidFill>
                            <a:schemeClr val="tx1"/>
                          </a:solidFill>
                          <a:effectLst/>
                          <a:latin typeface="Calibri" panose="020F0502020204030204" pitchFamily="34" charset="0"/>
                        </a:rPr>
                        <a:t>Yves </a:t>
                      </a:r>
                      <a:r>
                        <a:rPr lang="en-US" sz="1200" b="0" i="0" u="none" strike="noStrike" dirty="0" err="1">
                          <a:solidFill>
                            <a:schemeClr val="tx1"/>
                          </a:solidFill>
                          <a:effectLst/>
                          <a:latin typeface="Calibri" panose="020F0502020204030204" pitchFamily="34" charset="0"/>
                        </a:rPr>
                        <a:t>Prignon</a:t>
                      </a:r>
                      <a:endParaRPr lang="en-US" sz="1200" b="0" i="0" u="none" strike="noStrike" dirty="0">
                        <a:solidFill>
                          <a:schemeClr val="tx1"/>
                        </a:solidFill>
                        <a:effectLst/>
                        <a:latin typeface="Calibri" panose="020F0502020204030204" pitchFamily="34" charset="0"/>
                      </a:endParaRPr>
                    </a:p>
                  </a:txBody>
                  <a:tcPr marL="9525" marR="9525" marT="9525" marB="0" anchor="b"/>
                </a:tc>
                <a:tc>
                  <a:txBody>
                    <a:bodyPr/>
                    <a:lstStyle/>
                    <a:p>
                      <a:r>
                        <a:rPr lang="en-US" dirty="0"/>
                        <a:t>TrainBVM26</a:t>
                      </a:r>
                    </a:p>
                  </a:txBody>
                  <a:tcPr anchor="ctr"/>
                </a:tc>
                <a:extLst>
                  <a:ext uri="{0D108BD9-81ED-4DB2-BD59-A6C34878D82A}">
                    <a16:rowId xmlns:a16="http://schemas.microsoft.com/office/drawing/2014/main" val="3748182577"/>
                  </a:ext>
                </a:extLst>
              </a:tr>
              <a:tr h="553818">
                <a:tc>
                  <a:txBody>
                    <a:bodyPr/>
                    <a:lstStyle/>
                    <a:p>
                      <a:pPr algn="l" fontAlgn="b">
                        <a:buNone/>
                      </a:pPr>
                      <a:r>
                        <a:rPr kumimoji="0" lang="en-US" sz="1400" b="0" i="0" u="none" strike="noStrike" kern="1200" cap="none" spc="0" normalizeH="0" baseline="0" noProof="0">
                          <a:ln>
                            <a:noFill/>
                          </a:ln>
                          <a:solidFill>
                            <a:srgbClr val="FFFFFF"/>
                          </a:solidFill>
                          <a:effectLst/>
                          <a:uLnTx/>
                          <a:uFillTx/>
                          <a:latin typeface="Calibri" panose="020F0502020204030204" pitchFamily="34" charset="0"/>
                          <a:ea typeface="+mn-ea"/>
                          <a:cs typeface="+mn-cs"/>
                        </a:rPr>
                        <a:t>Steve Lambert</a:t>
                      </a:r>
                      <a:endParaRPr lang="en-US" sz="1400" b="0" i="0" u="none" strike="noStrike" dirty="0">
                        <a:solidFill>
                          <a:schemeClr val="tx1">
                            <a:lumMod val="95000"/>
                          </a:schemeClr>
                        </a:solidFill>
                        <a:effectLst/>
                        <a:latin typeface="Calibri" panose="020F0502020204030204" pitchFamily="34" charset="0"/>
                      </a:endParaRPr>
                    </a:p>
                  </a:txBody>
                  <a:tcPr marL="9525" marR="9525" marT="9525" marB="0" anchor="b"/>
                </a:tc>
                <a:tc>
                  <a:txBody>
                    <a:bodyPr/>
                    <a:lstStyle/>
                    <a:p>
                      <a:r>
                        <a:rPr lang="en-US" dirty="0"/>
                        <a:t>TrainBVM27</a:t>
                      </a:r>
                    </a:p>
                  </a:txBody>
                  <a:tcPr anchor="ctr"/>
                </a:tc>
                <a:extLst>
                  <a:ext uri="{0D108BD9-81ED-4DB2-BD59-A6C34878D82A}">
                    <a16:rowId xmlns:a16="http://schemas.microsoft.com/office/drawing/2014/main" val="1589997379"/>
                  </a:ext>
                </a:extLst>
              </a:tr>
              <a:tr h="553818">
                <a:tc>
                  <a:txBody>
                    <a:bodyPr/>
                    <a:lstStyle/>
                    <a:p>
                      <a:pPr algn="l" fontAlgn="b">
                        <a:buNone/>
                      </a:pPr>
                      <a:r>
                        <a:rPr kumimoji="0" lang="en-US" sz="1400" b="0" i="0" u="none" strike="noStrike" kern="1200" cap="none" spc="0" normalizeH="0" baseline="0" noProof="0">
                          <a:ln>
                            <a:noFill/>
                          </a:ln>
                          <a:solidFill>
                            <a:srgbClr val="FFFFFF"/>
                          </a:solidFill>
                          <a:effectLst/>
                          <a:uLnTx/>
                          <a:uFillTx/>
                          <a:latin typeface="Calibri" panose="020F0502020204030204" pitchFamily="34" charset="0"/>
                          <a:ea typeface="+mn-ea"/>
                          <a:cs typeface="+mn-cs"/>
                        </a:rPr>
                        <a:t>OPEN</a:t>
                      </a:r>
                      <a:endParaRPr lang="en-US" sz="1400" b="0" i="0" u="none" strike="noStrike">
                        <a:solidFill>
                          <a:schemeClr val="tx1">
                            <a:lumMod val="95000"/>
                          </a:schemeClr>
                        </a:solidFill>
                        <a:effectLst/>
                        <a:latin typeface="Calibri" panose="020F0502020204030204" pitchFamily="34" charset="0"/>
                      </a:endParaRPr>
                    </a:p>
                  </a:txBody>
                  <a:tcPr marL="9525" marR="9525" marT="9525" marB="0" anchor="b"/>
                </a:tc>
                <a:tc>
                  <a:txBody>
                    <a:bodyPr/>
                    <a:lstStyle/>
                    <a:p>
                      <a:r>
                        <a:rPr lang="en-US" dirty="0"/>
                        <a:t>TrainBVM28</a:t>
                      </a:r>
                    </a:p>
                  </a:txBody>
                  <a:tcPr anchor="ctr"/>
                </a:tc>
                <a:extLst>
                  <a:ext uri="{0D108BD9-81ED-4DB2-BD59-A6C34878D82A}">
                    <a16:rowId xmlns:a16="http://schemas.microsoft.com/office/drawing/2014/main" val="3166666272"/>
                  </a:ext>
                </a:extLst>
              </a:tr>
              <a:tr h="553818">
                <a:tc>
                  <a:txBody>
                    <a:bodyPr/>
                    <a:lstStyle/>
                    <a:p>
                      <a:pPr algn="l" fontAlgn="b">
                        <a:buNone/>
                      </a:pPr>
                      <a:r>
                        <a:rPr kumimoji="0" lang="en-US" sz="1400" b="0" i="0" u="none" strike="noStrike" kern="1200" cap="none" spc="0" normalizeH="0" baseline="0" noProof="0">
                          <a:ln>
                            <a:noFill/>
                          </a:ln>
                          <a:solidFill>
                            <a:srgbClr val="FFFFFF"/>
                          </a:solidFill>
                          <a:effectLst/>
                          <a:uLnTx/>
                          <a:uFillTx/>
                          <a:latin typeface="Calibri" panose="020F0502020204030204" pitchFamily="34" charset="0"/>
                          <a:ea typeface="+mn-ea"/>
                          <a:cs typeface="+mn-cs"/>
                        </a:rPr>
                        <a:t>OPEN</a:t>
                      </a:r>
                      <a:endParaRPr lang="en-US" sz="1400" b="0" i="0" u="none" strike="noStrike">
                        <a:solidFill>
                          <a:schemeClr val="tx1">
                            <a:lumMod val="95000"/>
                          </a:schemeClr>
                        </a:solidFill>
                        <a:effectLst/>
                        <a:latin typeface="Calibri" panose="020F0502020204030204" pitchFamily="34" charset="0"/>
                      </a:endParaRPr>
                    </a:p>
                  </a:txBody>
                  <a:tcPr marL="9525" marR="9525" marT="9525" marB="0" anchor="b"/>
                </a:tc>
                <a:tc>
                  <a:txBody>
                    <a:bodyPr/>
                    <a:lstStyle/>
                    <a:p>
                      <a:r>
                        <a:rPr lang="en-US" dirty="0"/>
                        <a:t>TrainBVM29</a:t>
                      </a:r>
                    </a:p>
                  </a:txBody>
                  <a:tcPr anchor="ctr"/>
                </a:tc>
                <a:extLst>
                  <a:ext uri="{0D108BD9-81ED-4DB2-BD59-A6C34878D82A}">
                    <a16:rowId xmlns:a16="http://schemas.microsoft.com/office/drawing/2014/main" val="3715236710"/>
                  </a:ext>
                </a:extLst>
              </a:tr>
              <a:tr h="553818">
                <a:tc>
                  <a:txBody>
                    <a:bodyPr/>
                    <a:lstStyle/>
                    <a:p>
                      <a:pPr algn="l" fontAlgn="b">
                        <a:buNone/>
                      </a:pPr>
                      <a:r>
                        <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rPr>
                        <a:t>OPEN</a:t>
                      </a:r>
                      <a:endParaRPr lang="en-US" sz="1400" b="0" i="0" u="none" strike="noStrike" dirty="0">
                        <a:solidFill>
                          <a:schemeClr val="tx1">
                            <a:lumMod val="95000"/>
                          </a:schemeClr>
                        </a:solidFill>
                        <a:effectLst/>
                        <a:latin typeface="Calibri" panose="020F0502020204030204" pitchFamily="34" charset="0"/>
                      </a:endParaRPr>
                    </a:p>
                  </a:txBody>
                  <a:tcPr marL="9525" marR="9525" marT="9525" marB="0" anchor="b"/>
                </a:tc>
                <a:tc>
                  <a:txBody>
                    <a:bodyPr/>
                    <a:lstStyle/>
                    <a:p>
                      <a:r>
                        <a:rPr lang="en-US" dirty="0"/>
                        <a:t>TrainBVM30</a:t>
                      </a:r>
                    </a:p>
                  </a:txBody>
                  <a:tcPr anchor="ctr"/>
                </a:tc>
                <a:extLst>
                  <a:ext uri="{0D108BD9-81ED-4DB2-BD59-A6C34878D82A}">
                    <a16:rowId xmlns:a16="http://schemas.microsoft.com/office/drawing/2014/main" val="645522630"/>
                  </a:ext>
                </a:extLst>
              </a:tr>
              <a:tr h="553818">
                <a:tc>
                  <a:txBody>
                    <a:bodyPr/>
                    <a:lstStyle/>
                    <a:p>
                      <a:pPr algn="l" fontAlgn="b">
                        <a:buNone/>
                      </a:pPr>
                      <a:r>
                        <a:rPr lang="en-US" sz="1400" b="0" i="0" u="none" strike="noStrike" dirty="0">
                          <a:solidFill>
                            <a:schemeClr val="tx1"/>
                          </a:solidFill>
                          <a:effectLst/>
                          <a:latin typeface="Calibri" panose="020F0502020204030204" pitchFamily="34" charset="0"/>
                        </a:rPr>
                        <a:t>OPEN</a:t>
                      </a:r>
                    </a:p>
                  </a:txBody>
                  <a:tcPr marL="9525" marR="9525" marT="9525" marB="0" anchor="ctr"/>
                </a:tc>
                <a:tc>
                  <a:txBody>
                    <a:bodyPr/>
                    <a:lstStyle/>
                    <a:p>
                      <a:r>
                        <a:rPr lang="en-US" dirty="0"/>
                        <a:t>TrainBVM31</a:t>
                      </a:r>
                    </a:p>
                  </a:txBody>
                  <a:tcPr anchor="ctr"/>
                </a:tc>
                <a:extLst>
                  <a:ext uri="{0D108BD9-81ED-4DB2-BD59-A6C34878D82A}">
                    <a16:rowId xmlns:a16="http://schemas.microsoft.com/office/drawing/2014/main" val="3564126983"/>
                  </a:ext>
                </a:extLst>
              </a:tr>
              <a:tr h="553818">
                <a:tc>
                  <a:txBody>
                    <a:bodyPr/>
                    <a:lstStyle/>
                    <a:p>
                      <a:pPr algn="l" fontAlgn="b">
                        <a:buNone/>
                      </a:pPr>
                      <a:r>
                        <a:rPr lang="en-US" sz="1400" b="0" i="0" u="none" strike="noStrike" dirty="0">
                          <a:solidFill>
                            <a:schemeClr val="tx1"/>
                          </a:solidFill>
                          <a:effectLst/>
                          <a:latin typeface="Calibri" panose="020F0502020204030204" pitchFamily="34" charset="0"/>
                        </a:rPr>
                        <a:t>OPEN</a:t>
                      </a:r>
                    </a:p>
                  </a:txBody>
                  <a:tcPr marL="9525" marR="9525" marT="9525" marB="0" anchor="ctr"/>
                </a:tc>
                <a:tc>
                  <a:txBody>
                    <a:bodyPr/>
                    <a:lstStyle/>
                    <a:p>
                      <a:r>
                        <a:rPr lang="en-US" dirty="0"/>
                        <a:t>TrainBVM32</a:t>
                      </a:r>
                    </a:p>
                  </a:txBody>
                  <a:tcPr anchor="ctr"/>
                </a:tc>
                <a:extLst>
                  <a:ext uri="{0D108BD9-81ED-4DB2-BD59-A6C34878D82A}">
                    <a16:rowId xmlns:a16="http://schemas.microsoft.com/office/drawing/2014/main" val="3290393265"/>
                  </a:ext>
                </a:extLst>
              </a:tr>
            </a:tbl>
          </a:graphicData>
        </a:graphic>
      </p:graphicFrame>
    </p:spTree>
    <p:extLst>
      <p:ext uri="{BB962C8B-B14F-4D97-AF65-F5344CB8AC3E}">
        <p14:creationId xmlns:p14="http://schemas.microsoft.com/office/powerpoint/2010/main" val="35078760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p:tgtEl>
                                          <p:spTgt spid="11"/>
                                        </p:tgtEl>
                                        <p:attrNameLst>
                                          <p:attrName>ppt_x</p:attrName>
                                        </p:attrNameLst>
                                      </p:cBhvr>
                                      <p:tavLst>
                                        <p:tav tm="0">
                                          <p:val>
                                            <p:strVal val="#ppt_x-#ppt_w*1.125000"/>
                                          </p:val>
                                        </p:tav>
                                        <p:tav tm="100000">
                                          <p:val>
                                            <p:strVal val="#ppt_x"/>
                                          </p:val>
                                        </p:tav>
                                      </p:tavLst>
                                    </p:anim>
                                    <p:animEffect transition="in" filter="wipe(right)">
                                      <p:cBhvr>
                                        <p:cTn id="8" dur="500"/>
                                        <p:tgtEl>
                                          <p:spTgt spid="11"/>
                                        </p:tgtEl>
                                      </p:cBhvr>
                                    </p:animEffect>
                                  </p:childTnLst>
                                </p:cTn>
                              </p:par>
                              <p:par>
                                <p:cTn id="9" presetID="12" presetClass="entr" presetSubtype="2"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p:tgtEl>
                                          <p:spTgt spid="12"/>
                                        </p:tgtEl>
                                        <p:attrNameLst>
                                          <p:attrName>ppt_x</p:attrName>
                                        </p:attrNameLst>
                                      </p:cBhvr>
                                      <p:tavLst>
                                        <p:tav tm="0">
                                          <p:val>
                                            <p:strVal val="#ppt_x+#ppt_w*1.125000"/>
                                          </p:val>
                                        </p:tav>
                                        <p:tav tm="100000">
                                          <p:val>
                                            <p:strVal val="#ppt_x"/>
                                          </p:val>
                                        </p:tav>
                                      </p:tavLst>
                                    </p:anim>
                                    <p:animEffect transition="in" filter="wipe(left)">
                                      <p:cBhvr>
                                        <p:cTn id="12" dur="500"/>
                                        <p:tgtEl>
                                          <p:spTgt spid="12"/>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9FA38-B5BC-E63F-48D8-00A2BFB36BA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3090CE-AED6-A4FD-4D2B-65F48FCA30D0}"/>
              </a:ext>
            </a:extLst>
          </p:cNvPr>
          <p:cNvSpPr>
            <a:spLocks noGrp="1"/>
          </p:cNvSpPr>
          <p:nvPr>
            <p:ph type="title" idx="4294967295"/>
          </p:nvPr>
        </p:nvSpPr>
        <p:spPr>
          <a:xfrm>
            <a:off x="0" y="23813"/>
            <a:ext cx="6096000" cy="438150"/>
          </a:xfrm>
        </p:spPr>
        <p:txBody>
          <a:bodyPr anchor="ctr">
            <a:normAutofit/>
          </a:bodyPr>
          <a:lstStyle/>
          <a:p>
            <a:pPr algn="ctr"/>
            <a:r>
              <a:rPr lang="en-US" sz="2400" dirty="0"/>
              <a:t>Website: experience.hyland.com</a:t>
            </a:r>
          </a:p>
        </p:txBody>
      </p:sp>
      <p:graphicFrame>
        <p:nvGraphicFramePr>
          <p:cNvPr id="4" name="Table 3">
            <a:extLst>
              <a:ext uri="{FF2B5EF4-FFF2-40B4-BE49-F238E27FC236}">
                <a16:creationId xmlns:a16="http://schemas.microsoft.com/office/drawing/2014/main" id="{ACF0D1C2-35C3-B493-B5DD-11573B3AC598}"/>
              </a:ext>
            </a:extLst>
          </p:cNvPr>
          <p:cNvGraphicFramePr>
            <a:graphicFrameLocks noGrp="1"/>
          </p:cNvGraphicFramePr>
          <p:nvPr>
            <p:extLst>
              <p:ext uri="{D42A27DB-BD31-4B8C-83A1-F6EECF244321}">
                <p14:modId xmlns:p14="http://schemas.microsoft.com/office/powerpoint/2010/main" val="3477768597"/>
              </p:ext>
            </p:extLst>
          </p:nvPr>
        </p:nvGraphicFramePr>
        <p:xfrm>
          <a:off x="1" y="485236"/>
          <a:ext cx="12191999" cy="6294525"/>
        </p:xfrm>
        <a:graphic>
          <a:graphicData uri="http://schemas.openxmlformats.org/drawingml/2006/table">
            <a:tbl>
              <a:tblPr firstRow="1" bandRow="1">
                <a:tableStyleId>{5DA37D80-6434-44D0-A028-1B22A696006F}</a:tableStyleId>
              </a:tblPr>
              <a:tblGrid>
                <a:gridCol w="1748607">
                  <a:extLst>
                    <a:ext uri="{9D8B030D-6E8A-4147-A177-3AD203B41FA5}">
                      <a16:colId xmlns:a16="http://schemas.microsoft.com/office/drawing/2014/main" val="3308760939"/>
                    </a:ext>
                  </a:extLst>
                </a:gridCol>
                <a:gridCol w="4507526">
                  <a:extLst>
                    <a:ext uri="{9D8B030D-6E8A-4147-A177-3AD203B41FA5}">
                      <a16:colId xmlns:a16="http://schemas.microsoft.com/office/drawing/2014/main" val="1530666611"/>
                    </a:ext>
                  </a:extLst>
                </a:gridCol>
                <a:gridCol w="1407020">
                  <a:extLst>
                    <a:ext uri="{9D8B030D-6E8A-4147-A177-3AD203B41FA5}">
                      <a16:colId xmlns:a16="http://schemas.microsoft.com/office/drawing/2014/main" val="1703363764"/>
                    </a:ext>
                  </a:extLst>
                </a:gridCol>
                <a:gridCol w="4528846">
                  <a:extLst>
                    <a:ext uri="{9D8B030D-6E8A-4147-A177-3AD203B41FA5}">
                      <a16:colId xmlns:a16="http://schemas.microsoft.com/office/drawing/2014/main" val="2949856849"/>
                    </a:ext>
                  </a:extLst>
                </a:gridCol>
              </a:tblGrid>
              <a:tr h="341574">
                <a:tc>
                  <a:txBody>
                    <a:bodyPr/>
                    <a:lstStyle/>
                    <a:p>
                      <a:pPr algn="ctr"/>
                      <a:r>
                        <a:rPr lang="en-US" sz="1500" dirty="0">
                          <a:solidFill>
                            <a:schemeClr val="tx2"/>
                          </a:solidFill>
                          <a:latin typeface="+mj-lt"/>
                        </a:rPr>
                        <a:t>Name</a:t>
                      </a:r>
                    </a:p>
                  </a:txBody>
                  <a:tcPr marT="41564" marB="41564" anchor="ctr">
                    <a:solidFill>
                      <a:schemeClr val="accent3"/>
                    </a:solidFill>
                  </a:tcPr>
                </a:tc>
                <a:tc>
                  <a:txBody>
                    <a:bodyPr/>
                    <a:lstStyle/>
                    <a:p>
                      <a:pPr algn="ctr"/>
                      <a:r>
                        <a:rPr lang="en-US" sz="1500" dirty="0">
                          <a:solidFill>
                            <a:schemeClr val="tx2"/>
                          </a:solidFill>
                          <a:latin typeface="+mj-lt"/>
                        </a:rPr>
                        <a:t>Email</a:t>
                      </a:r>
                    </a:p>
                  </a:txBody>
                  <a:tcPr marT="41564" marB="41564" anchor="ctr">
                    <a:solidFill>
                      <a:schemeClr val="accent5"/>
                    </a:solidFill>
                  </a:tcPr>
                </a:tc>
                <a:tc>
                  <a:txBody>
                    <a:bodyPr/>
                    <a:lstStyle/>
                    <a:p>
                      <a:pPr algn="ctr"/>
                      <a:r>
                        <a:rPr lang="en-US" sz="1500" b="1" kern="1200" dirty="0">
                          <a:solidFill>
                            <a:schemeClr val="tx2"/>
                          </a:solidFill>
                          <a:latin typeface="+mn-lt"/>
                          <a:ea typeface="+mn-ea"/>
                          <a:cs typeface="+mn-cs"/>
                        </a:rPr>
                        <a:t>Name</a:t>
                      </a:r>
                    </a:p>
                  </a:txBody>
                  <a:tcPr marT="41564" marB="41564" anchor="ctr">
                    <a:solidFill>
                      <a:schemeClr val="accent3"/>
                    </a:solidFill>
                  </a:tcPr>
                </a:tc>
                <a:tc>
                  <a:txBody>
                    <a:bodyPr/>
                    <a:lstStyle/>
                    <a:p>
                      <a:pPr algn="ctr"/>
                      <a:r>
                        <a:rPr lang="en-US" sz="1500" b="1" kern="1200" dirty="0">
                          <a:solidFill>
                            <a:schemeClr val="tx2"/>
                          </a:solidFill>
                          <a:latin typeface="+mn-lt"/>
                          <a:ea typeface="+mn-ea"/>
                          <a:cs typeface="+mn-cs"/>
                        </a:rPr>
                        <a:t>Email</a:t>
                      </a:r>
                    </a:p>
                  </a:txBody>
                  <a:tcPr marT="41564" marB="41564" anchor="ctr">
                    <a:solidFill>
                      <a:schemeClr val="accent5"/>
                    </a:solidFill>
                  </a:tcPr>
                </a:tc>
                <a:extLst>
                  <a:ext uri="{0D108BD9-81ED-4DB2-BD59-A6C34878D82A}">
                    <a16:rowId xmlns:a16="http://schemas.microsoft.com/office/drawing/2014/main" val="120546470"/>
                  </a:ext>
                </a:extLst>
              </a:tr>
              <a:tr h="446673">
                <a:tc>
                  <a:txBody>
                    <a:bodyPr/>
                    <a:lstStyle/>
                    <a:p>
                      <a:pPr algn="l" fontAlgn="b">
                        <a:buNone/>
                      </a:pPr>
                      <a:r>
                        <a:rPr lang="en-US" sz="1400" b="0" i="0" u="none" strike="noStrike" dirty="0">
                          <a:solidFill>
                            <a:schemeClr val="tx1"/>
                          </a:solidFill>
                          <a:effectLst/>
                          <a:latin typeface="Calibri" panose="020F0502020204030204" pitchFamily="34" charset="0"/>
                        </a:rPr>
                        <a:t>Akshitha </a:t>
                      </a:r>
                      <a:r>
                        <a:rPr lang="en-US" sz="1400" b="0" i="0" u="none" strike="noStrike" dirty="0" err="1">
                          <a:solidFill>
                            <a:schemeClr val="tx1"/>
                          </a:solidFill>
                          <a:effectLst/>
                          <a:latin typeface="Calibri" panose="020F0502020204030204" pitchFamily="34" charset="0"/>
                        </a:rPr>
                        <a:t>Koppaka</a:t>
                      </a:r>
                      <a:endParaRPr lang="en-US" sz="1400" b="0" i="0" u="none" strike="noStrike" dirty="0">
                        <a:solidFill>
                          <a:schemeClr val="tx1"/>
                        </a:solidFill>
                        <a:effectLst/>
                        <a:latin typeface="Calibri" panose="020F0502020204030204" pitchFamily="34" charset="0"/>
                      </a:endParaRP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TrainB01+EducationServices2@hyland.com</a:t>
                      </a:r>
                      <a:endParaRPr kumimoji="0" lang="en-US" sz="1100" b="0" i="0" u="none" strike="noStrike" kern="1200" cap="none" spc="0" normalizeH="0" baseline="0" noProof="0" dirty="0">
                        <a:ln>
                          <a:noFill/>
                        </a:ln>
                        <a:solidFill>
                          <a:schemeClr val="tx1"/>
                        </a:solidFill>
                        <a:effectLst/>
                        <a:uLnTx/>
                        <a:uFillTx/>
                        <a:latin typeface="+mn-lt"/>
                        <a:ea typeface="+mn-ea"/>
                        <a:cs typeface="Calibri" panose="020F0502020204030204" pitchFamily="34" charset="0"/>
                      </a:endParaRPr>
                    </a:p>
                  </a:txBody>
                  <a:tcPr marT="41564" marB="41564" anchor="ctr"/>
                </a:tc>
                <a:tc>
                  <a:txBody>
                    <a:bodyPr/>
                    <a:lstStyle/>
                    <a:p>
                      <a:pPr algn="l" fontAlgn="b">
                        <a:buNone/>
                      </a:pPr>
                      <a:r>
                        <a:rPr lang="en-US" sz="1200" b="0" i="0" u="none" strike="noStrike" dirty="0">
                          <a:solidFill>
                            <a:schemeClr val="tx1"/>
                          </a:solidFill>
                          <a:effectLst/>
                          <a:latin typeface="Calibri" panose="020F0502020204030204" pitchFamily="34" charset="0"/>
                        </a:rPr>
                        <a:t>Martin Smolinski</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TrainB16+EducationServices2@hyland.com</a:t>
                      </a:r>
                      <a:endParaRPr kumimoji="0" lang="en-US" sz="1100" b="0" i="0" u="none" strike="noStrike" kern="1200" cap="none" spc="0" normalizeH="0" baseline="0" noProof="0" dirty="0">
                        <a:ln>
                          <a:noFill/>
                        </a:ln>
                        <a:solidFill>
                          <a:schemeClr val="tx1"/>
                        </a:solidFill>
                        <a:effectLst/>
                        <a:uLnTx/>
                        <a:uFillTx/>
                        <a:latin typeface="+mn-lt"/>
                        <a:ea typeface="+mn-ea"/>
                        <a:cs typeface="Calibri" panose="020F0502020204030204" pitchFamily="34" charset="0"/>
                      </a:endParaRPr>
                    </a:p>
                  </a:txBody>
                  <a:tcPr marT="41564" marB="41564" anchor="ctr"/>
                </a:tc>
                <a:extLst>
                  <a:ext uri="{0D108BD9-81ED-4DB2-BD59-A6C34878D82A}">
                    <a16:rowId xmlns:a16="http://schemas.microsoft.com/office/drawing/2014/main" val="3222377759"/>
                  </a:ext>
                </a:extLst>
              </a:tr>
              <a:tr h="313194">
                <a:tc>
                  <a:txBody>
                    <a:bodyPr/>
                    <a:lstStyle/>
                    <a:p>
                      <a:pPr algn="l" fontAlgn="b">
                        <a:buNone/>
                      </a:pPr>
                      <a:r>
                        <a:rPr lang="en-US" sz="1400" b="0" i="0" u="none" strike="noStrike">
                          <a:solidFill>
                            <a:schemeClr val="tx1"/>
                          </a:solidFill>
                          <a:effectLst/>
                          <a:latin typeface="Calibri" panose="020F0502020204030204" pitchFamily="34" charset="0"/>
                        </a:rPr>
                        <a:t>Alyssa Adcock</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TrainB02+EducationServices2@hyland.com</a:t>
                      </a:r>
                    </a:p>
                  </a:txBody>
                  <a:tcPr marT="41564" marB="41564" anchor="ctr"/>
                </a:tc>
                <a:tc>
                  <a:txBody>
                    <a:bodyPr/>
                    <a:lstStyle/>
                    <a:p>
                      <a:pPr algn="l" fontAlgn="b">
                        <a:buNone/>
                      </a:pPr>
                      <a:r>
                        <a:rPr lang="en-US" sz="1200" b="0" i="0" u="none" strike="noStrike">
                          <a:solidFill>
                            <a:schemeClr val="tx1"/>
                          </a:solidFill>
                          <a:effectLst/>
                          <a:latin typeface="Calibri" panose="020F0502020204030204" pitchFamily="34" charset="0"/>
                        </a:rPr>
                        <a:t>Mohan Varadharajan</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TrainB17+EducationServices2@hyland.com</a:t>
                      </a:r>
                    </a:p>
                  </a:txBody>
                  <a:tcPr marT="41564" marB="41564" anchor="ctr"/>
                </a:tc>
                <a:extLst>
                  <a:ext uri="{0D108BD9-81ED-4DB2-BD59-A6C34878D82A}">
                    <a16:rowId xmlns:a16="http://schemas.microsoft.com/office/drawing/2014/main" val="2821488484"/>
                  </a:ext>
                </a:extLst>
              </a:tr>
              <a:tr h="446673">
                <a:tc>
                  <a:txBody>
                    <a:bodyPr/>
                    <a:lstStyle/>
                    <a:p>
                      <a:pPr algn="l" fontAlgn="b">
                        <a:buNone/>
                      </a:pPr>
                      <a:r>
                        <a:rPr lang="en-US" sz="1400" b="0" i="0" u="none" strike="noStrike">
                          <a:solidFill>
                            <a:schemeClr val="tx1"/>
                          </a:solidFill>
                          <a:effectLst/>
                          <a:latin typeface="Calibri" panose="020F0502020204030204" pitchFamily="34" charset="0"/>
                        </a:rPr>
                        <a:t>Bhavya Shah</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TrainB03+EducationServices2@hyland.com</a:t>
                      </a:r>
                      <a:endParaRPr kumimoji="0" lang="en-US" sz="1100" b="0" i="0" u="none" strike="noStrike" kern="1200" cap="none" spc="0" normalizeH="0" baseline="0" noProof="0" dirty="0">
                        <a:ln>
                          <a:noFill/>
                        </a:ln>
                        <a:solidFill>
                          <a:schemeClr val="tx1"/>
                        </a:solidFill>
                        <a:effectLst/>
                        <a:uLnTx/>
                        <a:uFillTx/>
                        <a:latin typeface="+mn-lt"/>
                        <a:ea typeface="+mn-ea"/>
                        <a:cs typeface="Calibri" panose="020F0502020204030204" pitchFamily="34" charset="0"/>
                      </a:endParaRPr>
                    </a:p>
                  </a:txBody>
                  <a:tcPr marT="41564" marB="41564" anchor="ctr"/>
                </a:tc>
                <a:tc>
                  <a:txBody>
                    <a:bodyPr/>
                    <a:lstStyle/>
                    <a:p>
                      <a:pPr algn="l" fontAlgn="b">
                        <a:buNone/>
                      </a:pPr>
                      <a:r>
                        <a:rPr lang="en-US" sz="1200" b="0" i="0" u="none" strike="noStrike">
                          <a:solidFill>
                            <a:schemeClr val="tx1"/>
                          </a:solidFill>
                          <a:effectLst/>
                          <a:latin typeface="Calibri" panose="020F0502020204030204" pitchFamily="34" charset="0"/>
                        </a:rPr>
                        <a:t>Rachana Sonat Patel</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TrainB18+EducationServices2@hyland.com</a:t>
                      </a:r>
                      <a:endParaRPr kumimoji="0" lang="en-US" sz="1100" b="0" i="0" u="none" strike="noStrike" kern="1200" cap="none" spc="0" normalizeH="0" baseline="0" noProof="0" dirty="0">
                        <a:ln>
                          <a:noFill/>
                        </a:ln>
                        <a:solidFill>
                          <a:schemeClr val="tx1"/>
                        </a:solidFill>
                        <a:effectLst/>
                        <a:uLnTx/>
                        <a:uFillTx/>
                        <a:latin typeface="+mn-lt"/>
                        <a:ea typeface="+mn-ea"/>
                        <a:cs typeface="Calibri" panose="020F0502020204030204" pitchFamily="34" charset="0"/>
                      </a:endParaRPr>
                    </a:p>
                  </a:txBody>
                  <a:tcPr marT="41564" marB="41564" anchor="ctr"/>
                </a:tc>
                <a:extLst>
                  <a:ext uri="{0D108BD9-81ED-4DB2-BD59-A6C34878D82A}">
                    <a16:rowId xmlns:a16="http://schemas.microsoft.com/office/drawing/2014/main" val="1713948372"/>
                  </a:ext>
                </a:extLst>
              </a:tr>
              <a:tr h="313194">
                <a:tc>
                  <a:txBody>
                    <a:bodyPr/>
                    <a:lstStyle/>
                    <a:p>
                      <a:pPr algn="l" fontAlgn="b">
                        <a:buNone/>
                      </a:pPr>
                      <a:r>
                        <a:rPr lang="en-US" sz="1400" b="0" i="0" u="none" strike="noStrike">
                          <a:solidFill>
                            <a:schemeClr val="tx1"/>
                          </a:solidFill>
                          <a:effectLst/>
                          <a:latin typeface="Calibri" panose="020F0502020204030204" pitchFamily="34" charset="0"/>
                        </a:rPr>
                        <a:t>Binyam Taddesse</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TrainB04+EducationServices2@hyland.com</a:t>
                      </a:r>
                    </a:p>
                  </a:txBody>
                  <a:tcPr marT="41564" marB="41564" anchor="ctr"/>
                </a:tc>
                <a:tc>
                  <a:txBody>
                    <a:bodyPr/>
                    <a:lstStyle/>
                    <a:p>
                      <a:pPr algn="l" fontAlgn="b">
                        <a:buNone/>
                      </a:pPr>
                      <a:r>
                        <a:rPr lang="en-US" sz="1200" b="0" i="0" u="none" strike="noStrike">
                          <a:solidFill>
                            <a:schemeClr val="tx1"/>
                          </a:solidFill>
                          <a:effectLst/>
                          <a:latin typeface="Calibri" panose="020F0502020204030204" pitchFamily="34" charset="0"/>
                        </a:rPr>
                        <a:t>Raghav Marwah</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TrainB19+EducationServices2@hyland.com</a:t>
                      </a:r>
                    </a:p>
                  </a:txBody>
                  <a:tcPr marT="41564" marB="41564" anchor="ctr"/>
                </a:tc>
                <a:extLst>
                  <a:ext uri="{0D108BD9-81ED-4DB2-BD59-A6C34878D82A}">
                    <a16:rowId xmlns:a16="http://schemas.microsoft.com/office/drawing/2014/main" val="1247032814"/>
                  </a:ext>
                </a:extLst>
              </a:tr>
              <a:tr h="313194">
                <a:tc>
                  <a:txBody>
                    <a:bodyPr/>
                    <a:lstStyle/>
                    <a:p>
                      <a:pPr algn="l" fontAlgn="b">
                        <a:buNone/>
                      </a:pPr>
                      <a:r>
                        <a:rPr lang="en-US" sz="1400" b="0" i="0" u="none" strike="noStrike">
                          <a:solidFill>
                            <a:schemeClr val="tx1"/>
                          </a:solidFill>
                          <a:effectLst/>
                          <a:latin typeface="Calibri" panose="020F0502020204030204" pitchFamily="34" charset="0"/>
                        </a:rPr>
                        <a:t>Dan Jordan</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TrainB05+EducationServices2@hyland.com</a:t>
                      </a:r>
                    </a:p>
                  </a:txBody>
                  <a:tcPr marT="41564" marB="41564" anchor="ctr"/>
                </a:tc>
                <a:tc>
                  <a:txBody>
                    <a:bodyPr/>
                    <a:lstStyle/>
                    <a:p>
                      <a:pPr algn="l" fontAlgn="b">
                        <a:buNone/>
                      </a:pPr>
                      <a:r>
                        <a:rPr lang="en-US" sz="1200" b="0" i="0" u="none" strike="noStrike">
                          <a:solidFill>
                            <a:schemeClr val="tx1"/>
                          </a:solidFill>
                          <a:effectLst/>
                          <a:latin typeface="Calibri" panose="020F0502020204030204" pitchFamily="34" charset="0"/>
                        </a:rPr>
                        <a:t>Rahul Dilip Talreja</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TrainB20+EducationServices2@hyland.com</a:t>
                      </a:r>
                    </a:p>
                  </a:txBody>
                  <a:tcPr marT="41564" marB="41564" anchor="ctr"/>
                </a:tc>
                <a:extLst>
                  <a:ext uri="{0D108BD9-81ED-4DB2-BD59-A6C34878D82A}">
                    <a16:rowId xmlns:a16="http://schemas.microsoft.com/office/drawing/2014/main" val="3650802232"/>
                  </a:ext>
                </a:extLst>
              </a:tr>
              <a:tr h="446673">
                <a:tc>
                  <a:txBody>
                    <a:bodyPr/>
                    <a:lstStyle/>
                    <a:p>
                      <a:pPr algn="l" fontAlgn="b">
                        <a:buNone/>
                      </a:pPr>
                      <a:r>
                        <a:rPr lang="en-US" sz="1400" b="0" i="0" u="none" strike="noStrike">
                          <a:solidFill>
                            <a:schemeClr val="tx1"/>
                          </a:solidFill>
                          <a:effectLst/>
                          <a:latin typeface="Calibri" panose="020F0502020204030204" pitchFamily="34" charset="0"/>
                        </a:rPr>
                        <a:t>Fraser Hewson</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TrainB06+EducationServices2@hyland.com</a:t>
                      </a:r>
                    </a:p>
                  </a:txBody>
                  <a:tcPr marT="41564" marB="41564" anchor="ctr"/>
                </a:tc>
                <a:tc>
                  <a:txBody>
                    <a:bodyPr/>
                    <a:lstStyle/>
                    <a:p>
                      <a:pPr algn="l" fontAlgn="b">
                        <a:buNone/>
                      </a:pPr>
                      <a:r>
                        <a:rPr lang="en-US" sz="1200" b="0" i="0" u="none" strike="noStrike">
                          <a:solidFill>
                            <a:schemeClr val="tx1"/>
                          </a:solidFill>
                          <a:effectLst/>
                          <a:latin typeface="Calibri" panose="020F0502020204030204" pitchFamily="34" charset="0"/>
                        </a:rPr>
                        <a:t>Ranajit Paul</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TrainB21+EducationServices2@hyland.com</a:t>
                      </a:r>
                    </a:p>
                  </a:txBody>
                  <a:tcPr marT="41564" marB="41564" anchor="ctr"/>
                </a:tc>
                <a:extLst>
                  <a:ext uri="{0D108BD9-81ED-4DB2-BD59-A6C34878D82A}">
                    <a16:rowId xmlns:a16="http://schemas.microsoft.com/office/drawing/2014/main" val="3784411607"/>
                  </a:ext>
                </a:extLst>
              </a:tr>
              <a:tr h="313194">
                <a:tc>
                  <a:txBody>
                    <a:bodyPr/>
                    <a:lstStyle/>
                    <a:p>
                      <a:pPr algn="l" fontAlgn="b">
                        <a:buNone/>
                      </a:pPr>
                      <a:r>
                        <a:rPr lang="en-US" sz="1400" b="0" i="0" u="none" strike="noStrike">
                          <a:solidFill>
                            <a:schemeClr val="tx1"/>
                          </a:solidFill>
                          <a:effectLst/>
                          <a:latin typeface="Calibri" panose="020F0502020204030204" pitchFamily="34" charset="0"/>
                        </a:rPr>
                        <a:t>Gary Tidd</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TrainB07+EducationServices2@hyland.com</a:t>
                      </a:r>
                    </a:p>
                  </a:txBody>
                  <a:tcPr marT="41564" marB="41564" anchor="ctr"/>
                </a:tc>
                <a:tc>
                  <a:txBody>
                    <a:bodyPr/>
                    <a:lstStyle/>
                    <a:p>
                      <a:pPr algn="l" fontAlgn="b">
                        <a:buNone/>
                      </a:pPr>
                      <a:r>
                        <a:rPr lang="en-US" sz="1200" b="0" i="0" u="none" strike="noStrike">
                          <a:solidFill>
                            <a:schemeClr val="tx1"/>
                          </a:solidFill>
                          <a:effectLst/>
                          <a:latin typeface="Calibri" panose="020F0502020204030204" pitchFamily="34" charset="0"/>
                        </a:rPr>
                        <a:t>Samantha Presti</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TrainB22+EducationServices2@hyland.com</a:t>
                      </a:r>
                    </a:p>
                  </a:txBody>
                  <a:tcPr marT="41564" marB="41564" anchor="ctr"/>
                </a:tc>
                <a:extLst>
                  <a:ext uri="{0D108BD9-81ED-4DB2-BD59-A6C34878D82A}">
                    <a16:rowId xmlns:a16="http://schemas.microsoft.com/office/drawing/2014/main" val="2118802446"/>
                  </a:ext>
                </a:extLst>
              </a:tr>
              <a:tr h="313194">
                <a:tc>
                  <a:txBody>
                    <a:bodyPr/>
                    <a:lstStyle/>
                    <a:p>
                      <a:pPr algn="l" fontAlgn="b">
                        <a:buNone/>
                      </a:pPr>
                      <a:r>
                        <a:rPr lang="en-US" sz="1400" b="0" i="0" u="none" strike="noStrike">
                          <a:solidFill>
                            <a:schemeClr val="tx1"/>
                          </a:solidFill>
                          <a:effectLst/>
                          <a:latin typeface="Calibri" panose="020F0502020204030204" pitchFamily="34" charset="0"/>
                        </a:rPr>
                        <a:t>Giancarlo Montesano</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TrainB08+EducationServices2@hyland.com</a:t>
                      </a:r>
                    </a:p>
                  </a:txBody>
                  <a:tcPr marT="41564" marB="41564" anchor="ctr"/>
                </a:tc>
                <a:tc>
                  <a:txBody>
                    <a:bodyPr/>
                    <a:lstStyle/>
                    <a:p>
                      <a:pPr algn="l" fontAlgn="b">
                        <a:buNone/>
                      </a:pPr>
                      <a:r>
                        <a:rPr lang="en-US" sz="1200" b="0" i="0" u="none" strike="noStrike">
                          <a:solidFill>
                            <a:schemeClr val="tx1"/>
                          </a:solidFill>
                          <a:effectLst/>
                          <a:latin typeface="Calibri" panose="020F0502020204030204" pitchFamily="34" charset="0"/>
                        </a:rPr>
                        <a:t>Stan Arnold</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TrainB23+EducationServices2@hyland.com</a:t>
                      </a:r>
                    </a:p>
                  </a:txBody>
                  <a:tcPr marT="41564" marB="41564" anchor="ctr"/>
                </a:tc>
                <a:extLst>
                  <a:ext uri="{0D108BD9-81ED-4DB2-BD59-A6C34878D82A}">
                    <a16:rowId xmlns:a16="http://schemas.microsoft.com/office/drawing/2014/main" val="1265433696"/>
                  </a:ext>
                </a:extLst>
              </a:tr>
              <a:tr h="313194">
                <a:tc>
                  <a:txBody>
                    <a:bodyPr/>
                    <a:lstStyle/>
                    <a:p>
                      <a:pPr algn="l" fontAlgn="b">
                        <a:buNone/>
                      </a:pPr>
                      <a:r>
                        <a:rPr lang="en-US" sz="1400" b="0" i="0" u="none" strike="noStrike">
                          <a:solidFill>
                            <a:schemeClr val="tx1"/>
                          </a:solidFill>
                          <a:effectLst/>
                          <a:latin typeface="Calibri" panose="020F0502020204030204" pitchFamily="34" charset="0"/>
                        </a:rPr>
                        <a:t>Guilherme Ribeiro</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TrainB09+EducationServices2@hyland.com</a:t>
                      </a:r>
                    </a:p>
                  </a:txBody>
                  <a:tcPr marT="41564" marB="41564" anchor="ctr"/>
                </a:tc>
                <a:tc>
                  <a:txBody>
                    <a:bodyPr/>
                    <a:lstStyle/>
                    <a:p>
                      <a:pPr algn="l" fontAlgn="b">
                        <a:buNone/>
                      </a:pPr>
                      <a:r>
                        <a:rPr lang="en-US" sz="1200" b="0" i="0" u="none" strike="noStrike">
                          <a:solidFill>
                            <a:schemeClr val="tx1"/>
                          </a:solidFill>
                          <a:effectLst/>
                          <a:latin typeface="Calibri" panose="020F0502020204030204" pitchFamily="34" charset="0"/>
                        </a:rPr>
                        <a:t>Tim Gartman</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TrainB24+EducationServices2@hyland.com</a:t>
                      </a:r>
                    </a:p>
                  </a:txBody>
                  <a:tcPr marT="41564" marB="41564" anchor="ctr"/>
                </a:tc>
                <a:extLst>
                  <a:ext uri="{0D108BD9-81ED-4DB2-BD59-A6C34878D82A}">
                    <a16:rowId xmlns:a16="http://schemas.microsoft.com/office/drawing/2014/main" val="899387206"/>
                  </a:ext>
                </a:extLst>
              </a:tr>
              <a:tr h="446673">
                <a:tc>
                  <a:txBody>
                    <a:bodyPr/>
                    <a:lstStyle/>
                    <a:p>
                      <a:pPr algn="l" fontAlgn="b">
                        <a:buNone/>
                      </a:pPr>
                      <a:r>
                        <a:rPr lang="en-US" sz="1400" b="0" i="0" u="none" strike="noStrike">
                          <a:solidFill>
                            <a:schemeClr val="tx1"/>
                          </a:solidFill>
                          <a:effectLst/>
                          <a:latin typeface="Calibri" panose="020F0502020204030204" pitchFamily="34" charset="0"/>
                        </a:rPr>
                        <a:t>Jared Gibson</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TrainB10+EducationServices2@hyland.com</a:t>
                      </a:r>
                    </a:p>
                  </a:txBody>
                  <a:tcPr marT="41564" marB="41564" anchor="ctr"/>
                </a:tc>
                <a:tc>
                  <a:txBody>
                    <a:bodyPr/>
                    <a:lstStyle/>
                    <a:p>
                      <a:pPr algn="l" fontAlgn="b">
                        <a:buNone/>
                      </a:pPr>
                      <a:r>
                        <a:rPr lang="en-US" sz="1200" b="0" i="0" u="none" strike="noStrike">
                          <a:solidFill>
                            <a:schemeClr val="tx1"/>
                          </a:solidFill>
                          <a:effectLst/>
                          <a:latin typeface="Calibri" panose="020F0502020204030204" pitchFamily="34" charset="0"/>
                        </a:rPr>
                        <a:t>Tony Parzgnat</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TrainB25+EducationServices2@hyland.com</a:t>
                      </a:r>
                    </a:p>
                  </a:txBody>
                  <a:tcPr marT="41564" marB="41564" anchor="ctr"/>
                </a:tc>
                <a:extLst>
                  <a:ext uri="{0D108BD9-81ED-4DB2-BD59-A6C34878D82A}">
                    <a16:rowId xmlns:a16="http://schemas.microsoft.com/office/drawing/2014/main" val="3134897221"/>
                  </a:ext>
                </a:extLst>
              </a:tr>
              <a:tr h="446673">
                <a:tc>
                  <a:txBody>
                    <a:bodyPr/>
                    <a:lstStyle/>
                    <a:p>
                      <a:pPr algn="l" fontAlgn="b">
                        <a:buNone/>
                      </a:pPr>
                      <a:r>
                        <a:rPr lang="en-US" sz="1400" b="0" i="0" u="none" strike="noStrike">
                          <a:solidFill>
                            <a:schemeClr val="tx1"/>
                          </a:solidFill>
                          <a:effectLst/>
                          <a:latin typeface="Calibri" panose="020F0502020204030204" pitchFamily="34" charset="0"/>
                        </a:rPr>
                        <a:t>Jeff Vinca</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TrainB11+EducationServices2@hyland.com</a:t>
                      </a:r>
                    </a:p>
                  </a:txBody>
                  <a:tcPr marT="41564" marB="41564" anchor="ctr"/>
                </a:tc>
                <a:tc>
                  <a:txBody>
                    <a:bodyPr/>
                    <a:lstStyle/>
                    <a:p>
                      <a:pPr algn="l" fontAlgn="b">
                        <a:buNone/>
                      </a:pPr>
                      <a:r>
                        <a:rPr lang="en-US" sz="1200" b="0" i="0" u="none" strike="noStrike" dirty="0">
                          <a:solidFill>
                            <a:schemeClr val="tx1"/>
                          </a:solidFill>
                          <a:effectLst/>
                          <a:latin typeface="Calibri" panose="020F0502020204030204" pitchFamily="34" charset="0"/>
                        </a:rPr>
                        <a:t>Yves </a:t>
                      </a:r>
                      <a:r>
                        <a:rPr lang="en-US" sz="1200" b="0" i="0" u="none" strike="noStrike" dirty="0" err="1">
                          <a:solidFill>
                            <a:schemeClr val="tx1"/>
                          </a:solidFill>
                          <a:effectLst/>
                          <a:latin typeface="Calibri" panose="020F0502020204030204" pitchFamily="34" charset="0"/>
                        </a:rPr>
                        <a:t>Prignon</a:t>
                      </a:r>
                      <a:endParaRPr lang="en-US" sz="1200" b="0" i="0" u="none" strike="noStrike" dirty="0">
                        <a:solidFill>
                          <a:schemeClr val="tx1"/>
                        </a:solidFill>
                        <a:effectLst/>
                        <a:latin typeface="Calibri" panose="020F0502020204030204" pitchFamily="34" charset="0"/>
                      </a:endParaRP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Calibri" panose="020F0502020204030204" pitchFamily="34" charset="0"/>
                        </a:rPr>
                        <a:t>TrainB26+EducationServices2@hyland.com</a:t>
                      </a:r>
                    </a:p>
                  </a:txBody>
                  <a:tcPr marT="41564" marB="41564" anchor="ctr"/>
                </a:tc>
                <a:extLst>
                  <a:ext uri="{0D108BD9-81ED-4DB2-BD59-A6C34878D82A}">
                    <a16:rowId xmlns:a16="http://schemas.microsoft.com/office/drawing/2014/main" val="2831066985"/>
                  </a:ext>
                </a:extLst>
              </a:tr>
              <a:tr h="320688">
                <a:tc>
                  <a:txBody>
                    <a:bodyPr/>
                    <a:lstStyle/>
                    <a:p>
                      <a:pPr algn="l" fontAlgn="b">
                        <a:buNone/>
                      </a:pPr>
                      <a:r>
                        <a:rPr lang="en-US" sz="1400" b="0" i="0" u="none" strike="noStrike">
                          <a:solidFill>
                            <a:schemeClr val="tx1"/>
                          </a:solidFill>
                          <a:effectLst/>
                          <a:latin typeface="Calibri" panose="020F0502020204030204" pitchFamily="34" charset="0"/>
                        </a:rPr>
                        <a:t>Joshua Puskarich</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dirty="0">
                          <a:ln>
                            <a:noFill/>
                          </a:ln>
                          <a:solidFill>
                            <a:schemeClr val="tx1"/>
                          </a:solidFill>
                          <a:effectLst/>
                          <a:uLnTx/>
                          <a:uFillTx/>
                          <a:latin typeface="+mn-lt"/>
                          <a:ea typeface="+mn-ea"/>
                          <a:cs typeface="Calibri" panose="020F0502020204030204" pitchFamily="34" charset="0"/>
                        </a:rPr>
                        <a:t>TrainB12+EducationServices2@hyland.com</a:t>
                      </a:r>
                    </a:p>
                  </a:txBody>
                  <a:tcPr marT="41564" marB="41564" anchor="ctr"/>
                </a:tc>
                <a:tc>
                  <a:txBody>
                    <a:bodyPr/>
                    <a:lstStyle/>
                    <a:p>
                      <a:pPr algn="l" fontAlgn="b">
                        <a:buNone/>
                      </a:pPr>
                      <a:endParaRPr lang="en-US" sz="1000" b="0" i="0" u="none" strike="noStrike">
                        <a:solidFill>
                          <a:schemeClr val="tx1">
                            <a:lumMod val="95000"/>
                          </a:schemeClr>
                        </a:solidFill>
                        <a:effectLst/>
                        <a:latin typeface="Calibri" panose="020F0502020204030204" pitchFamily="34" charset="0"/>
                      </a:endParaRPr>
                    </a:p>
                  </a:txBody>
                  <a:tcPr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dirty="0">
                          <a:ln>
                            <a:noFill/>
                          </a:ln>
                          <a:solidFill>
                            <a:schemeClr val="tx1"/>
                          </a:solidFill>
                          <a:effectLst/>
                          <a:uLnTx/>
                          <a:uFillTx/>
                          <a:latin typeface="+mn-lt"/>
                          <a:ea typeface="+mn-ea"/>
                          <a:cs typeface="Calibri" panose="020F0502020204030204" pitchFamily="34" charset="0"/>
                        </a:rPr>
                        <a:t>TrainB27+EducationServices2@hyland.com</a:t>
                      </a:r>
                    </a:p>
                  </a:txBody>
                  <a:tcPr marT="41564" marB="41564" anchor="ctr"/>
                </a:tc>
                <a:extLst>
                  <a:ext uri="{0D108BD9-81ED-4DB2-BD59-A6C34878D82A}">
                    <a16:rowId xmlns:a16="http://schemas.microsoft.com/office/drawing/2014/main" val="3053122474"/>
                  </a:ext>
                </a:extLst>
              </a:tr>
              <a:tr h="446673">
                <a:tc>
                  <a:txBody>
                    <a:bodyPr/>
                    <a:lstStyle/>
                    <a:p>
                      <a:pPr algn="l" fontAlgn="b">
                        <a:buNone/>
                      </a:pPr>
                      <a:r>
                        <a:rPr lang="en-US" sz="1400" b="0" i="0" u="none" strike="noStrike">
                          <a:solidFill>
                            <a:schemeClr val="tx1"/>
                          </a:solidFill>
                          <a:effectLst/>
                          <a:latin typeface="Calibri" panose="020F0502020204030204" pitchFamily="34" charset="0"/>
                        </a:rPr>
                        <a:t>Joyce Calandro</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dirty="0">
                          <a:ln>
                            <a:noFill/>
                          </a:ln>
                          <a:solidFill>
                            <a:schemeClr val="tx1"/>
                          </a:solidFill>
                          <a:effectLst/>
                          <a:uLnTx/>
                          <a:uFillTx/>
                          <a:latin typeface="+mn-lt"/>
                          <a:ea typeface="+mn-ea"/>
                          <a:cs typeface="Calibri" panose="020F0502020204030204" pitchFamily="34" charset="0"/>
                        </a:rPr>
                        <a:t>TrainB13+EducationServices2@hyland.com</a:t>
                      </a:r>
                    </a:p>
                  </a:txBody>
                  <a:tcPr marT="41564" marB="41564" anchor="ctr"/>
                </a:tc>
                <a:tc>
                  <a:txBody>
                    <a:bodyPr/>
                    <a:lstStyle/>
                    <a:p>
                      <a:pPr algn="l" fontAlgn="b">
                        <a:buNone/>
                      </a:pPr>
                      <a:endParaRPr lang="en-US" sz="1000" b="0" i="0" u="none" strike="noStrike">
                        <a:solidFill>
                          <a:schemeClr val="tx1">
                            <a:lumMod val="95000"/>
                          </a:schemeClr>
                        </a:solidFill>
                        <a:effectLst/>
                        <a:latin typeface="Calibri" panose="020F0502020204030204" pitchFamily="34" charset="0"/>
                      </a:endParaRPr>
                    </a:p>
                  </a:txBody>
                  <a:tcPr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dirty="0">
                          <a:ln>
                            <a:noFill/>
                          </a:ln>
                          <a:solidFill>
                            <a:schemeClr val="tx1"/>
                          </a:solidFill>
                          <a:effectLst/>
                          <a:uLnTx/>
                          <a:uFillTx/>
                          <a:latin typeface="+mn-lt"/>
                          <a:ea typeface="+mn-ea"/>
                          <a:cs typeface="Calibri" panose="020F0502020204030204" pitchFamily="34" charset="0"/>
                        </a:rPr>
                        <a:t>TrainB28+EducationServices2@hyland.com</a:t>
                      </a:r>
                    </a:p>
                  </a:txBody>
                  <a:tcPr marT="41564" marB="41564" anchor="ctr"/>
                </a:tc>
                <a:extLst>
                  <a:ext uri="{0D108BD9-81ED-4DB2-BD59-A6C34878D82A}">
                    <a16:rowId xmlns:a16="http://schemas.microsoft.com/office/drawing/2014/main" val="1030273016"/>
                  </a:ext>
                </a:extLst>
              </a:tr>
              <a:tr h="446673">
                <a:tc>
                  <a:txBody>
                    <a:bodyPr/>
                    <a:lstStyle/>
                    <a:p>
                      <a:pPr algn="l" fontAlgn="b">
                        <a:buNone/>
                      </a:pPr>
                      <a:r>
                        <a:rPr lang="en-US" sz="1400" b="0" i="0" u="none" strike="noStrike">
                          <a:solidFill>
                            <a:schemeClr val="tx1"/>
                          </a:solidFill>
                          <a:effectLst/>
                          <a:latin typeface="Calibri" panose="020F0502020204030204" pitchFamily="34" charset="0"/>
                        </a:rPr>
                        <a:t>Keith Krumbine</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dirty="0">
                          <a:ln>
                            <a:noFill/>
                          </a:ln>
                          <a:solidFill>
                            <a:schemeClr val="tx1"/>
                          </a:solidFill>
                          <a:effectLst/>
                          <a:uLnTx/>
                          <a:uFillTx/>
                          <a:latin typeface="+mn-lt"/>
                          <a:ea typeface="+mn-ea"/>
                          <a:cs typeface="Calibri" panose="020F0502020204030204" pitchFamily="34" charset="0"/>
                        </a:rPr>
                        <a:t>TrainB14+EducationServices2@hyland.com</a:t>
                      </a:r>
                    </a:p>
                  </a:txBody>
                  <a:tcPr marT="41564" marB="41564" anchor="ctr"/>
                </a:tc>
                <a:tc>
                  <a:txBody>
                    <a:bodyPr/>
                    <a:lstStyle/>
                    <a:p>
                      <a:pPr algn="l" fontAlgn="b">
                        <a:buNone/>
                      </a:pPr>
                      <a:endParaRPr lang="en-US" sz="1000" b="0" i="0" u="none" strike="noStrike">
                        <a:solidFill>
                          <a:schemeClr val="tx1">
                            <a:lumMod val="95000"/>
                          </a:schemeClr>
                        </a:solidFill>
                        <a:effectLst/>
                        <a:latin typeface="Calibri" panose="020F0502020204030204" pitchFamily="34" charset="0"/>
                      </a:endParaRPr>
                    </a:p>
                  </a:txBody>
                  <a:tcPr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dirty="0">
                          <a:ln>
                            <a:noFill/>
                          </a:ln>
                          <a:solidFill>
                            <a:schemeClr val="tx1"/>
                          </a:solidFill>
                          <a:effectLst/>
                          <a:uLnTx/>
                          <a:uFillTx/>
                          <a:latin typeface="+mn-lt"/>
                          <a:ea typeface="+mn-ea"/>
                          <a:cs typeface="Calibri" panose="020F0502020204030204" pitchFamily="34" charset="0"/>
                        </a:rPr>
                        <a:t>TrainB29+EducationServices2@hyland.com</a:t>
                      </a:r>
                    </a:p>
                  </a:txBody>
                  <a:tcPr marT="41564" marB="41564" anchor="ctr"/>
                </a:tc>
                <a:extLst>
                  <a:ext uri="{0D108BD9-81ED-4DB2-BD59-A6C34878D82A}">
                    <a16:rowId xmlns:a16="http://schemas.microsoft.com/office/drawing/2014/main" val="84822308"/>
                  </a:ext>
                </a:extLst>
              </a:tr>
              <a:tr h="313194">
                <a:tc>
                  <a:txBody>
                    <a:bodyPr/>
                    <a:lstStyle/>
                    <a:p>
                      <a:pPr algn="l" fontAlgn="b">
                        <a:buNone/>
                      </a:pPr>
                      <a:r>
                        <a:rPr lang="en-US" sz="1400" b="0" i="0" u="none" strike="noStrike" dirty="0">
                          <a:solidFill>
                            <a:schemeClr val="tx1"/>
                          </a:solidFill>
                          <a:effectLst/>
                          <a:latin typeface="Calibri" panose="020F0502020204030204" pitchFamily="34" charset="0"/>
                        </a:rPr>
                        <a:t>Kevin Poppe</a:t>
                      </a:r>
                    </a:p>
                  </a:txBody>
                  <a:tcPr marL="9525" marR="9525" marT="9525"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u="sng" dirty="0">
                          <a:solidFill>
                            <a:schemeClr val="tx1"/>
                          </a:solidFill>
                          <a:latin typeface="+mn-lt"/>
                          <a:cs typeface="Calibri" panose="020F0502020204030204" pitchFamily="34" charset="0"/>
                        </a:rPr>
                        <a:t>TrainB15+EducationServices2@hyland.com</a:t>
                      </a:r>
                    </a:p>
                  </a:txBody>
                  <a:tcPr marT="41564" marB="41564" anchor="ctr"/>
                </a:tc>
                <a:tc>
                  <a:txBody>
                    <a:bodyPr/>
                    <a:lstStyle/>
                    <a:p>
                      <a:pPr algn="l" fontAlgn="b">
                        <a:buNone/>
                      </a:pPr>
                      <a:endParaRPr lang="en-US" sz="1000" b="0" i="0" u="none" strike="noStrike" dirty="0">
                        <a:solidFill>
                          <a:schemeClr val="tx1">
                            <a:lumMod val="95000"/>
                          </a:schemeClr>
                        </a:solidFill>
                        <a:effectLst/>
                        <a:latin typeface="Calibri" panose="020F0502020204030204" pitchFamily="34" charset="0"/>
                      </a:endParaRPr>
                    </a:p>
                  </a:txBody>
                  <a:tcPr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u="sng" dirty="0">
                          <a:solidFill>
                            <a:schemeClr val="tx1"/>
                          </a:solidFill>
                          <a:latin typeface="+mn-lt"/>
                          <a:cs typeface="Calibri" panose="020F0502020204030204" pitchFamily="34" charset="0"/>
                        </a:rPr>
                        <a:t>TrainB30+EducationServices2@hyland.com</a:t>
                      </a:r>
                    </a:p>
                  </a:txBody>
                  <a:tcPr marT="41564" marB="41564" anchor="ctr"/>
                </a:tc>
                <a:extLst>
                  <a:ext uri="{0D108BD9-81ED-4DB2-BD59-A6C34878D82A}">
                    <a16:rowId xmlns:a16="http://schemas.microsoft.com/office/drawing/2014/main" val="2841774315"/>
                  </a:ext>
                </a:extLst>
              </a:tr>
              <a:tr h="313194">
                <a:tc>
                  <a:txBody>
                    <a:bodyPr/>
                    <a:lstStyle/>
                    <a:p>
                      <a:pPr algn="l" fontAlgn="b">
                        <a:buNone/>
                      </a:pPr>
                      <a:endParaRPr lang="en-US" sz="1000" b="0" i="0" u="none" strike="noStrike" dirty="0">
                        <a:solidFill>
                          <a:schemeClr val="tx1">
                            <a:lumMod val="95000"/>
                          </a:schemeClr>
                        </a:solidFill>
                        <a:effectLst/>
                        <a:latin typeface="Calibri" panose="020F0502020204030204" pitchFamily="34" charset="0"/>
                      </a:endParaRPr>
                    </a:p>
                  </a:txBody>
                  <a:tcPr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u="sng" dirty="0">
                        <a:solidFill>
                          <a:schemeClr val="tx1"/>
                        </a:solidFill>
                        <a:latin typeface="+mn-lt"/>
                        <a:cs typeface="Calibri" panose="020F0502020204030204" pitchFamily="34" charset="0"/>
                      </a:endParaRPr>
                    </a:p>
                  </a:txBody>
                  <a:tcPr marT="41564" marB="41564" anchor="ctr"/>
                </a:tc>
                <a:tc>
                  <a:txBody>
                    <a:bodyPr/>
                    <a:lstStyle/>
                    <a:p>
                      <a:pPr algn="l" fontAlgn="b">
                        <a:buNone/>
                      </a:pPr>
                      <a:endParaRPr lang="en-US" sz="1000" b="0" i="0" u="none" strike="noStrike" dirty="0">
                        <a:solidFill>
                          <a:schemeClr val="tx1">
                            <a:lumMod val="95000"/>
                          </a:schemeClr>
                        </a:solidFill>
                        <a:effectLst/>
                        <a:latin typeface="Calibri" panose="020F0502020204030204" pitchFamily="34" charset="0"/>
                      </a:endParaRPr>
                    </a:p>
                  </a:txBody>
                  <a:tcPr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u="sng" dirty="0">
                          <a:solidFill>
                            <a:schemeClr val="tx1"/>
                          </a:solidFill>
                          <a:latin typeface="+mn-lt"/>
                          <a:cs typeface="Calibri" panose="020F0502020204030204" pitchFamily="34" charset="0"/>
                        </a:rPr>
                        <a:t>TrainB31+EducationServices2@hyland.com</a:t>
                      </a:r>
                    </a:p>
                  </a:txBody>
                  <a:tcPr marT="41564" marB="41564" anchor="ctr"/>
                </a:tc>
                <a:extLst>
                  <a:ext uri="{0D108BD9-81ED-4DB2-BD59-A6C34878D82A}">
                    <a16:rowId xmlns:a16="http://schemas.microsoft.com/office/drawing/2014/main" val="2417833498"/>
                  </a:ext>
                </a:extLst>
              </a:tr>
            </a:tbl>
          </a:graphicData>
        </a:graphic>
      </p:graphicFrame>
      <p:sp>
        <p:nvSpPr>
          <p:cNvPr id="2" name="Title 2">
            <a:extLst>
              <a:ext uri="{FF2B5EF4-FFF2-40B4-BE49-F238E27FC236}">
                <a16:creationId xmlns:a16="http://schemas.microsoft.com/office/drawing/2014/main" id="{D864D0C2-C7B8-60F0-3A30-80D974056135}"/>
              </a:ext>
            </a:extLst>
          </p:cNvPr>
          <p:cNvSpPr txBox="1">
            <a:spLocks/>
          </p:cNvSpPr>
          <p:nvPr/>
        </p:nvSpPr>
        <p:spPr>
          <a:xfrm>
            <a:off x="6096000" y="23807"/>
            <a:ext cx="6096000" cy="439106"/>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a:solidFill>
                  <a:schemeClr val="bg1"/>
                </a:solidFill>
                <a:latin typeface="Figtree ExtraBold"/>
                <a:ea typeface="+mj-ea"/>
                <a:cs typeface="+mj-cs"/>
              </a:defRPr>
            </a:lvl1pPr>
          </a:lstStyle>
          <a:p>
            <a:r>
              <a:rPr lang="en-US" sz="2400" dirty="0">
                <a:solidFill>
                  <a:schemeClr val="tx1"/>
                </a:solidFill>
              </a:rPr>
              <a:t>Password: </a:t>
            </a:r>
            <a:r>
              <a:rPr lang="en-US" sz="2400" dirty="0" err="1">
                <a:solidFill>
                  <a:schemeClr val="tx1"/>
                </a:solidFill>
              </a:rPr>
              <a:t>HylandAutomate</a:t>
            </a:r>
            <a:r>
              <a:rPr lang="en-US" sz="2400" dirty="0">
                <a:solidFill>
                  <a:schemeClr val="tx1"/>
                </a:solidFill>
              </a:rPr>
              <a:t>!!</a:t>
            </a:r>
          </a:p>
        </p:txBody>
      </p:sp>
    </p:spTree>
    <p:extLst>
      <p:ext uri="{BB962C8B-B14F-4D97-AF65-F5344CB8AC3E}">
        <p14:creationId xmlns:p14="http://schemas.microsoft.com/office/powerpoint/2010/main" val="614464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B76FD-F00C-FC60-19FA-41D3CD1DA7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EB006D-B26F-5D75-7232-E6BDA6241941}"/>
              </a:ext>
            </a:extLst>
          </p:cNvPr>
          <p:cNvSpPr>
            <a:spLocks noGrp="1"/>
          </p:cNvSpPr>
          <p:nvPr>
            <p:ph type="title"/>
          </p:nvPr>
        </p:nvSpPr>
        <p:spPr>
          <a:xfrm>
            <a:off x="483292" y="1516063"/>
            <a:ext cx="2841799" cy="3380133"/>
          </a:xfrm>
        </p:spPr>
        <p:txBody>
          <a:bodyPr/>
          <a:lstStyle/>
          <a:p>
            <a:r>
              <a:rPr lang="en-US" dirty="0"/>
              <a:t>SUMMARY:</a:t>
            </a:r>
            <a:br>
              <a:rPr lang="en-US" dirty="0"/>
            </a:br>
            <a:br>
              <a:rPr lang="en-US" dirty="0"/>
            </a:br>
            <a:r>
              <a:rPr lang="en-US" dirty="0"/>
              <a:t>Creating a Custom UI in </a:t>
            </a:r>
            <a:r>
              <a:rPr lang="en-US" dirty="0">
                <a:solidFill>
                  <a:srgbClr val="13EAC1"/>
                </a:solidFill>
              </a:rPr>
              <a:t>Content Innovation Cloud</a:t>
            </a:r>
          </a:p>
        </p:txBody>
      </p:sp>
      <p:sp>
        <p:nvSpPr>
          <p:cNvPr id="3" name="Text Placeholder 2">
            <a:extLst>
              <a:ext uri="{FF2B5EF4-FFF2-40B4-BE49-F238E27FC236}">
                <a16:creationId xmlns:a16="http://schemas.microsoft.com/office/drawing/2014/main" id="{8D9E33D1-2CAA-3476-41CF-084CFD27BC9B}"/>
              </a:ext>
            </a:extLst>
          </p:cNvPr>
          <p:cNvSpPr>
            <a:spLocks noGrp="1"/>
          </p:cNvSpPr>
          <p:nvPr>
            <p:ph type="body" sz="quarter" idx="13"/>
          </p:nvPr>
        </p:nvSpPr>
        <p:spPr/>
        <p:txBody>
          <a:bodyPr/>
          <a:lstStyle/>
          <a:p>
            <a:r>
              <a:rPr lang="en-US" dirty="0"/>
              <a:t>Create Custom UI Local Dev Environment</a:t>
            </a:r>
          </a:p>
        </p:txBody>
      </p:sp>
      <p:sp>
        <p:nvSpPr>
          <p:cNvPr id="4" name="Text Placeholder 3">
            <a:extLst>
              <a:ext uri="{FF2B5EF4-FFF2-40B4-BE49-F238E27FC236}">
                <a16:creationId xmlns:a16="http://schemas.microsoft.com/office/drawing/2014/main" id="{DD7B98A2-3A55-C2FD-FE90-E1C444A74304}"/>
              </a:ext>
            </a:extLst>
          </p:cNvPr>
          <p:cNvSpPr>
            <a:spLocks noGrp="1"/>
          </p:cNvSpPr>
          <p:nvPr>
            <p:ph type="body" sz="quarter" idx="14"/>
          </p:nvPr>
        </p:nvSpPr>
        <p:spPr/>
        <p:txBody>
          <a:bodyPr/>
          <a:lstStyle/>
          <a:p>
            <a:r>
              <a:rPr lang="en-US" dirty="0"/>
              <a:t>Configure &amp; Code Custom UI</a:t>
            </a:r>
          </a:p>
        </p:txBody>
      </p:sp>
      <p:sp>
        <p:nvSpPr>
          <p:cNvPr id="5" name="Text Placeholder 4">
            <a:extLst>
              <a:ext uri="{FF2B5EF4-FFF2-40B4-BE49-F238E27FC236}">
                <a16:creationId xmlns:a16="http://schemas.microsoft.com/office/drawing/2014/main" id="{F61ACD8A-F853-D94E-4314-A3E4CE4FA82E}"/>
              </a:ext>
            </a:extLst>
          </p:cNvPr>
          <p:cNvSpPr>
            <a:spLocks noGrp="1"/>
          </p:cNvSpPr>
          <p:nvPr>
            <p:ph type="body" sz="quarter" idx="15"/>
          </p:nvPr>
        </p:nvSpPr>
        <p:spPr/>
        <p:txBody>
          <a:bodyPr/>
          <a:lstStyle/>
          <a:p>
            <a:r>
              <a:rPr lang="en-US" dirty="0"/>
              <a:t>Implement Custom UI to Cloud Application</a:t>
            </a:r>
          </a:p>
        </p:txBody>
      </p:sp>
    </p:spTree>
    <p:extLst>
      <p:ext uri="{BB962C8B-B14F-4D97-AF65-F5344CB8AC3E}">
        <p14:creationId xmlns:p14="http://schemas.microsoft.com/office/powerpoint/2010/main" val="343960296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AB752D8-78CF-EB98-4BD5-D89C46875410}"/>
              </a:ext>
            </a:extLst>
          </p:cNvPr>
          <p:cNvSpPr>
            <a:spLocks noGrp="1"/>
          </p:cNvSpPr>
          <p:nvPr>
            <p:ph type="body" sz="quarter" idx="10"/>
          </p:nvPr>
        </p:nvSpPr>
        <p:spPr>
          <a:xfrm>
            <a:off x="947275" y="2079174"/>
            <a:ext cx="10297449" cy="3449559"/>
          </a:xfrm>
        </p:spPr>
        <p:txBody>
          <a:bodyPr/>
          <a:lstStyle/>
          <a:p>
            <a:r>
              <a:rPr lang="en-US" dirty="0"/>
              <a:t>How likely are you to </a:t>
            </a:r>
            <a:r>
              <a:rPr lang="en-US" dirty="0">
                <a:solidFill>
                  <a:srgbClr val="13EAC1"/>
                </a:solidFill>
              </a:rPr>
              <a:t>use</a:t>
            </a:r>
            <a:r>
              <a:rPr lang="en-US" dirty="0"/>
              <a:t> or </a:t>
            </a:r>
            <a:r>
              <a:rPr lang="en-US" dirty="0">
                <a:solidFill>
                  <a:srgbClr val="13EAC1"/>
                </a:solidFill>
              </a:rPr>
              <a:t>recommend</a:t>
            </a:r>
            <a:r>
              <a:rPr lang="en-US" dirty="0"/>
              <a:t> a Custom UI as a business solution?</a:t>
            </a:r>
          </a:p>
          <a:p>
            <a:endParaRPr lang="en-US" dirty="0"/>
          </a:p>
        </p:txBody>
      </p:sp>
    </p:spTree>
    <p:extLst>
      <p:ext uri="{BB962C8B-B14F-4D97-AF65-F5344CB8AC3E}">
        <p14:creationId xmlns:p14="http://schemas.microsoft.com/office/powerpoint/2010/main" val="89375798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F9DF6-3B5A-43F7-BCF7-8D1C06B1050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01E9552-B648-32C0-A7EE-1AC9EA400549}"/>
              </a:ext>
            </a:extLst>
          </p:cNvPr>
          <p:cNvSpPr>
            <a:spLocks noGrp="1"/>
          </p:cNvSpPr>
          <p:nvPr>
            <p:ph type="body" sz="quarter" idx="10"/>
          </p:nvPr>
        </p:nvSpPr>
        <p:spPr>
          <a:xfrm>
            <a:off x="947275" y="2079174"/>
            <a:ext cx="10297449" cy="3449559"/>
          </a:xfrm>
        </p:spPr>
        <p:txBody>
          <a:bodyPr/>
          <a:lstStyle/>
          <a:p>
            <a:r>
              <a:rPr lang="en-US" dirty="0"/>
              <a:t>In a continuation of this course, which </a:t>
            </a:r>
            <a:r>
              <a:rPr lang="en-US" dirty="0">
                <a:solidFill>
                  <a:srgbClr val="13EAC1"/>
                </a:solidFill>
              </a:rPr>
              <a:t>elements</a:t>
            </a:r>
            <a:r>
              <a:rPr lang="en-US" dirty="0"/>
              <a:t>, </a:t>
            </a:r>
            <a:r>
              <a:rPr lang="en-US" dirty="0">
                <a:solidFill>
                  <a:srgbClr val="13EAC1"/>
                </a:solidFill>
              </a:rPr>
              <a:t>features</a:t>
            </a:r>
            <a:r>
              <a:rPr lang="en-US" dirty="0"/>
              <a:t>, or </a:t>
            </a:r>
            <a:r>
              <a:rPr lang="en-US" dirty="0">
                <a:solidFill>
                  <a:srgbClr val="13EAC1"/>
                </a:solidFill>
              </a:rPr>
              <a:t>enhancements</a:t>
            </a:r>
            <a:r>
              <a:rPr lang="en-US" dirty="0"/>
              <a:t> would you like included in a Custom UI?</a:t>
            </a:r>
          </a:p>
        </p:txBody>
      </p:sp>
    </p:spTree>
    <p:extLst>
      <p:ext uri="{BB962C8B-B14F-4D97-AF65-F5344CB8AC3E}">
        <p14:creationId xmlns:p14="http://schemas.microsoft.com/office/powerpoint/2010/main" val="2074345762"/>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818A4-6EFE-402F-9A4B-C4BC93FADBAC}"/>
              </a:ext>
            </a:extLst>
          </p:cNvPr>
          <p:cNvSpPr>
            <a:spLocks noGrp="1"/>
          </p:cNvSpPr>
          <p:nvPr>
            <p:ph type="title"/>
          </p:nvPr>
        </p:nvSpPr>
        <p:spPr/>
        <p:txBody>
          <a:bodyPr/>
          <a:lstStyle/>
          <a:p>
            <a:r>
              <a:rPr lang="en-US" dirty="0"/>
              <a:t>Virtual Machines</a:t>
            </a:r>
          </a:p>
        </p:txBody>
      </p:sp>
      <p:graphicFrame>
        <p:nvGraphicFramePr>
          <p:cNvPr id="10" name="Table 9">
            <a:extLst>
              <a:ext uri="{FF2B5EF4-FFF2-40B4-BE49-F238E27FC236}">
                <a16:creationId xmlns:a16="http://schemas.microsoft.com/office/drawing/2014/main" id="{E76E3A50-3BA0-1956-B8DB-543083108CD5}"/>
              </a:ext>
            </a:extLst>
          </p:cNvPr>
          <p:cNvGraphicFramePr>
            <a:graphicFrameLocks noGrp="1"/>
          </p:cNvGraphicFramePr>
          <p:nvPr>
            <p:extLst>
              <p:ext uri="{D42A27DB-BD31-4B8C-83A1-F6EECF244321}">
                <p14:modId xmlns:p14="http://schemas.microsoft.com/office/powerpoint/2010/main" val="3575195655"/>
              </p:ext>
            </p:extLst>
          </p:nvPr>
        </p:nvGraphicFramePr>
        <p:xfrm>
          <a:off x="279879" y="2048599"/>
          <a:ext cx="5005408" cy="4430544"/>
        </p:xfrm>
        <a:graphic>
          <a:graphicData uri="http://schemas.openxmlformats.org/drawingml/2006/table">
            <a:tbl>
              <a:tblPr firstRow="1" bandRow="1">
                <a:tableStyleId>{E8B1032C-EA38-4F05-BA0D-38AFFFC7BED3}</a:tableStyleId>
              </a:tblPr>
              <a:tblGrid>
                <a:gridCol w="2502704">
                  <a:extLst>
                    <a:ext uri="{9D8B030D-6E8A-4147-A177-3AD203B41FA5}">
                      <a16:colId xmlns:a16="http://schemas.microsoft.com/office/drawing/2014/main" val="2896496626"/>
                    </a:ext>
                  </a:extLst>
                </a:gridCol>
                <a:gridCol w="2502704">
                  <a:extLst>
                    <a:ext uri="{9D8B030D-6E8A-4147-A177-3AD203B41FA5}">
                      <a16:colId xmlns:a16="http://schemas.microsoft.com/office/drawing/2014/main" val="276539147"/>
                    </a:ext>
                  </a:extLst>
                </a:gridCol>
              </a:tblGrid>
              <a:tr h="553818">
                <a:tc>
                  <a:txBody>
                    <a:bodyPr/>
                    <a:lstStyle/>
                    <a:p>
                      <a:pPr algn="ctr"/>
                      <a:r>
                        <a:rPr lang="en-US" dirty="0"/>
                        <a:t>USER</a:t>
                      </a:r>
                    </a:p>
                  </a:txBody>
                  <a:tcPr anchor="ctr"/>
                </a:tc>
                <a:tc>
                  <a:txBody>
                    <a:bodyPr/>
                    <a:lstStyle/>
                    <a:p>
                      <a:pPr algn="ctr"/>
                      <a:r>
                        <a:rPr lang="en-US" dirty="0"/>
                        <a:t>Virtual Machine</a:t>
                      </a:r>
                    </a:p>
                  </a:txBody>
                  <a:tcPr anchor="ctr"/>
                </a:tc>
                <a:extLst>
                  <a:ext uri="{0D108BD9-81ED-4DB2-BD59-A6C34878D82A}">
                    <a16:rowId xmlns:a16="http://schemas.microsoft.com/office/drawing/2014/main" val="1916525874"/>
                  </a:ext>
                </a:extLst>
              </a:tr>
              <a:tr h="553818">
                <a:tc>
                  <a:txBody>
                    <a:bodyPr/>
                    <a:lstStyle/>
                    <a:p>
                      <a:r>
                        <a:rPr lang="en-US" dirty="0"/>
                        <a:t>Logan Jensen</a:t>
                      </a:r>
                    </a:p>
                  </a:txBody>
                  <a:tcPr anchor="ctr"/>
                </a:tc>
                <a:tc>
                  <a:txBody>
                    <a:bodyPr/>
                    <a:lstStyle/>
                    <a:p>
                      <a:r>
                        <a:rPr lang="en-US" dirty="0"/>
                        <a:t>TrainXVM01</a:t>
                      </a:r>
                    </a:p>
                  </a:txBody>
                  <a:tcPr anchor="ctr"/>
                </a:tc>
                <a:extLst>
                  <a:ext uri="{0D108BD9-81ED-4DB2-BD59-A6C34878D82A}">
                    <a16:rowId xmlns:a16="http://schemas.microsoft.com/office/drawing/2014/main" val="1762580309"/>
                  </a:ext>
                </a:extLst>
              </a:tr>
              <a:tr h="553818">
                <a:tc>
                  <a:txBody>
                    <a:bodyPr/>
                    <a:lstStyle/>
                    <a:p>
                      <a:r>
                        <a:rPr lang="en-US" dirty="0"/>
                        <a:t>Kiah Wilson</a:t>
                      </a:r>
                    </a:p>
                  </a:txBody>
                  <a:tcPr anchor="ctr"/>
                </a:tc>
                <a:tc>
                  <a:txBody>
                    <a:bodyPr/>
                    <a:lstStyle/>
                    <a:p>
                      <a:r>
                        <a:rPr lang="en-US" dirty="0"/>
                        <a:t>TrainXVM02</a:t>
                      </a:r>
                    </a:p>
                  </a:txBody>
                  <a:tcPr anchor="ctr"/>
                </a:tc>
                <a:extLst>
                  <a:ext uri="{0D108BD9-81ED-4DB2-BD59-A6C34878D82A}">
                    <a16:rowId xmlns:a16="http://schemas.microsoft.com/office/drawing/2014/main" val="3748182577"/>
                  </a:ext>
                </a:extLst>
              </a:tr>
              <a:tr h="553818">
                <a:tc>
                  <a:txBody>
                    <a:bodyPr/>
                    <a:lstStyle/>
                    <a:p>
                      <a:r>
                        <a:rPr lang="en-US" dirty="0"/>
                        <a:t>William Findley</a:t>
                      </a:r>
                    </a:p>
                  </a:txBody>
                  <a:tcPr anchor="ctr"/>
                </a:tc>
                <a:tc>
                  <a:txBody>
                    <a:bodyPr/>
                    <a:lstStyle/>
                    <a:p>
                      <a:r>
                        <a:rPr lang="en-US" dirty="0"/>
                        <a:t>TrainXVM03</a:t>
                      </a:r>
                    </a:p>
                  </a:txBody>
                  <a:tcPr anchor="ctr"/>
                </a:tc>
                <a:extLst>
                  <a:ext uri="{0D108BD9-81ED-4DB2-BD59-A6C34878D82A}">
                    <a16:rowId xmlns:a16="http://schemas.microsoft.com/office/drawing/2014/main" val="1589997379"/>
                  </a:ext>
                </a:extLst>
              </a:tr>
              <a:tr h="553818">
                <a:tc>
                  <a:txBody>
                    <a:bodyPr/>
                    <a:lstStyle/>
                    <a:p>
                      <a:r>
                        <a:rPr lang="en-US" dirty="0"/>
                        <a:t>Kristina </a:t>
                      </a:r>
                      <a:r>
                        <a:rPr lang="en-US" dirty="0" err="1"/>
                        <a:t>Detje</a:t>
                      </a:r>
                      <a:endParaRPr lang="en-US" dirty="0"/>
                    </a:p>
                  </a:txBody>
                  <a:tcPr anchor="ctr"/>
                </a:tc>
                <a:tc>
                  <a:txBody>
                    <a:bodyPr/>
                    <a:lstStyle/>
                    <a:p>
                      <a:r>
                        <a:rPr lang="en-US" dirty="0"/>
                        <a:t>TrainXVM04</a:t>
                      </a:r>
                    </a:p>
                  </a:txBody>
                  <a:tcPr anchor="ctr"/>
                </a:tc>
                <a:extLst>
                  <a:ext uri="{0D108BD9-81ED-4DB2-BD59-A6C34878D82A}">
                    <a16:rowId xmlns:a16="http://schemas.microsoft.com/office/drawing/2014/main" val="3166666272"/>
                  </a:ext>
                </a:extLst>
              </a:tr>
              <a:tr h="553818">
                <a:tc>
                  <a:txBody>
                    <a:bodyPr/>
                    <a:lstStyle/>
                    <a:p>
                      <a:r>
                        <a:rPr lang="en-US" dirty="0"/>
                        <a:t>Olufemi </a:t>
                      </a:r>
                      <a:r>
                        <a:rPr lang="en-US" dirty="0" err="1"/>
                        <a:t>Okanlomo</a:t>
                      </a:r>
                      <a:endParaRPr lang="en-US" dirty="0"/>
                    </a:p>
                  </a:txBody>
                  <a:tcPr anchor="ctr"/>
                </a:tc>
                <a:tc>
                  <a:txBody>
                    <a:bodyPr/>
                    <a:lstStyle/>
                    <a:p>
                      <a:r>
                        <a:rPr lang="en-US" dirty="0"/>
                        <a:t>TrainXVM05</a:t>
                      </a:r>
                    </a:p>
                  </a:txBody>
                  <a:tcPr anchor="ctr"/>
                </a:tc>
                <a:extLst>
                  <a:ext uri="{0D108BD9-81ED-4DB2-BD59-A6C34878D82A}">
                    <a16:rowId xmlns:a16="http://schemas.microsoft.com/office/drawing/2014/main" val="3715236710"/>
                  </a:ext>
                </a:extLst>
              </a:tr>
              <a:tr h="553818">
                <a:tc>
                  <a:txBody>
                    <a:bodyPr/>
                    <a:lstStyle/>
                    <a:p>
                      <a:r>
                        <a:rPr lang="en-US" dirty="0"/>
                        <a:t>Julie Mallory</a:t>
                      </a:r>
                    </a:p>
                  </a:txBody>
                  <a:tcPr anchor="ctr"/>
                </a:tc>
                <a:tc>
                  <a:txBody>
                    <a:bodyPr/>
                    <a:lstStyle/>
                    <a:p>
                      <a:r>
                        <a:rPr lang="en-US" dirty="0"/>
                        <a:t>TrainXVM06</a:t>
                      </a:r>
                    </a:p>
                  </a:txBody>
                  <a:tcPr anchor="ctr"/>
                </a:tc>
                <a:extLst>
                  <a:ext uri="{0D108BD9-81ED-4DB2-BD59-A6C34878D82A}">
                    <a16:rowId xmlns:a16="http://schemas.microsoft.com/office/drawing/2014/main" val="645522630"/>
                  </a:ext>
                </a:extLst>
              </a:tr>
              <a:tr h="553818">
                <a:tc>
                  <a:txBody>
                    <a:bodyPr/>
                    <a:lstStyle/>
                    <a:p>
                      <a:r>
                        <a:rPr lang="en-US" dirty="0"/>
                        <a:t>Shay Coplin</a:t>
                      </a:r>
                    </a:p>
                  </a:txBody>
                  <a:tcPr anchor="ctr"/>
                </a:tc>
                <a:tc>
                  <a:txBody>
                    <a:bodyPr/>
                    <a:lstStyle/>
                    <a:p>
                      <a:r>
                        <a:rPr lang="en-US" dirty="0"/>
                        <a:t>TrainXVM07</a:t>
                      </a:r>
                    </a:p>
                  </a:txBody>
                  <a:tcPr anchor="ctr"/>
                </a:tc>
                <a:extLst>
                  <a:ext uri="{0D108BD9-81ED-4DB2-BD59-A6C34878D82A}">
                    <a16:rowId xmlns:a16="http://schemas.microsoft.com/office/drawing/2014/main" val="3564126983"/>
                  </a:ext>
                </a:extLst>
              </a:tr>
            </a:tbl>
          </a:graphicData>
        </a:graphic>
      </p:graphicFrame>
      <p:sp>
        <p:nvSpPr>
          <p:cNvPr id="11" name="Parallelogram 10">
            <a:extLst>
              <a:ext uri="{FF2B5EF4-FFF2-40B4-BE49-F238E27FC236}">
                <a16:creationId xmlns:a16="http://schemas.microsoft.com/office/drawing/2014/main" id="{448EF597-5015-32E1-A1E4-368C57AB9139}"/>
              </a:ext>
            </a:extLst>
          </p:cNvPr>
          <p:cNvSpPr/>
          <p:nvPr/>
        </p:nvSpPr>
        <p:spPr>
          <a:xfrm>
            <a:off x="-289367" y="1090763"/>
            <a:ext cx="6143901" cy="601883"/>
          </a:xfrm>
          <a:prstGeom prst="parallelogram">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0000"/>
              </a:lnSpc>
              <a:spcBef>
                <a:spcPts val="600"/>
              </a:spcBef>
            </a:pPr>
            <a:r>
              <a:rPr lang="en-US" dirty="0">
                <a:hlinkClick r:id="rId2" tooltip="https://onbaselabs.onbase.com/tenant/training/applications/vms"/>
              </a:rPr>
              <a:t>https://onbaselabs.onbase.com/tenant/Training/applications/vms</a:t>
            </a:r>
            <a:endParaRPr lang="en-US" dirty="0">
              <a:solidFill>
                <a:schemeClr val="bg2"/>
              </a:solidFill>
            </a:endParaRPr>
          </a:p>
        </p:txBody>
      </p:sp>
      <p:sp>
        <p:nvSpPr>
          <p:cNvPr id="12" name="Parallelogram 11">
            <a:extLst>
              <a:ext uri="{FF2B5EF4-FFF2-40B4-BE49-F238E27FC236}">
                <a16:creationId xmlns:a16="http://schemas.microsoft.com/office/drawing/2014/main" id="{588D908D-0A67-800E-8DC5-00A6C54D86C9}"/>
              </a:ext>
            </a:extLst>
          </p:cNvPr>
          <p:cNvSpPr/>
          <p:nvPr/>
        </p:nvSpPr>
        <p:spPr>
          <a:xfrm>
            <a:off x="6096000" y="1090762"/>
            <a:ext cx="6598722" cy="601883"/>
          </a:xfrm>
          <a:prstGeom prst="parallelogram">
            <a:avLst/>
          </a:prstGeom>
          <a:solidFill>
            <a:srgbClr val="6E3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0000"/>
              </a:lnSpc>
              <a:spcBef>
                <a:spcPts val="600"/>
              </a:spcBef>
            </a:pPr>
            <a:r>
              <a:rPr lang="en-US" dirty="0">
                <a:solidFill>
                  <a:schemeClr val="tx1">
                    <a:lumMod val="85000"/>
                  </a:schemeClr>
                </a:solidFill>
              </a:rPr>
              <a:t>Username: </a:t>
            </a:r>
            <a:r>
              <a:rPr lang="en-US" dirty="0" err="1">
                <a:solidFill>
                  <a:schemeClr val="tx1"/>
                </a:solidFill>
              </a:rPr>
              <a:t>trainx</a:t>
            </a:r>
            <a:r>
              <a:rPr lang="en-US" dirty="0">
                <a:solidFill>
                  <a:schemeClr val="tx1">
                    <a:lumMod val="85000"/>
                  </a:schemeClr>
                </a:solidFill>
              </a:rPr>
              <a:t>	Password: </a:t>
            </a:r>
            <a:r>
              <a:rPr lang="en-US" dirty="0"/>
              <a:t>Learning@Hyland2022!</a:t>
            </a:r>
            <a:endParaRPr lang="en-US" dirty="0">
              <a:solidFill>
                <a:schemeClr val="tx1">
                  <a:lumMod val="85000"/>
                </a:schemeClr>
              </a:solidFill>
            </a:endParaRPr>
          </a:p>
        </p:txBody>
      </p:sp>
      <p:pic>
        <p:nvPicPr>
          <p:cNvPr id="13" name="Picture 12">
            <a:extLst>
              <a:ext uri="{FF2B5EF4-FFF2-40B4-BE49-F238E27FC236}">
                <a16:creationId xmlns:a16="http://schemas.microsoft.com/office/drawing/2014/main" id="{8DC9B34F-47B6-4493-2B2D-9084E46DD94A}"/>
              </a:ext>
            </a:extLst>
          </p:cNvPr>
          <p:cNvPicPr>
            <a:picLocks noChangeAspect="1"/>
          </p:cNvPicPr>
          <p:nvPr/>
        </p:nvPicPr>
        <p:blipFill>
          <a:blip r:embed="rId3"/>
          <a:stretch>
            <a:fillRect/>
          </a:stretch>
        </p:blipFill>
        <p:spPr>
          <a:xfrm>
            <a:off x="6206440" y="1875446"/>
            <a:ext cx="5705681" cy="4776849"/>
          </a:xfrm>
          <a:prstGeom prst="rect">
            <a:avLst/>
          </a:prstGeom>
        </p:spPr>
      </p:pic>
      <p:grpSp>
        <p:nvGrpSpPr>
          <p:cNvPr id="20" name="Group 19">
            <a:extLst>
              <a:ext uri="{FF2B5EF4-FFF2-40B4-BE49-F238E27FC236}">
                <a16:creationId xmlns:a16="http://schemas.microsoft.com/office/drawing/2014/main" id="{78B9279F-F26B-6C80-8A5E-8D8DFB1DEC7C}"/>
              </a:ext>
            </a:extLst>
          </p:cNvPr>
          <p:cNvGrpSpPr/>
          <p:nvPr/>
        </p:nvGrpSpPr>
        <p:grpSpPr>
          <a:xfrm>
            <a:off x="6096000" y="5985163"/>
            <a:ext cx="1361704" cy="531462"/>
            <a:chOff x="6096000" y="5985163"/>
            <a:chExt cx="1361704" cy="531462"/>
          </a:xfrm>
        </p:grpSpPr>
        <p:sp>
          <p:nvSpPr>
            <p:cNvPr id="14" name="Rounded Rectangle 13">
              <a:extLst>
                <a:ext uri="{FF2B5EF4-FFF2-40B4-BE49-F238E27FC236}">
                  <a16:creationId xmlns:a16="http://schemas.microsoft.com/office/drawing/2014/main" id="{E1519E09-5ADB-41B0-75F3-4ED17803194F}"/>
                </a:ext>
              </a:extLst>
            </p:cNvPr>
            <p:cNvSpPr/>
            <p:nvPr/>
          </p:nvSpPr>
          <p:spPr>
            <a:xfrm>
              <a:off x="6412675" y="5985163"/>
              <a:ext cx="1045029" cy="531462"/>
            </a:xfrm>
            <a:prstGeom prst="round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ffectLst>
                  <a:outerShdw blurRad="50800" dist="38100" dir="2700000" algn="tl" rotWithShape="0">
                    <a:prstClr val="black">
                      <a:alpha val="40000"/>
                    </a:prstClr>
                  </a:outerShdw>
                </a:effectLst>
              </a:endParaRPr>
            </a:p>
          </p:txBody>
        </p:sp>
        <p:sp>
          <p:nvSpPr>
            <p:cNvPr id="17" name="Rectangle 16">
              <a:extLst>
                <a:ext uri="{FF2B5EF4-FFF2-40B4-BE49-F238E27FC236}">
                  <a16:creationId xmlns:a16="http://schemas.microsoft.com/office/drawing/2014/main" id="{17D86A4B-6B63-3D00-8DEC-2C70E08F3CD8}"/>
                </a:ext>
              </a:extLst>
            </p:cNvPr>
            <p:cNvSpPr/>
            <p:nvPr/>
          </p:nvSpPr>
          <p:spPr>
            <a:xfrm>
              <a:off x="6096000" y="6098907"/>
              <a:ext cx="316675" cy="303974"/>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sz="1600" dirty="0">
                  <a:solidFill>
                    <a:schemeClr val="tx1"/>
                  </a:solidFill>
                </a:rPr>
                <a:t>1</a:t>
              </a:r>
            </a:p>
          </p:txBody>
        </p:sp>
      </p:grpSp>
      <p:grpSp>
        <p:nvGrpSpPr>
          <p:cNvPr id="21" name="Group 20">
            <a:extLst>
              <a:ext uri="{FF2B5EF4-FFF2-40B4-BE49-F238E27FC236}">
                <a16:creationId xmlns:a16="http://schemas.microsoft.com/office/drawing/2014/main" id="{F3F99A5B-CA2A-70CE-02C0-759CEA3550CD}"/>
              </a:ext>
            </a:extLst>
          </p:cNvPr>
          <p:cNvGrpSpPr/>
          <p:nvPr/>
        </p:nvGrpSpPr>
        <p:grpSpPr>
          <a:xfrm>
            <a:off x="6272151" y="2717470"/>
            <a:ext cx="2943101" cy="441366"/>
            <a:chOff x="6272151" y="2717470"/>
            <a:chExt cx="2943101" cy="441366"/>
          </a:xfrm>
        </p:grpSpPr>
        <p:sp>
          <p:nvSpPr>
            <p:cNvPr id="15" name="Rounded Rectangle 14">
              <a:extLst>
                <a:ext uri="{FF2B5EF4-FFF2-40B4-BE49-F238E27FC236}">
                  <a16:creationId xmlns:a16="http://schemas.microsoft.com/office/drawing/2014/main" id="{4A90F08A-23E3-BE68-6423-DEE65BAB5AD7}"/>
                </a:ext>
              </a:extLst>
            </p:cNvPr>
            <p:cNvSpPr/>
            <p:nvPr/>
          </p:nvSpPr>
          <p:spPr>
            <a:xfrm>
              <a:off x="6588826" y="2717470"/>
              <a:ext cx="2626426" cy="441366"/>
            </a:xfrm>
            <a:prstGeom prst="roundRect">
              <a:avLst/>
            </a:prstGeom>
            <a:noFill/>
            <a:ln w="38100">
              <a:solidFill>
                <a:srgbClr val="6E3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ffectLst>
                  <a:outerShdw blurRad="50800" dist="38100" dir="2700000" algn="tl" rotWithShape="0">
                    <a:prstClr val="black">
                      <a:alpha val="40000"/>
                    </a:prstClr>
                  </a:outerShdw>
                </a:effectLst>
              </a:endParaRPr>
            </a:p>
          </p:txBody>
        </p:sp>
        <p:sp>
          <p:nvSpPr>
            <p:cNvPr id="18" name="Rectangle 17">
              <a:extLst>
                <a:ext uri="{FF2B5EF4-FFF2-40B4-BE49-F238E27FC236}">
                  <a16:creationId xmlns:a16="http://schemas.microsoft.com/office/drawing/2014/main" id="{B5B6D6B6-3237-31B5-D3C2-5FFCF21D0C0A}"/>
                </a:ext>
              </a:extLst>
            </p:cNvPr>
            <p:cNvSpPr/>
            <p:nvPr/>
          </p:nvSpPr>
          <p:spPr>
            <a:xfrm>
              <a:off x="6272151" y="2786166"/>
              <a:ext cx="316675" cy="303974"/>
            </a:xfrm>
            <a:prstGeom prst="rect">
              <a:avLst/>
            </a:prstGeom>
            <a:solidFill>
              <a:srgbClr val="6E3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sz="1600" dirty="0">
                  <a:solidFill>
                    <a:schemeClr val="tx1"/>
                  </a:solidFill>
                </a:rPr>
                <a:t>2</a:t>
              </a:r>
            </a:p>
          </p:txBody>
        </p:sp>
      </p:grpSp>
      <p:grpSp>
        <p:nvGrpSpPr>
          <p:cNvPr id="22" name="Group 21">
            <a:extLst>
              <a:ext uri="{FF2B5EF4-FFF2-40B4-BE49-F238E27FC236}">
                <a16:creationId xmlns:a16="http://schemas.microsoft.com/office/drawing/2014/main" id="{AEFAB162-C90F-27BC-7BBA-7C68AFBCFEC6}"/>
              </a:ext>
            </a:extLst>
          </p:cNvPr>
          <p:cNvGrpSpPr/>
          <p:nvPr/>
        </p:nvGrpSpPr>
        <p:grpSpPr>
          <a:xfrm>
            <a:off x="9320916" y="2923309"/>
            <a:ext cx="2241691" cy="603662"/>
            <a:chOff x="9320916" y="2923309"/>
            <a:chExt cx="2241691" cy="603662"/>
          </a:xfrm>
        </p:grpSpPr>
        <p:sp>
          <p:nvSpPr>
            <p:cNvPr id="16" name="Rounded Rectangle 15">
              <a:extLst>
                <a:ext uri="{FF2B5EF4-FFF2-40B4-BE49-F238E27FC236}">
                  <a16:creationId xmlns:a16="http://schemas.microsoft.com/office/drawing/2014/main" id="{27161C7C-6D5E-437A-8CA1-B0D355C0B55F}"/>
                </a:ext>
              </a:extLst>
            </p:cNvPr>
            <p:cNvSpPr/>
            <p:nvPr/>
          </p:nvSpPr>
          <p:spPr>
            <a:xfrm>
              <a:off x="9320916" y="2923309"/>
              <a:ext cx="1925016" cy="603662"/>
            </a:xfrm>
            <a:prstGeom prst="round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ffectLst>
                  <a:outerShdw blurRad="50800" dist="38100" dir="2700000" algn="tl" rotWithShape="0">
                    <a:prstClr val="black">
                      <a:alpha val="40000"/>
                    </a:prstClr>
                  </a:outerShdw>
                </a:effectLst>
              </a:endParaRPr>
            </a:p>
          </p:txBody>
        </p:sp>
        <p:sp>
          <p:nvSpPr>
            <p:cNvPr id="19" name="Rectangle 18">
              <a:extLst>
                <a:ext uri="{FF2B5EF4-FFF2-40B4-BE49-F238E27FC236}">
                  <a16:creationId xmlns:a16="http://schemas.microsoft.com/office/drawing/2014/main" id="{B3E69D8A-88D4-D1FE-A378-2BE3C4F8E985}"/>
                </a:ext>
              </a:extLst>
            </p:cNvPr>
            <p:cNvSpPr/>
            <p:nvPr/>
          </p:nvSpPr>
          <p:spPr>
            <a:xfrm>
              <a:off x="11245932" y="3070132"/>
              <a:ext cx="316675" cy="303974"/>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sz="1600" dirty="0">
                  <a:solidFill>
                    <a:schemeClr val="tx1"/>
                  </a:solidFill>
                </a:rPr>
                <a:t>3</a:t>
              </a:r>
            </a:p>
          </p:txBody>
        </p:sp>
      </p:grpSp>
    </p:spTree>
    <p:extLst>
      <p:ext uri="{BB962C8B-B14F-4D97-AF65-F5344CB8AC3E}">
        <p14:creationId xmlns:p14="http://schemas.microsoft.com/office/powerpoint/2010/main" val="18621886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p:tgtEl>
                                          <p:spTgt spid="11"/>
                                        </p:tgtEl>
                                        <p:attrNameLst>
                                          <p:attrName>ppt_x</p:attrName>
                                        </p:attrNameLst>
                                      </p:cBhvr>
                                      <p:tavLst>
                                        <p:tav tm="0">
                                          <p:val>
                                            <p:strVal val="#ppt_x-#ppt_w*1.125000"/>
                                          </p:val>
                                        </p:tav>
                                        <p:tav tm="100000">
                                          <p:val>
                                            <p:strVal val="#ppt_x"/>
                                          </p:val>
                                        </p:tav>
                                      </p:tavLst>
                                    </p:anim>
                                    <p:animEffect transition="in" filter="wipe(right)">
                                      <p:cBhvr>
                                        <p:cTn id="8" dur="500"/>
                                        <p:tgtEl>
                                          <p:spTgt spid="11"/>
                                        </p:tgtEl>
                                      </p:cBhvr>
                                    </p:animEffect>
                                  </p:childTnLst>
                                </p:cTn>
                              </p:par>
                              <p:par>
                                <p:cTn id="9" presetID="12" presetClass="entr" presetSubtype="2"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p:tgtEl>
                                          <p:spTgt spid="12"/>
                                        </p:tgtEl>
                                        <p:attrNameLst>
                                          <p:attrName>ppt_x</p:attrName>
                                        </p:attrNameLst>
                                      </p:cBhvr>
                                      <p:tavLst>
                                        <p:tav tm="0">
                                          <p:val>
                                            <p:strVal val="#ppt_x+#ppt_w*1.125000"/>
                                          </p:val>
                                        </p:tav>
                                        <p:tav tm="100000">
                                          <p:val>
                                            <p:strVal val="#ppt_x"/>
                                          </p:val>
                                        </p:tav>
                                      </p:tavLst>
                                    </p:anim>
                                    <p:animEffect transition="in" filter="wipe(left)">
                                      <p:cBhvr>
                                        <p:cTn id="12" dur="500"/>
                                        <p:tgtEl>
                                          <p:spTgt spid="12"/>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500"/>
                                        <p:tgtEl>
                                          <p:spTgt spid="20"/>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childTnLst>
                          </p:cTn>
                        </p:par>
                        <p:par>
                          <p:cTn id="29" fill="hold">
                            <p:stCondLst>
                              <p:cond delay="2500"/>
                            </p:stCondLst>
                            <p:childTnLst>
                              <p:par>
                                <p:cTn id="30" presetID="10" presetClass="entr" presetSubtype="0" fill="hold" nodeType="after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1EDAEA1-CA7A-2C47-96C4-CCCDFB0588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603CE-0C9D-A3BB-7611-81CBD139FFEC}"/>
              </a:ext>
            </a:extLst>
          </p:cNvPr>
          <p:cNvSpPr>
            <a:spLocks noGrp="1"/>
          </p:cNvSpPr>
          <p:nvPr>
            <p:ph type="title"/>
          </p:nvPr>
        </p:nvSpPr>
        <p:spPr/>
        <p:txBody>
          <a:bodyPr/>
          <a:lstStyle/>
          <a:p>
            <a:r>
              <a:rPr lang="en-US" dirty="0"/>
              <a:t>Content Innovation Cloud - Login</a:t>
            </a:r>
          </a:p>
        </p:txBody>
      </p:sp>
      <p:graphicFrame>
        <p:nvGraphicFramePr>
          <p:cNvPr id="10" name="Table 9">
            <a:extLst>
              <a:ext uri="{FF2B5EF4-FFF2-40B4-BE49-F238E27FC236}">
                <a16:creationId xmlns:a16="http://schemas.microsoft.com/office/drawing/2014/main" id="{5FD57E5B-B4BA-728A-E70D-600EFB3F73F7}"/>
              </a:ext>
            </a:extLst>
          </p:cNvPr>
          <p:cNvGraphicFramePr>
            <a:graphicFrameLocks noGrp="1"/>
          </p:cNvGraphicFramePr>
          <p:nvPr>
            <p:extLst>
              <p:ext uri="{D42A27DB-BD31-4B8C-83A1-F6EECF244321}">
                <p14:modId xmlns:p14="http://schemas.microsoft.com/office/powerpoint/2010/main" val="2602770730"/>
              </p:ext>
            </p:extLst>
          </p:nvPr>
        </p:nvGraphicFramePr>
        <p:xfrm>
          <a:off x="279877" y="2048599"/>
          <a:ext cx="9703311" cy="4430544"/>
        </p:xfrm>
        <a:graphic>
          <a:graphicData uri="http://schemas.openxmlformats.org/drawingml/2006/table">
            <a:tbl>
              <a:tblPr firstRow="1" bandRow="1">
                <a:tableStyleId>{E8B1032C-EA38-4F05-BA0D-38AFFFC7BED3}</a:tableStyleId>
              </a:tblPr>
              <a:tblGrid>
                <a:gridCol w="3951178">
                  <a:extLst>
                    <a:ext uri="{9D8B030D-6E8A-4147-A177-3AD203B41FA5}">
                      <a16:colId xmlns:a16="http://schemas.microsoft.com/office/drawing/2014/main" val="2896496626"/>
                    </a:ext>
                  </a:extLst>
                </a:gridCol>
                <a:gridCol w="5752133">
                  <a:extLst>
                    <a:ext uri="{9D8B030D-6E8A-4147-A177-3AD203B41FA5}">
                      <a16:colId xmlns:a16="http://schemas.microsoft.com/office/drawing/2014/main" val="276539147"/>
                    </a:ext>
                  </a:extLst>
                </a:gridCol>
              </a:tblGrid>
              <a:tr h="553818">
                <a:tc>
                  <a:txBody>
                    <a:bodyPr/>
                    <a:lstStyle/>
                    <a:p>
                      <a:pPr algn="ctr"/>
                      <a:r>
                        <a:rPr lang="en-US" dirty="0"/>
                        <a:t>USER</a:t>
                      </a:r>
                    </a:p>
                  </a:txBody>
                  <a:tcPr anchor="ctr"/>
                </a:tc>
                <a:tc>
                  <a:txBody>
                    <a:bodyPr/>
                    <a:lstStyle/>
                    <a:p>
                      <a:pPr algn="ctr"/>
                      <a:r>
                        <a:rPr lang="en-US" dirty="0"/>
                        <a:t>EMAIL</a:t>
                      </a:r>
                    </a:p>
                  </a:txBody>
                  <a:tcPr anchor="ctr"/>
                </a:tc>
                <a:extLst>
                  <a:ext uri="{0D108BD9-81ED-4DB2-BD59-A6C34878D82A}">
                    <a16:rowId xmlns:a16="http://schemas.microsoft.com/office/drawing/2014/main" val="1916525874"/>
                  </a:ext>
                </a:extLst>
              </a:tr>
              <a:tr h="553818">
                <a:tc>
                  <a:txBody>
                    <a:bodyPr/>
                    <a:lstStyle/>
                    <a:p>
                      <a:r>
                        <a:rPr lang="en-US" dirty="0"/>
                        <a:t>Logan Jensen</a:t>
                      </a:r>
                    </a:p>
                  </a:txBody>
                  <a:tcPr anchor="ctr"/>
                </a:tc>
                <a:tc>
                  <a:txBody>
                    <a:bodyPr/>
                    <a:lstStyle/>
                    <a:p>
                      <a:r>
                        <a:rPr lang="en-US" dirty="0"/>
                        <a:t>trainA01+educationservices@hyland.com</a:t>
                      </a:r>
                    </a:p>
                  </a:txBody>
                  <a:tcPr anchor="ctr"/>
                </a:tc>
                <a:extLst>
                  <a:ext uri="{0D108BD9-81ED-4DB2-BD59-A6C34878D82A}">
                    <a16:rowId xmlns:a16="http://schemas.microsoft.com/office/drawing/2014/main" val="1762580309"/>
                  </a:ext>
                </a:extLst>
              </a:tr>
              <a:tr h="553818">
                <a:tc>
                  <a:txBody>
                    <a:bodyPr/>
                    <a:lstStyle/>
                    <a:p>
                      <a:r>
                        <a:rPr lang="en-US" dirty="0"/>
                        <a:t>Kiah Wilson</a:t>
                      </a:r>
                    </a:p>
                  </a:txBody>
                  <a:tcPr anchor="ctr"/>
                </a:tc>
                <a:tc>
                  <a:txBody>
                    <a:bodyPr/>
                    <a:lstStyle/>
                    <a:p>
                      <a:r>
                        <a:rPr lang="en-US" dirty="0"/>
                        <a:t>trainA02+educationservices@hyland.com</a:t>
                      </a:r>
                    </a:p>
                  </a:txBody>
                  <a:tcPr anchor="ctr"/>
                </a:tc>
                <a:extLst>
                  <a:ext uri="{0D108BD9-81ED-4DB2-BD59-A6C34878D82A}">
                    <a16:rowId xmlns:a16="http://schemas.microsoft.com/office/drawing/2014/main" val="3748182577"/>
                  </a:ext>
                </a:extLst>
              </a:tr>
              <a:tr h="553818">
                <a:tc>
                  <a:txBody>
                    <a:bodyPr/>
                    <a:lstStyle/>
                    <a:p>
                      <a:r>
                        <a:rPr lang="en-US" dirty="0"/>
                        <a:t>William Findley</a:t>
                      </a:r>
                    </a:p>
                  </a:txBody>
                  <a:tcPr anchor="ctr"/>
                </a:tc>
                <a:tc>
                  <a:txBody>
                    <a:bodyPr/>
                    <a:lstStyle/>
                    <a:p>
                      <a:r>
                        <a:rPr lang="en-US" dirty="0"/>
                        <a:t>trainA03+educationservices@hyland.com</a:t>
                      </a:r>
                    </a:p>
                  </a:txBody>
                  <a:tcPr anchor="ctr"/>
                </a:tc>
                <a:extLst>
                  <a:ext uri="{0D108BD9-81ED-4DB2-BD59-A6C34878D82A}">
                    <a16:rowId xmlns:a16="http://schemas.microsoft.com/office/drawing/2014/main" val="1589997379"/>
                  </a:ext>
                </a:extLst>
              </a:tr>
              <a:tr h="553818">
                <a:tc>
                  <a:txBody>
                    <a:bodyPr/>
                    <a:lstStyle/>
                    <a:p>
                      <a:r>
                        <a:rPr lang="en-US" dirty="0"/>
                        <a:t>Kristina </a:t>
                      </a:r>
                      <a:r>
                        <a:rPr lang="en-US" dirty="0" err="1"/>
                        <a:t>Detje</a:t>
                      </a:r>
                      <a:endParaRPr lang="en-US" dirty="0"/>
                    </a:p>
                  </a:txBody>
                  <a:tcPr anchor="ctr"/>
                </a:tc>
                <a:tc>
                  <a:txBody>
                    <a:bodyPr/>
                    <a:lstStyle/>
                    <a:p>
                      <a:r>
                        <a:rPr lang="en-US" dirty="0"/>
                        <a:t>trainA04+educationservices@hyland.com</a:t>
                      </a:r>
                    </a:p>
                  </a:txBody>
                  <a:tcPr anchor="ctr"/>
                </a:tc>
                <a:extLst>
                  <a:ext uri="{0D108BD9-81ED-4DB2-BD59-A6C34878D82A}">
                    <a16:rowId xmlns:a16="http://schemas.microsoft.com/office/drawing/2014/main" val="3166666272"/>
                  </a:ext>
                </a:extLst>
              </a:tr>
              <a:tr h="553818">
                <a:tc>
                  <a:txBody>
                    <a:bodyPr/>
                    <a:lstStyle/>
                    <a:p>
                      <a:r>
                        <a:rPr lang="en-US" dirty="0" err="1"/>
                        <a:t>Greeeeg</a:t>
                      </a:r>
                      <a:endParaRPr lang="en-US" dirty="0"/>
                    </a:p>
                  </a:txBody>
                  <a:tcPr anchor="ctr"/>
                </a:tc>
                <a:tc>
                  <a:txBody>
                    <a:bodyPr/>
                    <a:lstStyle/>
                    <a:p>
                      <a:r>
                        <a:rPr lang="en-US" dirty="0"/>
                        <a:t>trainA05+educationservices@hyland.com</a:t>
                      </a:r>
                    </a:p>
                  </a:txBody>
                  <a:tcPr anchor="ctr"/>
                </a:tc>
                <a:extLst>
                  <a:ext uri="{0D108BD9-81ED-4DB2-BD59-A6C34878D82A}">
                    <a16:rowId xmlns:a16="http://schemas.microsoft.com/office/drawing/2014/main" val="3715236710"/>
                  </a:ext>
                </a:extLst>
              </a:tr>
              <a:tr h="553818">
                <a:tc>
                  <a:txBody>
                    <a:bodyPr/>
                    <a:lstStyle/>
                    <a:p>
                      <a:r>
                        <a:rPr lang="en-US" dirty="0"/>
                        <a:t>Julie Mallory</a:t>
                      </a:r>
                    </a:p>
                  </a:txBody>
                  <a:tcPr anchor="ctr"/>
                </a:tc>
                <a:tc>
                  <a:txBody>
                    <a:bodyPr/>
                    <a:lstStyle/>
                    <a:p>
                      <a:r>
                        <a:rPr lang="en-US" dirty="0"/>
                        <a:t>trainA06+educationservices@hyland.com</a:t>
                      </a:r>
                    </a:p>
                  </a:txBody>
                  <a:tcPr anchor="ctr"/>
                </a:tc>
                <a:extLst>
                  <a:ext uri="{0D108BD9-81ED-4DB2-BD59-A6C34878D82A}">
                    <a16:rowId xmlns:a16="http://schemas.microsoft.com/office/drawing/2014/main" val="645522630"/>
                  </a:ext>
                </a:extLst>
              </a:tr>
              <a:tr h="553818">
                <a:tc>
                  <a:txBody>
                    <a:bodyPr/>
                    <a:lstStyle/>
                    <a:p>
                      <a:r>
                        <a:rPr lang="en-US" dirty="0"/>
                        <a:t>Shay Coplin</a:t>
                      </a:r>
                    </a:p>
                  </a:txBody>
                  <a:tcPr anchor="ctr"/>
                </a:tc>
                <a:tc>
                  <a:txBody>
                    <a:bodyPr/>
                    <a:lstStyle/>
                    <a:p>
                      <a:r>
                        <a:rPr lang="en-US" dirty="0"/>
                        <a:t>trainA08+educationservices@hyland.com</a:t>
                      </a:r>
                    </a:p>
                  </a:txBody>
                  <a:tcPr anchor="ctr"/>
                </a:tc>
                <a:extLst>
                  <a:ext uri="{0D108BD9-81ED-4DB2-BD59-A6C34878D82A}">
                    <a16:rowId xmlns:a16="http://schemas.microsoft.com/office/drawing/2014/main" val="3564126983"/>
                  </a:ext>
                </a:extLst>
              </a:tr>
            </a:tbl>
          </a:graphicData>
        </a:graphic>
      </p:graphicFrame>
      <p:sp>
        <p:nvSpPr>
          <p:cNvPr id="11" name="Parallelogram 10">
            <a:extLst>
              <a:ext uri="{FF2B5EF4-FFF2-40B4-BE49-F238E27FC236}">
                <a16:creationId xmlns:a16="http://schemas.microsoft.com/office/drawing/2014/main" id="{AFC91471-93FF-66FF-5CF8-B9AED2D4967D}"/>
              </a:ext>
            </a:extLst>
          </p:cNvPr>
          <p:cNvSpPr/>
          <p:nvPr/>
        </p:nvSpPr>
        <p:spPr>
          <a:xfrm>
            <a:off x="-170614" y="1090763"/>
            <a:ext cx="3555081" cy="601883"/>
          </a:xfrm>
          <a:prstGeom prst="parallelogram">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0000"/>
              </a:lnSpc>
              <a:spcBef>
                <a:spcPts val="600"/>
              </a:spcBef>
            </a:pPr>
            <a:r>
              <a:rPr lang="en-US" dirty="0" err="1">
                <a:solidFill>
                  <a:schemeClr val="bg1">
                    <a:lumMod val="85000"/>
                    <a:lumOff val="15000"/>
                  </a:schemeClr>
                </a:solidFill>
              </a:rPr>
              <a:t>Experience.hyland.com</a:t>
            </a:r>
            <a:endParaRPr lang="en-US" dirty="0">
              <a:solidFill>
                <a:schemeClr val="bg1">
                  <a:lumMod val="85000"/>
                  <a:lumOff val="15000"/>
                </a:schemeClr>
              </a:solidFill>
            </a:endParaRPr>
          </a:p>
        </p:txBody>
      </p:sp>
      <p:sp>
        <p:nvSpPr>
          <p:cNvPr id="12" name="Parallelogram 11">
            <a:extLst>
              <a:ext uri="{FF2B5EF4-FFF2-40B4-BE49-F238E27FC236}">
                <a16:creationId xmlns:a16="http://schemas.microsoft.com/office/drawing/2014/main" id="{D8F7F08F-76CA-51D2-185F-D85723E2618F}"/>
              </a:ext>
            </a:extLst>
          </p:cNvPr>
          <p:cNvSpPr/>
          <p:nvPr/>
        </p:nvSpPr>
        <p:spPr>
          <a:xfrm>
            <a:off x="3384467" y="1090716"/>
            <a:ext cx="6598722" cy="601883"/>
          </a:xfrm>
          <a:prstGeom prst="parallelogram">
            <a:avLst/>
          </a:prstGeom>
          <a:solidFill>
            <a:srgbClr val="6E3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0000"/>
              </a:lnSpc>
              <a:spcBef>
                <a:spcPts val="600"/>
              </a:spcBef>
            </a:pPr>
            <a:r>
              <a:rPr lang="en-US" dirty="0">
                <a:solidFill>
                  <a:schemeClr val="tx1">
                    <a:lumMod val="85000"/>
                  </a:schemeClr>
                </a:solidFill>
              </a:rPr>
              <a:t>Password: </a:t>
            </a:r>
            <a:r>
              <a:rPr lang="en-US" b="1" dirty="0" err="1">
                <a:gradFill>
                  <a:gsLst>
                    <a:gs pos="2917">
                      <a:schemeClr val="tx1"/>
                    </a:gs>
                    <a:gs pos="30000">
                      <a:schemeClr val="tx1"/>
                    </a:gs>
                  </a:gsLst>
                  <a:lin ang="5400000" scaled="0"/>
                </a:gradFill>
              </a:rPr>
              <a:t>HylandAutomate</a:t>
            </a:r>
            <a:r>
              <a:rPr lang="en-US" b="1" dirty="0">
                <a:gradFill>
                  <a:gsLst>
                    <a:gs pos="2917">
                      <a:schemeClr val="tx1"/>
                    </a:gs>
                    <a:gs pos="30000">
                      <a:schemeClr val="tx1"/>
                    </a:gs>
                  </a:gsLst>
                  <a:lin ang="5400000" scaled="0"/>
                </a:gradFill>
              </a:rPr>
              <a:t>!!</a:t>
            </a:r>
            <a:endParaRPr lang="en-US" dirty="0">
              <a:solidFill>
                <a:schemeClr val="tx1">
                  <a:lumMod val="85000"/>
                </a:schemeClr>
              </a:solidFill>
            </a:endParaRPr>
          </a:p>
        </p:txBody>
      </p:sp>
    </p:spTree>
    <p:extLst>
      <p:ext uri="{BB962C8B-B14F-4D97-AF65-F5344CB8AC3E}">
        <p14:creationId xmlns:p14="http://schemas.microsoft.com/office/powerpoint/2010/main" val="26073192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p:tgtEl>
                                          <p:spTgt spid="11"/>
                                        </p:tgtEl>
                                        <p:attrNameLst>
                                          <p:attrName>ppt_x</p:attrName>
                                        </p:attrNameLst>
                                      </p:cBhvr>
                                      <p:tavLst>
                                        <p:tav tm="0">
                                          <p:val>
                                            <p:strVal val="#ppt_x-#ppt_w*1.125000"/>
                                          </p:val>
                                        </p:tav>
                                        <p:tav tm="100000">
                                          <p:val>
                                            <p:strVal val="#ppt_x"/>
                                          </p:val>
                                        </p:tav>
                                      </p:tavLst>
                                    </p:anim>
                                    <p:animEffect transition="in" filter="wipe(right)">
                                      <p:cBhvr>
                                        <p:cTn id="8" dur="500"/>
                                        <p:tgtEl>
                                          <p:spTgt spid="11"/>
                                        </p:tgtEl>
                                      </p:cBhvr>
                                    </p:animEffect>
                                  </p:childTnLst>
                                </p:cTn>
                              </p:par>
                              <p:par>
                                <p:cTn id="9" presetID="12" presetClass="entr" presetSubtype="2"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p:tgtEl>
                                          <p:spTgt spid="12"/>
                                        </p:tgtEl>
                                        <p:attrNameLst>
                                          <p:attrName>ppt_x</p:attrName>
                                        </p:attrNameLst>
                                      </p:cBhvr>
                                      <p:tavLst>
                                        <p:tav tm="0">
                                          <p:val>
                                            <p:strVal val="#ppt_x+#ppt_w*1.125000"/>
                                          </p:val>
                                        </p:tav>
                                        <p:tav tm="100000">
                                          <p:val>
                                            <p:strVal val="#ppt_x"/>
                                          </p:val>
                                        </p:tav>
                                      </p:tavLst>
                                    </p:anim>
                                    <p:animEffect transition="in" filter="wipe(left)">
                                      <p:cBhvr>
                                        <p:cTn id="12" dur="500"/>
                                        <p:tgtEl>
                                          <p:spTgt spid="12"/>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3C072A2-BAB0-BCA1-BC1C-B41862AEC3AC}"/>
              </a:ext>
            </a:extLst>
          </p:cNvPr>
          <p:cNvSpPr>
            <a:spLocks noGrp="1"/>
          </p:cNvSpPr>
          <p:nvPr>
            <p:ph type="body" sz="quarter" idx="10"/>
          </p:nvPr>
        </p:nvSpPr>
        <p:spPr>
          <a:xfrm>
            <a:off x="6238875" y="1610256"/>
            <a:ext cx="3584741" cy="4437776"/>
          </a:xfrm>
        </p:spPr>
        <p:txBody>
          <a:bodyPr/>
          <a:lstStyle/>
          <a:p>
            <a:r>
              <a:rPr lang="en-US" dirty="0"/>
              <a:t>Automate Applications UI use the </a:t>
            </a:r>
            <a:r>
              <a:rPr lang="en-US" dirty="0">
                <a:solidFill>
                  <a:srgbClr val="13EAC1"/>
                </a:solidFill>
              </a:rPr>
              <a:t>Application Development Framework</a:t>
            </a:r>
            <a:r>
              <a:rPr lang="en-US" dirty="0"/>
              <a:t> (Workspace)</a:t>
            </a:r>
          </a:p>
          <a:p>
            <a:r>
              <a:rPr lang="en-US" dirty="0"/>
              <a:t>ADF is based on </a:t>
            </a:r>
            <a:r>
              <a:rPr lang="en-US" dirty="0">
                <a:solidFill>
                  <a:srgbClr val="13EAC1"/>
                </a:solidFill>
              </a:rPr>
              <a:t>Angular</a:t>
            </a:r>
          </a:p>
          <a:p>
            <a:r>
              <a:rPr lang="en-US" dirty="0"/>
              <a:t>ADF sits as a </a:t>
            </a:r>
            <a:r>
              <a:rPr lang="en-US" dirty="0">
                <a:solidFill>
                  <a:srgbClr val="13EAC1"/>
                </a:solidFill>
              </a:rPr>
              <a:t>layer</a:t>
            </a:r>
            <a:r>
              <a:rPr lang="en-US" dirty="0"/>
              <a:t> on top of Automate and other services</a:t>
            </a:r>
          </a:p>
          <a:p>
            <a:r>
              <a:rPr lang="en-US" dirty="0"/>
              <a:t>ADF apps can be </a:t>
            </a:r>
            <a:r>
              <a:rPr lang="en-US" dirty="0">
                <a:solidFill>
                  <a:srgbClr val="13EAC1"/>
                </a:solidFill>
              </a:rPr>
              <a:t>hosted in a separate environment</a:t>
            </a:r>
          </a:p>
          <a:p>
            <a:pPr marL="0" indent="0">
              <a:buNone/>
            </a:pPr>
            <a:endParaRPr lang="en-US" dirty="0"/>
          </a:p>
          <a:p>
            <a:endParaRPr lang="en-US" dirty="0"/>
          </a:p>
        </p:txBody>
      </p:sp>
      <p:sp>
        <p:nvSpPr>
          <p:cNvPr id="3" name="Title 2">
            <a:extLst>
              <a:ext uri="{FF2B5EF4-FFF2-40B4-BE49-F238E27FC236}">
                <a16:creationId xmlns:a16="http://schemas.microsoft.com/office/drawing/2014/main" id="{8468AF98-9C90-986D-E80E-66EBE2862033}"/>
              </a:ext>
            </a:extLst>
          </p:cNvPr>
          <p:cNvSpPr>
            <a:spLocks noGrp="1"/>
          </p:cNvSpPr>
          <p:nvPr>
            <p:ph type="title"/>
          </p:nvPr>
        </p:nvSpPr>
        <p:spPr/>
        <p:txBody>
          <a:bodyPr/>
          <a:lstStyle/>
          <a:p>
            <a:r>
              <a:rPr lang="en-US" dirty="0"/>
              <a:t>Automate Workspace &amp; </a:t>
            </a:r>
            <a:r>
              <a:rPr lang="en-US" dirty="0">
                <a:solidFill>
                  <a:srgbClr val="13EAC1"/>
                </a:solidFill>
              </a:rPr>
              <a:t>Custom UI</a:t>
            </a:r>
          </a:p>
        </p:txBody>
      </p:sp>
      <p:grpSp>
        <p:nvGrpSpPr>
          <p:cNvPr id="20" name="Group 19">
            <a:extLst>
              <a:ext uri="{FF2B5EF4-FFF2-40B4-BE49-F238E27FC236}">
                <a16:creationId xmlns:a16="http://schemas.microsoft.com/office/drawing/2014/main" id="{D1F5C4E0-4D3F-BE41-A4BA-47964D4AF2CB}"/>
              </a:ext>
            </a:extLst>
          </p:cNvPr>
          <p:cNvGrpSpPr/>
          <p:nvPr/>
        </p:nvGrpSpPr>
        <p:grpSpPr>
          <a:xfrm>
            <a:off x="476655" y="1600118"/>
            <a:ext cx="3102014" cy="4447914"/>
            <a:chOff x="476655" y="2044961"/>
            <a:chExt cx="3102014" cy="4447914"/>
          </a:xfrm>
        </p:grpSpPr>
        <p:sp>
          <p:nvSpPr>
            <p:cNvPr id="6" name="Rectangle 5">
              <a:extLst>
                <a:ext uri="{FF2B5EF4-FFF2-40B4-BE49-F238E27FC236}">
                  <a16:creationId xmlns:a16="http://schemas.microsoft.com/office/drawing/2014/main" id="{ED1D8AEA-C9C0-8352-F8A8-4992DF81051E}"/>
                </a:ext>
              </a:extLst>
            </p:cNvPr>
            <p:cNvSpPr/>
            <p:nvPr/>
          </p:nvSpPr>
          <p:spPr>
            <a:xfrm>
              <a:off x="476655" y="2044961"/>
              <a:ext cx="3102014" cy="451104"/>
            </a:xfrm>
            <a:prstGeom prst="rect">
              <a:avLst/>
            </a:prstGeom>
            <a:solidFill>
              <a:schemeClr val="accent1"/>
            </a:solid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dirty="0">
                  <a:solidFill>
                    <a:schemeClr val="bg2"/>
                  </a:solidFill>
                </a:rPr>
                <a:t>Content Innovation Cloud</a:t>
              </a:r>
            </a:p>
          </p:txBody>
        </p:sp>
        <p:sp>
          <p:nvSpPr>
            <p:cNvPr id="7" name="Rectangle 6">
              <a:extLst>
                <a:ext uri="{FF2B5EF4-FFF2-40B4-BE49-F238E27FC236}">
                  <a16:creationId xmlns:a16="http://schemas.microsoft.com/office/drawing/2014/main" id="{6AFFCD4B-43A9-6A46-23B4-F11D8E66A118}"/>
                </a:ext>
              </a:extLst>
            </p:cNvPr>
            <p:cNvSpPr/>
            <p:nvPr/>
          </p:nvSpPr>
          <p:spPr>
            <a:xfrm>
              <a:off x="476655" y="2496065"/>
              <a:ext cx="3102014" cy="3996810"/>
            </a:xfrm>
            <a:prstGeom prst="rect">
              <a:avLst/>
            </a:prstGeom>
            <a:no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a:solidFill>
                  <a:schemeClr val="bg2"/>
                </a:solidFill>
              </a:endParaRPr>
            </a:p>
          </p:txBody>
        </p:sp>
      </p:grpSp>
      <p:grpSp>
        <p:nvGrpSpPr>
          <p:cNvPr id="13" name="Group 12">
            <a:extLst>
              <a:ext uri="{FF2B5EF4-FFF2-40B4-BE49-F238E27FC236}">
                <a16:creationId xmlns:a16="http://schemas.microsoft.com/office/drawing/2014/main" id="{CB02BEDF-7D16-7D2A-F4C5-88837590687D}"/>
              </a:ext>
            </a:extLst>
          </p:cNvPr>
          <p:cNvGrpSpPr/>
          <p:nvPr/>
        </p:nvGrpSpPr>
        <p:grpSpPr>
          <a:xfrm>
            <a:off x="1306258" y="3963429"/>
            <a:ext cx="1440500" cy="1464276"/>
            <a:chOff x="1285421" y="2699847"/>
            <a:chExt cx="1440500" cy="1464276"/>
          </a:xfrm>
        </p:grpSpPr>
        <p:pic>
          <p:nvPicPr>
            <p:cNvPr id="5" name="Graphic 4" descr="Cause And Effect with solid fill">
              <a:extLst>
                <a:ext uri="{FF2B5EF4-FFF2-40B4-BE49-F238E27FC236}">
                  <a16:creationId xmlns:a16="http://schemas.microsoft.com/office/drawing/2014/main" id="{1C357125-DC19-33DF-84D3-D0211F39C2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0462" y="3107666"/>
              <a:ext cx="914400" cy="914400"/>
            </a:xfrm>
            <a:prstGeom prst="rect">
              <a:avLst/>
            </a:prstGeom>
          </p:spPr>
        </p:pic>
        <p:sp>
          <p:nvSpPr>
            <p:cNvPr id="11" name="Rectangle 10">
              <a:extLst>
                <a:ext uri="{FF2B5EF4-FFF2-40B4-BE49-F238E27FC236}">
                  <a16:creationId xmlns:a16="http://schemas.microsoft.com/office/drawing/2014/main" id="{B8F0FED6-CBBD-8C38-5F1F-E62A412110E3}"/>
                </a:ext>
              </a:extLst>
            </p:cNvPr>
            <p:cNvSpPr/>
            <p:nvPr/>
          </p:nvSpPr>
          <p:spPr>
            <a:xfrm>
              <a:off x="1285421" y="2699847"/>
              <a:ext cx="1440500" cy="324290"/>
            </a:xfrm>
            <a:prstGeom prst="rect">
              <a:avLst/>
            </a:prstGeom>
            <a:solidFill>
              <a:srgbClr val="52A1FF"/>
            </a:solidFill>
            <a:ln>
              <a:solidFill>
                <a:srgbClr val="52A1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dirty="0">
                  <a:solidFill>
                    <a:schemeClr val="bg2"/>
                  </a:solidFill>
                </a:rPr>
                <a:t>Automate</a:t>
              </a:r>
            </a:p>
          </p:txBody>
        </p:sp>
        <p:sp>
          <p:nvSpPr>
            <p:cNvPr id="12" name="Rectangle 11">
              <a:extLst>
                <a:ext uri="{FF2B5EF4-FFF2-40B4-BE49-F238E27FC236}">
                  <a16:creationId xmlns:a16="http://schemas.microsoft.com/office/drawing/2014/main" id="{2A4D06CA-49EE-575D-C26A-6F2D61FC1798}"/>
                </a:ext>
              </a:extLst>
            </p:cNvPr>
            <p:cNvSpPr/>
            <p:nvPr/>
          </p:nvSpPr>
          <p:spPr>
            <a:xfrm>
              <a:off x="1285421" y="3024137"/>
              <a:ext cx="1440500" cy="1139986"/>
            </a:xfrm>
            <a:prstGeom prst="rect">
              <a:avLst/>
            </a:prstGeom>
            <a:noFill/>
            <a:ln>
              <a:solidFill>
                <a:srgbClr val="52A1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a:solidFill>
                  <a:schemeClr val="bg2"/>
                </a:solidFill>
              </a:endParaRPr>
            </a:p>
          </p:txBody>
        </p:sp>
      </p:grpSp>
      <p:sp>
        <p:nvSpPr>
          <p:cNvPr id="14" name="Rounded Rectangle 13">
            <a:extLst>
              <a:ext uri="{FF2B5EF4-FFF2-40B4-BE49-F238E27FC236}">
                <a16:creationId xmlns:a16="http://schemas.microsoft.com/office/drawing/2014/main" id="{1363030A-85A6-E3C1-A4D2-8CC1D54FB2FF}"/>
              </a:ext>
            </a:extLst>
          </p:cNvPr>
          <p:cNvSpPr/>
          <p:nvPr/>
        </p:nvSpPr>
        <p:spPr>
          <a:xfrm>
            <a:off x="663267" y="2763485"/>
            <a:ext cx="2726481" cy="487680"/>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90000"/>
              </a:lnSpc>
              <a:spcBef>
                <a:spcPts val="600"/>
              </a:spcBef>
            </a:pPr>
            <a:r>
              <a:rPr lang="en-US" dirty="0">
                <a:solidFill>
                  <a:schemeClr val="tx1">
                    <a:lumMod val="95000"/>
                  </a:schemeClr>
                </a:solidFill>
              </a:rPr>
              <a:t>Workspace UI (ADF)</a:t>
            </a:r>
          </a:p>
        </p:txBody>
      </p:sp>
      <p:grpSp>
        <p:nvGrpSpPr>
          <p:cNvPr id="19" name="Group 18">
            <a:extLst>
              <a:ext uri="{FF2B5EF4-FFF2-40B4-BE49-F238E27FC236}">
                <a16:creationId xmlns:a16="http://schemas.microsoft.com/office/drawing/2014/main" id="{301E401A-8CA4-53B0-1FC6-A9370ECAAB46}"/>
              </a:ext>
            </a:extLst>
          </p:cNvPr>
          <p:cNvGrpSpPr/>
          <p:nvPr/>
        </p:nvGrpSpPr>
        <p:grpSpPr>
          <a:xfrm>
            <a:off x="1804086" y="3251165"/>
            <a:ext cx="444844" cy="712264"/>
            <a:chOff x="1804086" y="3696008"/>
            <a:chExt cx="444844" cy="712264"/>
          </a:xfrm>
        </p:grpSpPr>
        <p:cxnSp>
          <p:nvCxnSpPr>
            <p:cNvPr id="16" name="Straight Arrow Connector 15">
              <a:extLst>
                <a:ext uri="{FF2B5EF4-FFF2-40B4-BE49-F238E27FC236}">
                  <a16:creationId xmlns:a16="http://schemas.microsoft.com/office/drawing/2014/main" id="{8404F77A-C240-85E8-F8AB-ED809696FA1B}"/>
                </a:ext>
              </a:extLst>
            </p:cNvPr>
            <p:cNvCxnSpPr/>
            <p:nvPr/>
          </p:nvCxnSpPr>
          <p:spPr>
            <a:xfrm>
              <a:off x="2248930" y="3696008"/>
              <a:ext cx="0" cy="712264"/>
            </a:xfrm>
            <a:prstGeom prst="straightConnector1">
              <a:avLst/>
            </a:prstGeom>
            <a:ln>
              <a:solidFill>
                <a:srgbClr val="6E33FF"/>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8FDB7EC2-5004-3813-6785-5CB97F3C2556}"/>
                </a:ext>
              </a:extLst>
            </p:cNvPr>
            <p:cNvCxnSpPr/>
            <p:nvPr/>
          </p:nvCxnSpPr>
          <p:spPr>
            <a:xfrm flipV="1">
              <a:off x="1804086" y="3696008"/>
              <a:ext cx="0" cy="712264"/>
            </a:xfrm>
            <a:prstGeom prst="straightConnector1">
              <a:avLst/>
            </a:prstGeom>
            <a:ln>
              <a:solidFill>
                <a:srgbClr val="52A1FF"/>
              </a:solidFill>
              <a:tailEnd type="triangle"/>
            </a:ln>
          </p:spPr>
          <p:style>
            <a:lnRef idx="2">
              <a:schemeClr val="accent1"/>
            </a:lnRef>
            <a:fillRef idx="0">
              <a:schemeClr val="accent1"/>
            </a:fillRef>
            <a:effectRef idx="1">
              <a:schemeClr val="accent1"/>
            </a:effectRef>
            <a:fontRef idx="minor">
              <a:schemeClr val="tx1"/>
            </a:fontRef>
          </p:style>
        </p:cxnSp>
      </p:grpSp>
      <p:pic>
        <p:nvPicPr>
          <p:cNvPr id="22" name="Graphic 21" descr="Laptop with solid fill">
            <a:extLst>
              <a:ext uri="{FF2B5EF4-FFF2-40B4-BE49-F238E27FC236}">
                <a16:creationId xmlns:a16="http://schemas.microsoft.com/office/drawing/2014/main" id="{5E47805A-53D5-B4C2-6CA3-F3CB15E1D8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60127" y="4203337"/>
            <a:ext cx="1029840" cy="1029840"/>
          </a:xfrm>
          <a:prstGeom prst="rect">
            <a:avLst/>
          </a:prstGeom>
        </p:spPr>
      </p:pic>
      <p:sp>
        <p:nvSpPr>
          <p:cNvPr id="23" name="Rounded Rectangle 22">
            <a:extLst>
              <a:ext uri="{FF2B5EF4-FFF2-40B4-BE49-F238E27FC236}">
                <a16:creationId xmlns:a16="http://schemas.microsoft.com/office/drawing/2014/main" id="{41D2D391-0E53-37CB-D77C-88A5685FF37F}"/>
              </a:ext>
            </a:extLst>
          </p:cNvPr>
          <p:cNvSpPr/>
          <p:nvPr/>
        </p:nvSpPr>
        <p:spPr>
          <a:xfrm>
            <a:off x="3760667" y="2763485"/>
            <a:ext cx="1828761" cy="487680"/>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90000"/>
              </a:lnSpc>
              <a:spcBef>
                <a:spcPts val="600"/>
              </a:spcBef>
            </a:pPr>
            <a:r>
              <a:rPr lang="en-US" dirty="0">
                <a:solidFill>
                  <a:schemeClr val="tx1">
                    <a:lumMod val="95000"/>
                  </a:schemeClr>
                </a:solidFill>
              </a:rPr>
              <a:t>Custom UI (Dev)</a:t>
            </a:r>
          </a:p>
        </p:txBody>
      </p:sp>
      <p:cxnSp>
        <p:nvCxnSpPr>
          <p:cNvPr id="25" name="Straight Arrow Connector 24">
            <a:extLst>
              <a:ext uri="{FF2B5EF4-FFF2-40B4-BE49-F238E27FC236}">
                <a16:creationId xmlns:a16="http://schemas.microsoft.com/office/drawing/2014/main" id="{3D755C6A-C290-1A23-1829-FD3D1DCD0D80}"/>
              </a:ext>
            </a:extLst>
          </p:cNvPr>
          <p:cNvCxnSpPr/>
          <p:nvPr/>
        </p:nvCxnSpPr>
        <p:spPr>
          <a:xfrm flipV="1">
            <a:off x="4497859" y="3251165"/>
            <a:ext cx="0" cy="1120083"/>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27" name="Straight Arrow Connector 26">
            <a:extLst>
              <a:ext uri="{FF2B5EF4-FFF2-40B4-BE49-F238E27FC236}">
                <a16:creationId xmlns:a16="http://schemas.microsoft.com/office/drawing/2014/main" id="{E0A8DC96-8C29-8A01-F3F8-BD6758E917E6}"/>
              </a:ext>
            </a:extLst>
          </p:cNvPr>
          <p:cNvCxnSpPr/>
          <p:nvPr/>
        </p:nvCxnSpPr>
        <p:spPr>
          <a:xfrm>
            <a:off x="4856205" y="3251165"/>
            <a:ext cx="0" cy="112008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9" name="Elbow Connector 28">
            <a:extLst>
              <a:ext uri="{FF2B5EF4-FFF2-40B4-BE49-F238E27FC236}">
                <a16:creationId xmlns:a16="http://schemas.microsoft.com/office/drawing/2014/main" id="{AD001A47-337A-EA8A-3F77-483FB13FDFF8}"/>
              </a:ext>
            </a:extLst>
          </p:cNvPr>
          <p:cNvCxnSpPr>
            <a:cxnSpLocks/>
          </p:cNvCxnSpPr>
          <p:nvPr/>
        </p:nvCxnSpPr>
        <p:spPr>
          <a:xfrm rot="5400000">
            <a:off x="2452660" y="3552992"/>
            <a:ext cx="1915628" cy="1327430"/>
          </a:xfrm>
          <a:prstGeom prst="bentConnector3">
            <a:avLst>
              <a:gd name="adj1" fmla="val 100314"/>
            </a:avLst>
          </a:prstGeom>
          <a:ln>
            <a:prstDash val="sysDash"/>
            <a:tailEnd type="triangle"/>
          </a:ln>
        </p:spPr>
        <p:style>
          <a:lnRef idx="2">
            <a:schemeClr val="accent2"/>
          </a:lnRef>
          <a:fillRef idx="0">
            <a:schemeClr val="accent2"/>
          </a:fillRef>
          <a:effectRef idx="1">
            <a:schemeClr val="accent2"/>
          </a:effectRef>
          <a:fontRef idx="minor">
            <a:schemeClr val="tx1"/>
          </a:fontRef>
        </p:style>
      </p:cxnSp>
      <p:cxnSp>
        <p:nvCxnSpPr>
          <p:cNvPr id="37" name="Elbow Connector 36">
            <a:extLst>
              <a:ext uri="{FF2B5EF4-FFF2-40B4-BE49-F238E27FC236}">
                <a16:creationId xmlns:a16="http://schemas.microsoft.com/office/drawing/2014/main" id="{639DEE64-7E96-7A99-BBC9-5A1FE58876AA}"/>
              </a:ext>
            </a:extLst>
          </p:cNvPr>
          <p:cNvCxnSpPr>
            <a:cxnSpLocks/>
          </p:cNvCxnSpPr>
          <p:nvPr/>
        </p:nvCxnSpPr>
        <p:spPr>
          <a:xfrm rot="5400000" flipH="1" flipV="1">
            <a:off x="2651450" y="3354203"/>
            <a:ext cx="1360952" cy="1170332"/>
          </a:xfrm>
          <a:prstGeom prst="bentConnector3">
            <a:avLst>
              <a:gd name="adj1" fmla="val 63"/>
            </a:avLst>
          </a:prstGeom>
          <a:ln>
            <a:prstDash val="sysDash"/>
            <a:tailEnd type="triangle"/>
          </a:ln>
        </p:spPr>
        <p:style>
          <a:lnRef idx="2">
            <a:schemeClr val="accent3"/>
          </a:lnRef>
          <a:fillRef idx="0">
            <a:schemeClr val="accent3"/>
          </a:fillRef>
          <a:effectRef idx="1">
            <a:schemeClr val="accent3"/>
          </a:effectRef>
          <a:fontRef idx="minor">
            <a:schemeClr val="tx1"/>
          </a:fontRef>
        </p:style>
      </p:cxnSp>
      <p:sp>
        <p:nvSpPr>
          <p:cNvPr id="41" name="TextBox 40">
            <a:extLst>
              <a:ext uri="{FF2B5EF4-FFF2-40B4-BE49-F238E27FC236}">
                <a16:creationId xmlns:a16="http://schemas.microsoft.com/office/drawing/2014/main" id="{25C8E8A8-961A-A7CF-00D6-80EFB0172F51}"/>
              </a:ext>
            </a:extLst>
          </p:cNvPr>
          <p:cNvSpPr txBox="1"/>
          <p:nvPr/>
        </p:nvSpPr>
        <p:spPr>
          <a:xfrm>
            <a:off x="4030408" y="5075745"/>
            <a:ext cx="1289277" cy="535531"/>
          </a:xfrm>
          <a:prstGeom prst="rect">
            <a:avLst/>
          </a:prstGeom>
          <a:noFill/>
        </p:spPr>
        <p:txBody>
          <a:bodyPr wrap="square" rtlCol="0">
            <a:spAutoFit/>
          </a:bodyPr>
          <a:lstStyle/>
          <a:p>
            <a:pPr algn="ctr">
              <a:lnSpc>
                <a:spcPct val="90000"/>
              </a:lnSpc>
              <a:spcBef>
                <a:spcPts val="600"/>
              </a:spcBef>
            </a:pPr>
            <a:r>
              <a:rPr lang="en-US" sz="1600" dirty="0">
                <a:solidFill>
                  <a:srgbClr val="F1CB61"/>
                </a:solidFill>
              </a:rPr>
              <a:t>Local Environment</a:t>
            </a:r>
          </a:p>
        </p:txBody>
      </p:sp>
    </p:spTree>
    <p:extLst>
      <p:ext uri="{BB962C8B-B14F-4D97-AF65-F5344CB8AC3E}">
        <p14:creationId xmlns:p14="http://schemas.microsoft.com/office/powerpoint/2010/main" val="19713111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Effect transition="in" filter="fade">
                                      <p:cBhvr>
                                        <p:cTn id="21" dur="500"/>
                                        <p:tgtEl>
                                          <p:spTgt spid="2">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
                                            <p:txEl>
                                              <p:pRg st="1" end="1"/>
                                            </p:txEl>
                                          </p:spTgt>
                                        </p:tgtEl>
                                        <p:attrNameLst>
                                          <p:attrName>style.visibility</p:attrName>
                                        </p:attrNameLst>
                                      </p:cBhvr>
                                      <p:to>
                                        <p:strVal val="visible"/>
                                      </p:to>
                                    </p:set>
                                    <p:animEffect transition="in" filter="fade">
                                      <p:cBhvr>
                                        <p:cTn id="26" dur="500"/>
                                        <p:tgtEl>
                                          <p:spTgt spid="2">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
                                            <p:txEl>
                                              <p:pRg st="2" end="2"/>
                                            </p:txEl>
                                          </p:spTgt>
                                        </p:tgtEl>
                                        <p:attrNameLst>
                                          <p:attrName>style.visibility</p:attrName>
                                        </p:attrNameLst>
                                      </p:cBhvr>
                                      <p:to>
                                        <p:strVal val="visible"/>
                                      </p:to>
                                    </p:set>
                                    <p:animEffect transition="in" filter="fade">
                                      <p:cBhvr>
                                        <p:cTn id="31" dur="500"/>
                                        <p:tgtEl>
                                          <p:spTgt spid="2">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
                                            <p:txEl>
                                              <p:pRg st="3" end="3"/>
                                            </p:txEl>
                                          </p:spTgt>
                                        </p:tgtEl>
                                        <p:attrNameLst>
                                          <p:attrName>style.visibility</p:attrName>
                                        </p:attrNameLst>
                                      </p:cBhvr>
                                      <p:to>
                                        <p:strVal val="visible"/>
                                      </p:to>
                                    </p:set>
                                    <p:animEffect transition="in" filter="fade">
                                      <p:cBhvr>
                                        <p:cTn id="36" dur="500"/>
                                        <p:tgtEl>
                                          <p:spTgt spid="2">
                                            <p:txEl>
                                              <p:pRg st="3" end="3"/>
                                            </p:txEl>
                                          </p:spTgt>
                                        </p:tgtEl>
                                      </p:cBhvr>
                                    </p:animEffect>
                                  </p:childTnLst>
                                </p:cTn>
                              </p:par>
                            </p:childTnLst>
                          </p:cTn>
                        </p:par>
                        <p:par>
                          <p:cTn id="37" fill="hold">
                            <p:stCondLst>
                              <p:cond delay="500"/>
                            </p:stCondLst>
                            <p:childTnLst>
                              <p:par>
                                <p:cTn id="38" presetID="10" presetClass="entr" presetSubtype="0" fill="hold" nodeType="after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500"/>
                                        <p:tgtEl>
                                          <p:spTgt spid="29"/>
                                        </p:tgtEl>
                                      </p:cBhvr>
                                    </p:animEffect>
                                  </p:childTnLst>
                                </p:cTn>
                              </p:par>
                            </p:childTnLst>
                          </p:cTn>
                        </p:par>
                        <p:par>
                          <p:cTn id="41" fill="hold">
                            <p:stCondLst>
                              <p:cond delay="1000"/>
                            </p:stCondLst>
                            <p:childTnLst>
                              <p:par>
                                <p:cTn id="42" presetID="10" presetClass="entr" presetSubtype="0" fill="hold" nodeType="after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fade">
                                      <p:cBhvr>
                                        <p:cTn id="44" dur="500"/>
                                        <p:tgtEl>
                                          <p:spTgt spid="37"/>
                                        </p:tgtEl>
                                      </p:cBhvr>
                                    </p:animEffect>
                                  </p:childTnLst>
                                </p:cTn>
                              </p:par>
                            </p:childTnLst>
                          </p:cTn>
                        </p:par>
                        <p:par>
                          <p:cTn id="45" fill="hold">
                            <p:stCondLst>
                              <p:cond delay="1500"/>
                            </p:stCondLst>
                            <p:childTnLst>
                              <p:par>
                                <p:cTn id="46" presetID="10" presetClass="entr" presetSubtype="0" fill="hold" grpId="0" nodeType="after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childTnLst>
                          </p:cTn>
                        </p:par>
                        <p:par>
                          <p:cTn id="49" fill="hold">
                            <p:stCondLst>
                              <p:cond delay="2000"/>
                            </p:stCondLst>
                            <p:childTnLst>
                              <p:par>
                                <p:cTn id="50" presetID="10" presetClass="entr" presetSubtype="0" fill="hold" nodeType="after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childTnLst>
                          </p:cTn>
                        </p:par>
                        <p:par>
                          <p:cTn id="53" fill="hold">
                            <p:stCondLst>
                              <p:cond delay="2500"/>
                            </p:stCondLst>
                            <p:childTnLst>
                              <p:par>
                                <p:cTn id="54" presetID="10" presetClass="entr" presetSubtype="0" fill="hold" nodeType="after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500"/>
                                        <p:tgtEl>
                                          <p:spTgt spid="27"/>
                                        </p:tgtEl>
                                      </p:cBhvr>
                                    </p:animEffect>
                                  </p:childTnLst>
                                </p:cTn>
                              </p:par>
                            </p:childTnLst>
                          </p:cTn>
                        </p:par>
                        <p:par>
                          <p:cTn id="57" fill="hold">
                            <p:stCondLst>
                              <p:cond delay="3000"/>
                            </p:stCondLst>
                            <p:childTnLst>
                              <p:par>
                                <p:cTn id="58" presetID="10" presetClass="entr" presetSubtype="0" fill="hold" nodeType="after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childTnLst>
                          </p:cTn>
                        </p:par>
                        <p:par>
                          <p:cTn id="61" fill="hold">
                            <p:stCondLst>
                              <p:cond delay="3500"/>
                            </p:stCondLst>
                            <p:childTnLst>
                              <p:par>
                                <p:cTn id="62" presetID="10" presetClass="entr" presetSubtype="0" fill="hold" grpId="0" nodeType="after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fade">
                                      <p:cBhvr>
                                        <p:cTn id="64"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3" grpId="0" animBg="1"/>
      <p:bldP spid="41" grpId="0"/>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61B8CA70-FAE9-4E1F-A043-1DB566ECC274}"/>
              </a:ext>
            </a:extLst>
          </p:cNvPr>
          <p:cNvSpPr>
            <a:spLocks noGrp="1"/>
          </p:cNvSpPr>
          <p:nvPr>
            <p:ph type="body" sz="half" idx="2"/>
          </p:nvPr>
        </p:nvSpPr>
        <p:spPr>
          <a:xfrm>
            <a:off x="476250" y="1074746"/>
            <a:ext cx="11237913" cy="441318"/>
          </a:xfrm>
        </p:spPr>
        <p:txBody>
          <a:bodyPr/>
          <a:lstStyle/>
          <a:p>
            <a:r>
              <a:rPr lang="en-US" i="1" dirty="0"/>
              <a:t>What you need to know</a:t>
            </a:r>
          </a:p>
        </p:txBody>
      </p:sp>
      <p:sp>
        <p:nvSpPr>
          <p:cNvPr id="3" name="Title 2">
            <a:extLst>
              <a:ext uri="{FF2B5EF4-FFF2-40B4-BE49-F238E27FC236}">
                <a16:creationId xmlns:a16="http://schemas.microsoft.com/office/drawing/2014/main" id="{D9B08094-DEF2-966F-19A9-897FF00E72FC}"/>
              </a:ext>
            </a:extLst>
          </p:cNvPr>
          <p:cNvSpPr>
            <a:spLocks noGrp="1"/>
          </p:cNvSpPr>
          <p:nvPr>
            <p:ph type="title"/>
          </p:nvPr>
        </p:nvSpPr>
        <p:spPr>
          <a:xfrm>
            <a:off x="476655" y="365125"/>
            <a:ext cx="11235446" cy="709621"/>
          </a:xfrm>
        </p:spPr>
        <p:txBody>
          <a:bodyPr anchor="t">
            <a:normAutofit/>
          </a:bodyPr>
          <a:lstStyle/>
          <a:p>
            <a:r>
              <a:rPr lang="en-US" dirty="0"/>
              <a:t>Angular UI</a:t>
            </a:r>
          </a:p>
        </p:txBody>
      </p:sp>
      <p:graphicFrame>
        <p:nvGraphicFramePr>
          <p:cNvPr id="5" name="Text Placeholder 1">
            <a:extLst>
              <a:ext uri="{FF2B5EF4-FFF2-40B4-BE49-F238E27FC236}">
                <a16:creationId xmlns:a16="http://schemas.microsoft.com/office/drawing/2014/main" id="{861594E7-444C-2FFC-1BCF-90DAF96230E6}"/>
              </a:ext>
            </a:extLst>
          </p:cNvPr>
          <p:cNvGraphicFramePr/>
          <p:nvPr/>
        </p:nvGraphicFramePr>
        <p:xfrm>
          <a:off x="474593" y="365125"/>
          <a:ext cx="11235445" cy="54181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7">
            <a:extLst>
              <a:ext uri="{FF2B5EF4-FFF2-40B4-BE49-F238E27FC236}">
                <a16:creationId xmlns:a16="http://schemas.microsoft.com/office/drawing/2014/main" id="{50F8457A-D50F-BF16-D305-70D38BD09C87}"/>
              </a:ext>
            </a:extLst>
          </p:cNvPr>
          <p:cNvSpPr/>
          <p:nvPr/>
        </p:nvSpPr>
        <p:spPr>
          <a:xfrm>
            <a:off x="243840" y="1694688"/>
            <a:ext cx="3560064" cy="4651248"/>
          </a:xfrm>
          <a:prstGeom prst="rect">
            <a:avLst/>
          </a:prstGeom>
          <a:solidFill>
            <a:srgbClr val="191F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ndParaRPr>
          </a:p>
        </p:txBody>
      </p:sp>
      <p:sp>
        <p:nvSpPr>
          <p:cNvPr id="10" name="Rectangle 9">
            <a:extLst>
              <a:ext uri="{FF2B5EF4-FFF2-40B4-BE49-F238E27FC236}">
                <a16:creationId xmlns:a16="http://schemas.microsoft.com/office/drawing/2014/main" id="{8052684A-5C17-F4DB-9F6C-30B64884DA4C}"/>
              </a:ext>
            </a:extLst>
          </p:cNvPr>
          <p:cNvSpPr/>
          <p:nvPr/>
        </p:nvSpPr>
        <p:spPr>
          <a:xfrm>
            <a:off x="4034657" y="1676400"/>
            <a:ext cx="3560064" cy="4651248"/>
          </a:xfrm>
          <a:prstGeom prst="rect">
            <a:avLst/>
          </a:prstGeom>
          <a:solidFill>
            <a:srgbClr val="191F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ndParaRPr>
          </a:p>
        </p:txBody>
      </p:sp>
      <p:sp>
        <p:nvSpPr>
          <p:cNvPr id="11" name="Rectangle 10">
            <a:extLst>
              <a:ext uri="{FF2B5EF4-FFF2-40B4-BE49-F238E27FC236}">
                <a16:creationId xmlns:a16="http://schemas.microsoft.com/office/drawing/2014/main" id="{36213C7D-2CEA-1F69-AEEC-C8C9091294F7}"/>
              </a:ext>
            </a:extLst>
          </p:cNvPr>
          <p:cNvSpPr/>
          <p:nvPr/>
        </p:nvSpPr>
        <p:spPr>
          <a:xfrm>
            <a:off x="7825474" y="1676400"/>
            <a:ext cx="3560064" cy="4651248"/>
          </a:xfrm>
          <a:prstGeom prst="rect">
            <a:avLst/>
          </a:prstGeom>
          <a:solidFill>
            <a:srgbClr val="191F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ndParaRPr>
          </a:p>
        </p:txBody>
      </p:sp>
    </p:spTree>
    <p:extLst>
      <p:ext uri="{BB962C8B-B14F-4D97-AF65-F5344CB8AC3E}">
        <p14:creationId xmlns:p14="http://schemas.microsoft.com/office/powerpoint/2010/main" val="40627429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11"/>
                                        </p:tgtEl>
                                      </p:cBhvr>
                                    </p:animEffect>
                                    <p:set>
                                      <p:cBhvr>
                                        <p:cTn id="17"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60AE44-5E4D-91B1-4007-52B123AE3C81}"/>
              </a:ext>
            </a:extLst>
          </p:cNvPr>
          <p:cNvSpPr>
            <a:spLocks noGrp="1"/>
          </p:cNvSpPr>
          <p:nvPr>
            <p:ph type="title"/>
          </p:nvPr>
        </p:nvSpPr>
        <p:spPr/>
        <p:txBody>
          <a:bodyPr/>
          <a:lstStyle/>
          <a:p>
            <a:r>
              <a:rPr lang="en-US" dirty="0"/>
              <a:t>Angular Diagram (simplified)</a:t>
            </a:r>
          </a:p>
        </p:txBody>
      </p:sp>
      <p:sp>
        <p:nvSpPr>
          <p:cNvPr id="4" name="Rectangle 3">
            <a:extLst>
              <a:ext uri="{FF2B5EF4-FFF2-40B4-BE49-F238E27FC236}">
                <a16:creationId xmlns:a16="http://schemas.microsoft.com/office/drawing/2014/main" id="{BDBBA6A8-6832-CDBC-36BA-827897BB9B89}"/>
              </a:ext>
            </a:extLst>
          </p:cNvPr>
          <p:cNvSpPr/>
          <p:nvPr/>
        </p:nvSpPr>
        <p:spPr>
          <a:xfrm>
            <a:off x="4194048" y="1950720"/>
            <a:ext cx="2231136" cy="451104"/>
          </a:xfrm>
          <a:prstGeom prst="rect">
            <a:avLst/>
          </a:prstGeom>
          <a:solidFill>
            <a:schemeClr val="accent1"/>
          </a:solid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dirty="0">
                <a:solidFill>
                  <a:schemeClr val="bg2"/>
                </a:solidFill>
              </a:rPr>
              <a:t>Core Module</a:t>
            </a:r>
          </a:p>
        </p:txBody>
      </p:sp>
      <p:sp>
        <p:nvSpPr>
          <p:cNvPr id="5" name="Rectangle 4">
            <a:extLst>
              <a:ext uri="{FF2B5EF4-FFF2-40B4-BE49-F238E27FC236}">
                <a16:creationId xmlns:a16="http://schemas.microsoft.com/office/drawing/2014/main" id="{D8216FB6-096F-8088-A48A-30E0BB86D64A}"/>
              </a:ext>
            </a:extLst>
          </p:cNvPr>
          <p:cNvSpPr/>
          <p:nvPr/>
        </p:nvSpPr>
        <p:spPr>
          <a:xfrm>
            <a:off x="4194048" y="2401824"/>
            <a:ext cx="2231136" cy="2828544"/>
          </a:xfrm>
          <a:prstGeom prst="rect">
            <a:avLst/>
          </a:prstGeom>
          <a:no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a:solidFill>
                <a:schemeClr val="bg2"/>
              </a:solidFill>
            </a:endParaRPr>
          </a:p>
        </p:txBody>
      </p:sp>
      <p:sp>
        <p:nvSpPr>
          <p:cNvPr id="6" name="Rounded Rectangle 5">
            <a:extLst>
              <a:ext uri="{FF2B5EF4-FFF2-40B4-BE49-F238E27FC236}">
                <a16:creationId xmlns:a16="http://schemas.microsoft.com/office/drawing/2014/main" id="{48CD11B4-95ED-F417-2530-05CFE8EE03FC}"/>
              </a:ext>
            </a:extLst>
          </p:cNvPr>
          <p:cNvSpPr/>
          <p:nvPr/>
        </p:nvSpPr>
        <p:spPr>
          <a:xfrm>
            <a:off x="4328160" y="2785742"/>
            <a:ext cx="1962912" cy="487680"/>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90000"/>
              </a:lnSpc>
              <a:spcBef>
                <a:spcPts val="600"/>
              </a:spcBef>
            </a:pPr>
            <a:r>
              <a:rPr lang="en-US" dirty="0">
                <a:solidFill>
                  <a:schemeClr val="tx1">
                    <a:lumMod val="95000"/>
                  </a:schemeClr>
                </a:solidFill>
              </a:rPr>
              <a:t>Router</a:t>
            </a:r>
          </a:p>
        </p:txBody>
      </p:sp>
      <p:sp>
        <p:nvSpPr>
          <p:cNvPr id="7" name="Rectangle 6">
            <a:extLst>
              <a:ext uri="{FF2B5EF4-FFF2-40B4-BE49-F238E27FC236}">
                <a16:creationId xmlns:a16="http://schemas.microsoft.com/office/drawing/2014/main" id="{FC29CD2B-E472-CF1E-58AE-08F0DF0293C3}"/>
              </a:ext>
            </a:extLst>
          </p:cNvPr>
          <p:cNvSpPr/>
          <p:nvPr/>
        </p:nvSpPr>
        <p:spPr>
          <a:xfrm>
            <a:off x="682752" y="2464243"/>
            <a:ext cx="2791968" cy="1130678"/>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nSpc>
                <a:spcPct val="90000"/>
              </a:lnSpc>
              <a:spcBef>
                <a:spcPts val="600"/>
              </a:spcBef>
            </a:pPr>
            <a:r>
              <a:rPr lang="en-US" sz="1600" dirty="0">
                <a:solidFill>
                  <a:schemeClr val="tx1">
                    <a:lumMod val="85000"/>
                  </a:schemeClr>
                </a:solidFill>
              </a:rPr>
              <a:t>Manages navigation within the application for changing from one view to another view.</a:t>
            </a:r>
          </a:p>
        </p:txBody>
      </p:sp>
      <p:sp>
        <p:nvSpPr>
          <p:cNvPr id="8" name="Rounded Rectangle 7">
            <a:extLst>
              <a:ext uri="{FF2B5EF4-FFF2-40B4-BE49-F238E27FC236}">
                <a16:creationId xmlns:a16="http://schemas.microsoft.com/office/drawing/2014/main" id="{E417A5C7-5C75-541A-4961-E22ABB472A53}"/>
              </a:ext>
            </a:extLst>
          </p:cNvPr>
          <p:cNvSpPr/>
          <p:nvPr/>
        </p:nvSpPr>
        <p:spPr>
          <a:xfrm>
            <a:off x="4328160" y="3584579"/>
            <a:ext cx="1962912" cy="487680"/>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90000"/>
              </a:lnSpc>
              <a:spcBef>
                <a:spcPts val="600"/>
              </a:spcBef>
            </a:pPr>
            <a:r>
              <a:rPr lang="en-US" dirty="0">
                <a:solidFill>
                  <a:schemeClr val="bg1">
                    <a:lumMod val="95000"/>
                    <a:lumOff val="5000"/>
                  </a:schemeClr>
                </a:solidFill>
              </a:rPr>
              <a:t>Components</a:t>
            </a:r>
          </a:p>
        </p:txBody>
      </p:sp>
      <p:sp>
        <p:nvSpPr>
          <p:cNvPr id="9" name="Rectangle 8">
            <a:extLst>
              <a:ext uri="{FF2B5EF4-FFF2-40B4-BE49-F238E27FC236}">
                <a16:creationId xmlns:a16="http://schemas.microsoft.com/office/drawing/2014/main" id="{5BEA823E-B27C-EBEC-345A-6B089BEC3CF9}"/>
              </a:ext>
            </a:extLst>
          </p:cNvPr>
          <p:cNvSpPr/>
          <p:nvPr/>
        </p:nvSpPr>
        <p:spPr>
          <a:xfrm>
            <a:off x="7144512" y="3594921"/>
            <a:ext cx="2791968" cy="1635447"/>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nSpc>
                <a:spcPct val="90000"/>
              </a:lnSpc>
              <a:spcBef>
                <a:spcPts val="600"/>
              </a:spcBef>
            </a:pPr>
            <a:r>
              <a:rPr lang="en-US" sz="1600" dirty="0">
                <a:solidFill>
                  <a:schemeClr val="bg1">
                    <a:lumMod val="75000"/>
                    <a:lumOff val="25000"/>
                  </a:schemeClr>
                </a:solidFill>
              </a:rPr>
              <a:t>The building block of Angular</a:t>
            </a:r>
          </a:p>
          <a:p>
            <a:pPr>
              <a:lnSpc>
                <a:spcPct val="90000"/>
              </a:lnSpc>
              <a:spcBef>
                <a:spcPts val="600"/>
              </a:spcBef>
            </a:pPr>
            <a:r>
              <a:rPr lang="en-US" sz="1600" dirty="0">
                <a:solidFill>
                  <a:schemeClr val="bg1">
                    <a:lumMod val="75000"/>
                    <a:lumOff val="25000"/>
                  </a:schemeClr>
                </a:solidFill>
              </a:rPr>
              <a:t>Consists of a template(HTML view of UI), styles(CSS appearance/design) and a typescript class which contains business logic</a:t>
            </a:r>
          </a:p>
        </p:txBody>
      </p:sp>
      <p:cxnSp>
        <p:nvCxnSpPr>
          <p:cNvPr id="11" name="Straight Connector 10">
            <a:extLst>
              <a:ext uri="{FF2B5EF4-FFF2-40B4-BE49-F238E27FC236}">
                <a16:creationId xmlns:a16="http://schemas.microsoft.com/office/drawing/2014/main" id="{19964BCB-D7AA-5182-B0FC-FB861D7D4582}"/>
              </a:ext>
            </a:extLst>
          </p:cNvPr>
          <p:cNvCxnSpPr>
            <a:cxnSpLocks/>
            <a:endCxn id="8" idx="3"/>
          </p:cNvCxnSpPr>
          <p:nvPr/>
        </p:nvCxnSpPr>
        <p:spPr>
          <a:xfrm flipH="1">
            <a:off x="6291072" y="3828419"/>
            <a:ext cx="853440" cy="0"/>
          </a:xfrm>
          <a:prstGeom prst="line">
            <a:avLst/>
          </a:prstGeom>
        </p:spPr>
        <p:style>
          <a:lnRef idx="2">
            <a:schemeClr val="accent3"/>
          </a:lnRef>
          <a:fillRef idx="0">
            <a:schemeClr val="accent3"/>
          </a:fillRef>
          <a:effectRef idx="1">
            <a:schemeClr val="accent3"/>
          </a:effectRef>
          <a:fontRef idx="minor">
            <a:schemeClr val="tx1"/>
          </a:fontRef>
        </p:style>
      </p:cxnSp>
      <p:cxnSp>
        <p:nvCxnSpPr>
          <p:cNvPr id="13" name="Straight Connector 12">
            <a:extLst>
              <a:ext uri="{FF2B5EF4-FFF2-40B4-BE49-F238E27FC236}">
                <a16:creationId xmlns:a16="http://schemas.microsoft.com/office/drawing/2014/main" id="{45E854EB-D4BA-17B2-8A0E-3EAD8A13B099}"/>
              </a:ext>
            </a:extLst>
          </p:cNvPr>
          <p:cNvCxnSpPr>
            <a:cxnSpLocks/>
            <a:stCxn id="7" idx="3"/>
            <a:endCxn id="6" idx="1"/>
          </p:cNvCxnSpPr>
          <p:nvPr/>
        </p:nvCxnSpPr>
        <p:spPr>
          <a:xfrm>
            <a:off x="3474720" y="3029582"/>
            <a:ext cx="853440" cy="0"/>
          </a:xfrm>
          <a:prstGeom prst="line">
            <a:avLst/>
          </a:prstGeom>
        </p:spPr>
        <p:style>
          <a:lnRef idx="2">
            <a:schemeClr val="accent2"/>
          </a:lnRef>
          <a:fillRef idx="0">
            <a:schemeClr val="accent2"/>
          </a:fillRef>
          <a:effectRef idx="1">
            <a:schemeClr val="accent2"/>
          </a:effectRef>
          <a:fontRef idx="minor">
            <a:schemeClr val="tx1"/>
          </a:fontRef>
        </p:style>
      </p:cxnSp>
      <p:pic>
        <p:nvPicPr>
          <p:cNvPr id="2050" name="Picture 2" descr="archi" hidden="1">
            <a:extLst>
              <a:ext uri="{FF2B5EF4-FFF2-40B4-BE49-F238E27FC236}">
                <a16:creationId xmlns:a16="http://schemas.microsoft.com/office/drawing/2014/main" id="{951FC145-B4F0-B497-CEBA-83E3226109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3566" y="2273683"/>
            <a:ext cx="7909623" cy="5169913"/>
          </a:xfrm>
          <a:prstGeom prst="rect">
            <a:avLst/>
          </a:prstGeom>
          <a:noFill/>
          <a:extLst>
            <a:ext uri="{909E8E84-426E-40DD-AFC4-6F175D3DCCD1}">
              <a14:hiddenFill xmlns:a14="http://schemas.microsoft.com/office/drawing/2010/main">
                <a:solidFill>
                  <a:srgbClr val="FFFFFF"/>
                </a:solidFill>
              </a14:hiddenFill>
            </a:ext>
          </a:extLst>
        </p:spPr>
      </p:pic>
      <p:sp>
        <p:nvSpPr>
          <p:cNvPr id="17" name="Rounded Rectangle 16">
            <a:extLst>
              <a:ext uri="{FF2B5EF4-FFF2-40B4-BE49-F238E27FC236}">
                <a16:creationId xmlns:a16="http://schemas.microsoft.com/office/drawing/2014/main" id="{F1840A73-C268-E9DB-8889-F7D04DD773C5}"/>
              </a:ext>
            </a:extLst>
          </p:cNvPr>
          <p:cNvSpPr/>
          <p:nvPr/>
        </p:nvSpPr>
        <p:spPr>
          <a:xfrm>
            <a:off x="4328160" y="4383416"/>
            <a:ext cx="1962912" cy="487680"/>
          </a:xfrm>
          <a:prstGeom prst="roundRect">
            <a:avLst/>
          </a:prstGeom>
          <a:solidFill>
            <a:srgbClr val="F1CB6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90000"/>
              </a:lnSpc>
              <a:spcBef>
                <a:spcPts val="600"/>
              </a:spcBef>
            </a:pPr>
            <a:r>
              <a:rPr lang="en-US" dirty="0">
                <a:solidFill>
                  <a:schemeClr val="bg1">
                    <a:lumMod val="95000"/>
                    <a:lumOff val="5000"/>
                  </a:schemeClr>
                </a:solidFill>
              </a:rPr>
              <a:t>Services</a:t>
            </a:r>
          </a:p>
        </p:txBody>
      </p:sp>
      <p:sp>
        <p:nvSpPr>
          <p:cNvPr id="18" name="Rectangle 17">
            <a:extLst>
              <a:ext uri="{FF2B5EF4-FFF2-40B4-BE49-F238E27FC236}">
                <a16:creationId xmlns:a16="http://schemas.microsoft.com/office/drawing/2014/main" id="{0BBBBF2B-FE12-D4FD-FC4D-55B79FF797A6}"/>
              </a:ext>
            </a:extLst>
          </p:cNvPr>
          <p:cNvSpPr/>
          <p:nvPr/>
        </p:nvSpPr>
        <p:spPr>
          <a:xfrm>
            <a:off x="682752" y="4072258"/>
            <a:ext cx="2791968" cy="1834893"/>
          </a:xfrm>
          <a:prstGeom prst="rect">
            <a:avLst/>
          </a:prstGeom>
          <a:solidFill>
            <a:srgbClr val="F1CB61"/>
          </a:solidFill>
          <a:ln>
            <a:noFill/>
          </a:ln>
        </p:spPr>
        <p:style>
          <a:lnRef idx="0">
            <a:scrgbClr r="0" g="0" b="0"/>
          </a:lnRef>
          <a:fillRef idx="0">
            <a:scrgbClr r="0" g="0" b="0"/>
          </a:fillRef>
          <a:effectRef idx="0">
            <a:scrgbClr r="0" g="0" b="0"/>
          </a:effectRef>
          <a:fontRef idx="minor">
            <a:schemeClr val="lt1"/>
          </a:fontRef>
        </p:style>
        <p:txBody>
          <a:bodyPr rtlCol="0" anchor="ctr"/>
          <a:lstStyle/>
          <a:p>
            <a:pPr>
              <a:lnSpc>
                <a:spcPct val="90000"/>
              </a:lnSpc>
              <a:spcBef>
                <a:spcPts val="600"/>
              </a:spcBef>
            </a:pPr>
            <a:r>
              <a:rPr lang="en-US" sz="1600" dirty="0">
                <a:solidFill>
                  <a:schemeClr val="bg1">
                    <a:lumMod val="75000"/>
                    <a:lumOff val="25000"/>
                  </a:schemeClr>
                </a:solidFill>
              </a:rPr>
              <a:t>Specific data or logic needs to be used across different components</a:t>
            </a:r>
          </a:p>
          <a:p>
            <a:pPr>
              <a:lnSpc>
                <a:spcPct val="90000"/>
              </a:lnSpc>
              <a:spcBef>
                <a:spcPts val="600"/>
              </a:spcBef>
            </a:pPr>
            <a:r>
              <a:rPr lang="en-US" sz="1600" dirty="0">
                <a:solidFill>
                  <a:schemeClr val="bg1">
                    <a:lumMod val="75000"/>
                    <a:lumOff val="25000"/>
                  </a:schemeClr>
                </a:solidFill>
              </a:rPr>
              <a:t>Components can inject services to access their functionality and data</a:t>
            </a:r>
          </a:p>
        </p:txBody>
      </p:sp>
      <p:cxnSp>
        <p:nvCxnSpPr>
          <p:cNvPr id="27" name="Straight Connector 26">
            <a:extLst>
              <a:ext uri="{FF2B5EF4-FFF2-40B4-BE49-F238E27FC236}">
                <a16:creationId xmlns:a16="http://schemas.microsoft.com/office/drawing/2014/main" id="{5188BD09-1508-1080-087A-8209D4CE0CF7}"/>
              </a:ext>
            </a:extLst>
          </p:cNvPr>
          <p:cNvCxnSpPr>
            <a:cxnSpLocks/>
            <a:stCxn id="17" idx="1"/>
          </p:cNvCxnSpPr>
          <p:nvPr/>
        </p:nvCxnSpPr>
        <p:spPr>
          <a:xfrm flipH="1">
            <a:off x="3474720" y="4627256"/>
            <a:ext cx="853440" cy="0"/>
          </a:xfrm>
          <a:prstGeom prst="line">
            <a:avLst/>
          </a:prstGeom>
          <a:ln>
            <a:solidFill>
              <a:srgbClr val="F1CB61"/>
            </a:solidFill>
          </a:ln>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5B439968-84E9-4F0E-6492-02C67089124E}"/>
              </a:ext>
            </a:extLst>
          </p:cNvPr>
          <p:cNvSpPr/>
          <p:nvPr/>
        </p:nvSpPr>
        <p:spPr>
          <a:xfrm>
            <a:off x="7144512" y="1950720"/>
            <a:ext cx="2791968" cy="1130678"/>
          </a:xfrm>
          <a:prstGeom prst="rect">
            <a:avLst/>
          </a:prstGeom>
          <a:solidFill>
            <a:srgbClr val="13EAC1"/>
          </a:solidFill>
          <a:ln>
            <a:noFill/>
          </a:ln>
        </p:spPr>
        <p:style>
          <a:lnRef idx="0">
            <a:scrgbClr r="0" g="0" b="0"/>
          </a:lnRef>
          <a:fillRef idx="0">
            <a:scrgbClr r="0" g="0" b="0"/>
          </a:fillRef>
          <a:effectRef idx="0">
            <a:scrgbClr r="0" g="0" b="0"/>
          </a:effectRef>
          <a:fontRef idx="minor">
            <a:schemeClr val="lt1"/>
          </a:fontRef>
        </p:style>
        <p:txBody>
          <a:bodyPr rtlCol="0" anchor="ctr"/>
          <a:lstStyle/>
          <a:p>
            <a:pPr>
              <a:lnSpc>
                <a:spcPct val="90000"/>
              </a:lnSpc>
              <a:spcBef>
                <a:spcPts val="600"/>
              </a:spcBef>
            </a:pPr>
            <a:r>
              <a:rPr lang="en-US" sz="1600" dirty="0">
                <a:solidFill>
                  <a:schemeClr val="bg1">
                    <a:lumMod val="75000"/>
                    <a:lumOff val="25000"/>
                  </a:schemeClr>
                </a:solidFill>
              </a:rPr>
              <a:t>Must have at least one root module (</a:t>
            </a:r>
            <a:r>
              <a:rPr lang="en-US" sz="1600" dirty="0" err="1">
                <a:solidFill>
                  <a:schemeClr val="bg1">
                    <a:lumMod val="75000"/>
                    <a:lumOff val="25000"/>
                  </a:schemeClr>
                </a:solidFill>
              </a:rPr>
              <a:t>AppModule</a:t>
            </a:r>
            <a:r>
              <a:rPr lang="en-US" sz="1600" dirty="0">
                <a:solidFill>
                  <a:schemeClr val="bg1">
                    <a:lumMod val="75000"/>
                    <a:lumOff val="25000"/>
                  </a:schemeClr>
                </a:solidFill>
              </a:rPr>
              <a:t>)</a:t>
            </a:r>
          </a:p>
          <a:p>
            <a:pPr>
              <a:lnSpc>
                <a:spcPct val="90000"/>
              </a:lnSpc>
              <a:spcBef>
                <a:spcPts val="600"/>
              </a:spcBef>
            </a:pPr>
            <a:r>
              <a:rPr lang="en-US" sz="1600" dirty="0">
                <a:solidFill>
                  <a:schemeClr val="bg1">
                    <a:lumMod val="75000"/>
                    <a:lumOff val="25000"/>
                  </a:schemeClr>
                </a:solidFill>
              </a:rPr>
              <a:t>Breaks down the application into chunks</a:t>
            </a:r>
          </a:p>
        </p:txBody>
      </p:sp>
      <p:cxnSp>
        <p:nvCxnSpPr>
          <p:cNvPr id="33" name="Straight Connector 32">
            <a:extLst>
              <a:ext uri="{FF2B5EF4-FFF2-40B4-BE49-F238E27FC236}">
                <a16:creationId xmlns:a16="http://schemas.microsoft.com/office/drawing/2014/main" id="{A0249335-0B33-98D2-A002-ED4AF2D02AE1}"/>
              </a:ext>
            </a:extLst>
          </p:cNvPr>
          <p:cNvCxnSpPr>
            <a:stCxn id="4" idx="3"/>
          </p:cNvCxnSpPr>
          <p:nvPr/>
        </p:nvCxnSpPr>
        <p:spPr>
          <a:xfrm>
            <a:off x="6425184" y="2176272"/>
            <a:ext cx="71932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D4D43CAA-88B9-624D-E431-76D4D5972EF3}"/>
              </a:ext>
            </a:extLst>
          </p:cNvPr>
          <p:cNvCxnSpPr>
            <a:stCxn id="8" idx="2"/>
            <a:endCxn id="17" idx="0"/>
          </p:cNvCxnSpPr>
          <p:nvPr/>
        </p:nvCxnSpPr>
        <p:spPr>
          <a:xfrm>
            <a:off x="5309616" y="4072259"/>
            <a:ext cx="0" cy="311157"/>
          </a:xfrm>
          <a:prstGeom prst="line">
            <a:avLst/>
          </a:prstGeom>
          <a:ln>
            <a:solidFill>
              <a:schemeClr val="tx1">
                <a:lumMod val="65000"/>
              </a:schemeClr>
            </a:solidFill>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9517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up)">
                                      <p:cBhvr>
                                        <p:cTn id="8" dur="500"/>
                                        <p:tgtEl>
                                          <p:spTgt spid="4"/>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p:tgtEl>
                                          <p:spTgt spid="5"/>
                                        </p:tgtEl>
                                        <p:attrNameLst>
                                          <p:attrName>ppt_y</p:attrName>
                                        </p:attrNameLst>
                                      </p:cBhvr>
                                      <p:tavLst>
                                        <p:tav tm="0">
                                          <p:val>
                                            <p:strVal val="#ppt_y+#ppt_h*1.125000"/>
                                          </p:val>
                                        </p:tav>
                                        <p:tav tm="100000">
                                          <p:val>
                                            <p:strVal val="#ppt_y"/>
                                          </p:val>
                                        </p:tav>
                                      </p:tavLst>
                                    </p:anim>
                                    <p:animEffect transition="in" filter="wipe(up)">
                                      <p:cBhvr>
                                        <p:cTn id="12" dur="500"/>
                                        <p:tgtEl>
                                          <p:spTgt spid="5"/>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p:tgtEl>
                                          <p:spTgt spid="6"/>
                                        </p:tgtEl>
                                        <p:attrNameLst>
                                          <p:attrName>ppt_y</p:attrName>
                                        </p:attrNameLst>
                                      </p:cBhvr>
                                      <p:tavLst>
                                        <p:tav tm="0">
                                          <p:val>
                                            <p:strVal val="#ppt_y+#ppt_h*1.125000"/>
                                          </p:val>
                                        </p:tav>
                                        <p:tav tm="100000">
                                          <p:val>
                                            <p:strVal val="#ppt_y"/>
                                          </p:val>
                                        </p:tav>
                                      </p:tavLst>
                                    </p:anim>
                                    <p:animEffect transition="in" filter="wipe(up)">
                                      <p:cBhvr>
                                        <p:cTn id="16" dur="500"/>
                                        <p:tgtEl>
                                          <p:spTgt spid="6"/>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p:tgtEl>
                                          <p:spTgt spid="8"/>
                                        </p:tgtEl>
                                        <p:attrNameLst>
                                          <p:attrName>ppt_y</p:attrName>
                                        </p:attrNameLst>
                                      </p:cBhvr>
                                      <p:tavLst>
                                        <p:tav tm="0">
                                          <p:val>
                                            <p:strVal val="#ppt_y+#ppt_h*1.125000"/>
                                          </p:val>
                                        </p:tav>
                                        <p:tav tm="100000">
                                          <p:val>
                                            <p:strVal val="#ppt_y"/>
                                          </p:val>
                                        </p:tav>
                                      </p:tavLst>
                                    </p:anim>
                                    <p:animEffect transition="in" filter="wipe(up)">
                                      <p:cBhvr>
                                        <p:cTn id="20" dur="500"/>
                                        <p:tgtEl>
                                          <p:spTgt spid="8"/>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p:tgtEl>
                                          <p:spTgt spid="17"/>
                                        </p:tgtEl>
                                        <p:attrNameLst>
                                          <p:attrName>ppt_y</p:attrName>
                                        </p:attrNameLst>
                                      </p:cBhvr>
                                      <p:tavLst>
                                        <p:tav tm="0">
                                          <p:val>
                                            <p:strVal val="#ppt_y+#ppt_h*1.125000"/>
                                          </p:val>
                                        </p:tav>
                                        <p:tav tm="100000">
                                          <p:val>
                                            <p:strVal val="#ppt_y"/>
                                          </p:val>
                                        </p:tav>
                                      </p:tavLst>
                                    </p:anim>
                                    <p:animEffect transition="in" filter="wipe(up)">
                                      <p:cBhvr>
                                        <p:cTn id="24" dur="500"/>
                                        <p:tgtEl>
                                          <p:spTgt spid="17"/>
                                        </p:tgtEl>
                                      </p:cBhvr>
                                    </p:animEffect>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500"/>
                                        <p:tgtEl>
                                          <p:spTgt spid="3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500"/>
                                        <p:tgtEl>
                                          <p:spTgt spid="3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500"/>
                                        <p:tgtEl>
                                          <p:spTgt spid="3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500"/>
                                        <p:tgtEl>
                                          <p:spTgt spid="7"/>
                                        </p:tgtEl>
                                      </p:cBhvr>
                                    </p:animEffect>
                                  </p:childTnLst>
                                </p:cTn>
                              </p:par>
                              <p:par>
                                <p:cTn id="42" presetID="10" presetClass="entr" presetSubtype="0" fill="hold"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par>
                                <p:cTn id="58" presetID="10" presetClass="entr" presetSubtype="0" fill="hold"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7" grpId="0" animBg="1"/>
      <p:bldP spid="18" grpId="0" animBg="1"/>
      <p:bldP spid="31" grpId="0" animBg="1"/>
    </p:bldLst>
  </p:timing>
</p:sld>
</file>

<file path=ppt/theme/theme1.xml><?xml version="1.0" encoding="utf-8"?>
<a:theme xmlns:a="http://schemas.openxmlformats.org/drawingml/2006/main" name="2025 - Hyland Template">
  <a:themeElements>
    <a:clrScheme name="Hyland Theme Colors 2025">
      <a:dk1>
        <a:srgbClr val="000000"/>
      </a:dk1>
      <a:lt1>
        <a:srgbClr val="FFFFFF"/>
      </a:lt1>
      <a:dk2>
        <a:srgbClr val="191F5E"/>
      </a:dk2>
      <a:lt2>
        <a:srgbClr val="F4F6FE"/>
      </a:lt2>
      <a:accent1>
        <a:srgbClr val="13EAC1"/>
      </a:accent1>
      <a:accent2>
        <a:srgbClr val="6E33FF"/>
      </a:accent2>
      <a:accent3>
        <a:srgbClr val="52A1FF"/>
      </a:accent3>
      <a:accent4>
        <a:srgbClr val="F1CB61"/>
      </a:accent4>
      <a:accent5>
        <a:srgbClr val="67709A"/>
      </a:accent5>
      <a:accent6>
        <a:srgbClr val="B3B7CC"/>
      </a:accent6>
      <a:hlink>
        <a:srgbClr val="6E33FF"/>
      </a:hlink>
      <a:folHlink>
        <a:srgbClr val="A785FF"/>
      </a:folHlink>
    </a:clrScheme>
    <a:fontScheme name="Hyland Theme Fonts 2025">
      <a:majorFont>
        <a:latin typeface="Arial Nova"/>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nSpc>
            <a:spcPct val="90000"/>
          </a:lnSpc>
          <a:spcBef>
            <a:spcPts val="600"/>
          </a:spcBef>
          <a:defRPr dirty="0" err="1" smtClean="0">
            <a:solidFill>
              <a:schemeClr val="bg2"/>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600"/>
          </a:spcBef>
          <a:defRPr dirty="0" err="1" smtClean="0">
            <a:solidFill>
              <a:schemeClr val="accent1"/>
            </a:solidFill>
          </a:defRPr>
        </a:defPPr>
      </a:lstStyle>
    </a:txDef>
  </a:objectDefaults>
  <a:extraClrSchemeLst/>
  <a:custClrLst>
    <a:custClr name="Hylabd Teal">
      <a:srgbClr val="13EAC1"/>
    </a:custClr>
    <a:custClr name="Hyland Purple">
      <a:srgbClr val="6E33FF"/>
    </a:custClr>
    <a:custClr name="Hyland Blue">
      <a:srgbClr val="52A1FF"/>
    </a:custClr>
    <a:custClr name="Hyland Yellow">
      <a:srgbClr val="F1CB61"/>
    </a:custClr>
    <a:custClr name="Hyland Dark Blue">
      <a:srgbClr val="191F5E"/>
    </a:custClr>
    <a:custClr name="BLANK">
      <a:srgbClr val="FFFFFF"/>
    </a:custClr>
    <a:custClr name="BLANK">
      <a:srgbClr val="FFFFFF"/>
    </a:custClr>
    <a:custClr name="BLANK">
      <a:srgbClr val="FFFFFF"/>
    </a:custClr>
    <a:custClr name="BLANK">
      <a:srgbClr val="FFFFFF"/>
    </a:custClr>
    <a:custClr name="BLANK">
      <a:srgbClr val="FFFFFF"/>
    </a:custClr>
    <a:custClr name="Hyland Teal 60">
      <a:srgbClr val="70F2DA"/>
    </a:custClr>
    <a:custClr name="Hyland Purple 60">
      <a:srgbClr val="A785FF"/>
    </a:custClr>
    <a:custClr name="Hyland Blue 60">
      <a:srgbClr val="97C7FF"/>
    </a:custClr>
    <a:custClr name="Hyland Yellow 60">
      <a:srgbClr val="F7E0A0"/>
    </a:custClr>
    <a:custClr name="Hyland Dark Blue 80">
      <a:srgbClr val="75799E"/>
    </a:custClr>
    <a:custClr name="BLANK">
      <a:srgbClr val="FFFFFF"/>
    </a:custClr>
    <a:custClr name="BLANK">
      <a:srgbClr val="FFFFFF"/>
    </a:custClr>
    <a:custClr name="BLANK">
      <a:srgbClr val="FFFFFF"/>
    </a:custClr>
    <a:custClr name="BLANK">
      <a:srgbClr val="FFFFFF"/>
    </a:custClr>
    <a:custClr name="BLANK">
      <a:srgbClr val="FFFFFF"/>
    </a:custClr>
    <a:custClr name="Hyland Teal 30">
      <a:srgbClr val="B9F9EC"/>
    </a:custClr>
    <a:custClr name="Hyland Purple 30">
      <a:srgbClr val="D3C2FF"/>
    </a:custClr>
    <a:custClr name="Hyland Blue 30">
      <a:srgbClr val="CAE3FF"/>
    </a:custClr>
    <a:custClr name="Hyland Yellow 30">
      <a:srgbClr val="FBEFD0"/>
    </a:custClr>
    <a:custClr name="Hyland Dark Blue 30">
      <a:srgbClr val="BABCCF"/>
    </a:custClr>
  </a:custClrLst>
  <a:extLst>
    <a:ext uri="{05A4C25C-085E-4340-85A3-A5531E510DB2}">
      <thm15:themeFamily xmlns:thm15="http://schemas.microsoft.com/office/thememl/2012/main" name="2025 Hyland PowerPoint Template" id="{8E8A20F4-D6FB-4456-B9B9-064521B42A63}" vid="{AAAC8DC8-8542-4DBF-B6E0-CA5C29E12CC0}"/>
    </a:ext>
  </a:extLst>
</a:theme>
</file>

<file path=ppt/theme/theme2.xml><?xml version="1.0" encoding="utf-8"?>
<a:theme xmlns:a="http://schemas.openxmlformats.org/drawingml/2006/main" name="Office Theme">
  <a:themeElements>
    <a:clrScheme name="Hyland Color Theme">
      <a:dk1>
        <a:sysClr val="windowText" lastClr="000000"/>
      </a:dk1>
      <a:lt1>
        <a:sysClr val="window" lastClr="FFFFFF"/>
      </a:lt1>
      <a:dk2>
        <a:srgbClr val="191F5E"/>
      </a:dk2>
      <a:lt2>
        <a:srgbClr val="F4F6FE"/>
      </a:lt2>
      <a:accent1>
        <a:srgbClr val="13EAC1"/>
      </a:accent1>
      <a:accent2>
        <a:srgbClr val="6E33FF"/>
      </a:accent2>
      <a:accent3>
        <a:srgbClr val="52A1FF"/>
      </a:accent3>
      <a:accent4>
        <a:srgbClr val="F1CB61"/>
      </a:accent4>
      <a:accent5>
        <a:srgbClr val="67709A"/>
      </a:accent5>
      <a:accent6>
        <a:srgbClr val="B3B7CC"/>
      </a:accent6>
      <a:hlink>
        <a:srgbClr val="6E33FF"/>
      </a:hlink>
      <a:folHlink>
        <a:srgbClr val="A785FF"/>
      </a:folHlink>
    </a:clrScheme>
    <a:fontScheme name="Hyland">
      <a:majorFont>
        <a:latin typeface="Arial Nova"/>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Hyland Color Theme">
      <a:dk1>
        <a:sysClr val="windowText" lastClr="000000"/>
      </a:dk1>
      <a:lt1>
        <a:sysClr val="window" lastClr="FFFFFF"/>
      </a:lt1>
      <a:dk2>
        <a:srgbClr val="191F5E"/>
      </a:dk2>
      <a:lt2>
        <a:srgbClr val="F4F6FE"/>
      </a:lt2>
      <a:accent1>
        <a:srgbClr val="13EAC1"/>
      </a:accent1>
      <a:accent2>
        <a:srgbClr val="6E33FF"/>
      </a:accent2>
      <a:accent3>
        <a:srgbClr val="52A1FF"/>
      </a:accent3>
      <a:accent4>
        <a:srgbClr val="F1CB61"/>
      </a:accent4>
      <a:accent5>
        <a:srgbClr val="67709A"/>
      </a:accent5>
      <a:accent6>
        <a:srgbClr val="B3B7CC"/>
      </a:accent6>
      <a:hlink>
        <a:srgbClr val="6E33FF"/>
      </a:hlink>
      <a:folHlink>
        <a:srgbClr val="A785FF"/>
      </a:folHlink>
    </a:clrScheme>
    <a:fontScheme name="Hyland">
      <a:majorFont>
        <a:latin typeface="Arial Nova"/>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2025 Hyland PowerPoint Template</Template>
  <TotalTime>124213</TotalTime>
  <Words>4807</Words>
  <Application>Microsoft Macintosh PowerPoint</Application>
  <PresentationFormat>Widescreen</PresentationFormat>
  <Paragraphs>761</Paragraphs>
  <Slides>34</Slides>
  <Notes>29</Notes>
  <HiddenSlides>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Arial Nova</vt:lpstr>
      <vt:lpstr>Calibri</vt:lpstr>
      <vt:lpstr>Source Sans Pro</vt:lpstr>
      <vt:lpstr>Wingdings</vt:lpstr>
      <vt:lpstr>2025 - Hyland Template</vt:lpstr>
      <vt:lpstr>Automate Custom UI</vt:lpstr>
      <vt:lpstr>Creating a Custom UI in Automate</vt:lpstr>
      <vt:lpstr>TERMINOLOGY</vt:lpstr>
      <vt:lpstr>Angular for Cloud UI</vt:lpstr>
      <vt:lpstr>The Shift to Cloud UI Applications</vt:lpstr>
      <vt:lpstr>What Is a Single Page Application (SPA)?</vt:lpstr>
      <vt:lpstr>Traditional UI vs SPA Model</vt:lpstr>
      <vt:lpstr>Angular as a Framework (Not Just a Library)</vt:lpstr>
      <vt:lpstr>Why Angular for Enterprise Cloud Platforms?</vt:lpstr>
      <vt:lpstr>Component-Based Architecture</vt:lpstr>
      <vt:lpstr>Angular and TypeScript (Why it Matters)</vt:lpstr>
      <vt:lpstr>Angular in Context of Automate “Workspace”</vt:lpstr>
      <vt:lpstr>Angular Theoretics Recap</vt:lpstr>
      <vt:lpstr>Technologies We’re Leveraging</vt:lpstr>
      <vt:lpstr>The Role of NPM &amp; Node.js</vt:lpstr>
      <vt:lpstr>NPM, Node &amp; Angular Explained with Legos</vt:lpstr>
      <vt:lpstr>PowerPoint Presentation</vt:lpstr>
      <vt:lpstr>Angular Components</vt:lpstr>
      <vt:lpstr>The Building Blocks that Create Functionality</vt:lpstr>
      <vt:lpstr>The Building Blocks that Create Functionality</vt:lpstr>
      <vt:lpstr>AFTER THE HANDS-ON, YOU WILL:</vt:lpstr>
      <vt:lpstr>Hands-On</vt:lpstr>
      <vt:lpstr>PowerPoint Presentation</vt:lpstr>
      <vt:lpstr>PowerPoint Presentation</vt:lpstr>
      <vt:lpstr>Virtual Machines</vt:lpstr>
      <vt:lpstr>Website: experience.hyland.com</vt:lpstr>
      <vt:lpstr>SUMMARY:  Creating a Custom UI in Content Innovation Cloud</vt:lpstr>
      <vt:lpstr>PowerPoint Presentation</vt:lpstr>
      <vt:lpstr>PowerPoint Presentation</vt:lpstr>
      <vt:lpstr>Virtual Machines</vt:lpstr>
      <vt:lpstr>Content Innovation Cloud - Login</vt:lpstr>
      <vt:lpstr>Automate Workspace &amp; Custom UI</vt:lpstr>
      <vt:lpstr>Angular UI</vt:lpstr>
      <vt:lpstr>Angular Diagram (simplified)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Lisa Burdett</dc:creator>
  <cp:lastModifiedBy>Greg Bousley</cp:lastModifiedBy>
  <cp:revision>422</cp:revision>
  <cp:lastPrinted>2025-03-14T19:50:10Z</cp:lastPrinted>
  <dcterms:created xsi:type="dcterms:W3CDTF">2025-03-17T20:19:22Z</dcterms:created>
  <dcterms:modified xsi:type="dcterms:W3CDTF">2026-04-02T13:53:04Z</dcterms:modified>
</cp:coreProperties>
</file>