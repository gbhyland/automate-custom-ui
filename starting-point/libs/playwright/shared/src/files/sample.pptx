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62C81-0636-E861-2403-1902C26CE3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0D0666-9020-A41A-F630-75A13FC81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360E2-60C2-A8C5-B9C8-D05EDB588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E061-1CDA-5E49-AB0A-9858E7B16CDF}" type="datetimeFigureOut">
              <a:rPr lang="en-US" smtClean="0"/>
              <a:t>5/7/24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07E04-9DAB-6EA5-6BCB-1F75D12E0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2E193-E66F-1877-5E7A-D57B6CD0F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6AC51-CD04-B94B-B06D-5B8223C16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961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F04F7-84AB-D676-470B-1DF468864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046B1-2AEC-2C56-9744-2FB52B452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9062D-F96A-5B6C-1981-6CB8CFF6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E061-1CDA-5E49-AB0A-9858E7B16CDF}" type="datetimeFigureOut">
              <a:rPr lang="en-US" smtClean="0"/>
              <a:t>5/7/24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6BEEB-2F3F-BD00-BAC1-58E105ED1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74DB4-F7F1-C7FE-8472-562666191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6AC51-CD04-B94B-B06D-5B8223C16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672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7ADD-AE71-860E-D325-0861790CA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601B0-D321-7D94-5968-126C20757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8486D-DFC9-757B-DC4E-8A6093948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E061-1CDA-5E49-AB0A-9858E7B16CDF}" type="datetimeFigureOut">
              <a:rPr lang="en-US" smtClean="0"/>
              <a:t>5/7/24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8964A-0EF2-8C2F-68D9-BC5816CAA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5762D-6116-0106-FA94-EE055B6EA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6AC51-CD04-B94B-B06D-5B8223C16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190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56B30-3ADE-1FE5-FD5E-749FCA42B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853C5-84FE-1455-EB18-920ADCC5F3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CCC44-F742-7852-29A6-1EC91B3BE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EA5DD-92BD-AF83-5670-9FDE18A23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E061-1CDA-5E49-AB0A-9858E7B16CDF}" type="datetimeFigureOut">
              <a:rPr lang="en-US" smtClean="0"/>
              <a:t>5/7/24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58B407-5840-E452-313E-C8A47B1C6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CDC50-1D3C-2B6D-34A1-D7434EA70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6AC51-CD04-B94B-B06D-5B8223C16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2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C591C-495D-BE1F-9A12-134934836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56B4F-004F-232E-1CEB-C08C182E1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A3C540-BBD4-1588-1859-D84D45930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305DFA-6F46-018D-E217-3FB2822E9D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B64BF1-4FEA-FF6C-7B4C-27BA423F1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3C5549-D42A-CBA5-EB98-4CC8974C6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E061-1CDA-5E49-AB0A-9858E7B16CDF}" type="datetimeFigureOut">
              <a:rPr lang="en-US" smtClean="0"/>
              <a:t>5/7/24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C3535B-E0C9-99AA-B57C-FEBA4D955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F0DF1E-E53F-1DDB-330A-5F9476E11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6AC51-CD04-B94B-B06D-5B8223C16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372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E6175-3570-0013-28A5-7A00CC9DF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ECB046-2701-C38F-D4FF-2800CC87D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E061-1CDA-5E49-AB0A-9858E7B16CDF}" type="datetimeFigureOut">
              <a:rPr lang="en-US" smtClean="0"/>
              <a:t>5/7/24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A6B85F-FFD5-0176-DA48-157ACF966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0078F-6030-8747-B931-C1EA2C5F1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6AC51-CD04-B94B-B06D-5B8223C16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813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308F9C-E1C7-D953-31A7-33429CC39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E061-1CDA-5E49-AB0A-9858E7B16CDF}" type="datetimeFigureOut">
              <a:rPr lang="en-US" smtClean="0"/>
              <a:t>5/7/24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E522AA-ED88-A7DB-19AC-854FCE98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57A54-DD6F-0CF0-70EA-D669BB605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6AC51-CD04-B94B-B06D-5B8223C16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805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63F46-A09A-5FB3-4468-663811087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6AF36-434C-0FB2-9049-6447D0219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C11DD3-1625-5028-AC13-425667B009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192EA-BB2E-86D0-5ECC-67E1D125B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E061-1CDA-5E49-AB0A-9858E7B16CDF}" type="datetimeFigureOut">
              <a:rPr lang="en-US" smtClean="0"/>
              <a:t>5/7/24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E47377-C57D-BE03-6AA4-0BB868A1B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58E3C4-C11C-0BF4-6217-D01636ACF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6AC51-CD04-B94B-B06D-5B8223C16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302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2C3CF-7942-A84B-F6BF-8E014791E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90BFD7-E967-863F-4513-451D400DE5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42E0B-8C92-EB42-85BE-95AA232E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5128C6-7118-987D-3B96-53173BAD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E061-1CDA-5E49-AB0A-9858E7B16CDF}" type="datetimeFigureOut">
              <a:rPr lang="en-US" smtClean="0"/>
              <a:t>5/7/24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C3EAE-F6C5-1651-2CE1-FE927FBD3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9853A-C06D-0B25-F66D-017C0F130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6AC51-CD04-B94B-B06D-5B8223C16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589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E48BE-4D8F-06CA-2985-1DD29F5B2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EEBBB-CD8C-4661-6DB4-648744A07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8B296-DBBD-7962-3DA8-CD7B9F6DF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E061-1CDA-5E49-AB0A-9858E7B16CDF}" type="datetimeFigureOut">
              <a:rPr lang="en-US" smtClean="0"/>
              <a:t>5/7/24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4F52-BA9F-47DA-429C-8AA34DCE7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3A1B1-0A6D-7D2D-7A16-A556F7930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6AC51-CD04-B94B-B06D-5B8223C16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49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6E01E2-7C6B-DC9A-0824-77E9A41EBE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9B8F85-16BB-C9AA-AFA6-9EED9F77F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4552E-03C4-50A3-474D-1F6BFE1C4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E061-1CDA-5E49-AB0A-9858E7B16CDF}" type="datetimeFigureOut">
              <a:rPr lang="en-US" smtClean="0"/>
              <a:t>5/7/24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09DDC-B1AB-FDCB-5A6F-B809454BD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F6258-9218-8217-834F-4A23BD77B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6AC51-CD04-B94B-B06D-5B8223C16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05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1CD5C1-3511-63C5-0E5F-A8EDDE6DA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9843D-16CE-C119-C74B-91A882589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6F811-D3BB-7D18-1A26-1E05719EA2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AFE061-1CDA-5E49-AB0A-9858E7B16CDF}" type="datetimeFigureOut">
              <a:rPr lang="en-US" smtClean="0"/>
              <a:t>5/7/24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8F050-53D0-B4B4-CAB2-1225823723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BA164-706B-6507-0FC1-A3E38D9B41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46AC51-CD04-B94B-B06D-5B8223C16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225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5741C-9633-3F94-097D-78B3484F4B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2282231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</dc:title>
  <dc:creator>Shib Pal</dc:creator>
  <cp:lastModifiedBy>Shib Pal</cp:lastModifiedBy>
  <cp:revision>1</cp:revision>
  <dcterms:created xsi:type="dcterms:W3CDTF">2024-05-07T05:19:11Z</dcterms:created>
  <dcterms:modified xsi:type="dcterms:W3CDTF">2024-05-07T05:25:37Z</dcterms:modified>
</cp:coreProperties>
</file>